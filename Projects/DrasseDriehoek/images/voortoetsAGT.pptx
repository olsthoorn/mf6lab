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1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232" y="720"/>
      </p:cViewPr>
      <p:guideLst>
        <p:guide orient="horz" pos="3672"/>
        <p:guide pos="1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067A-F7A5-27C1-AA0D-1273E13E1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F8D3D-750D-89D2-0A2A-680865F43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504D1-E0E7-3A85-49A8-72F4B7DF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3F4DB-9443-0DD1-D132-65336DCB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5B47D-FFD3-3FFD-70D9-3EE3A23A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407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5D79E-9956-25A3-0A2C-5A3EC228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661A4-8E5C-7EFC-7899-C5AF5059A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8E3C-AA76-3799-DDA4-EDF01831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5857C-18B8-921A-BC26-5A5A86B6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949AB-9974-017F-37CE-2518E3E6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5909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B09F-F634-F456-1192-09701F4F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161A4-9255-6CE9-00D5-66B3B4A75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B555-A71F-AE73-B773-0B29C9073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C93E9-54C0-636D-7ADB-B564DE16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8416F-1541-1273-353C-701A06FE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54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446F-EFA5-A57F-1359-8FC362D0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84C94-575A-1A37-092C-028703FB9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B6C12-C4DA-0FC1-BD96-4F7FE719F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2DF08-FAB8-1C9C-527B-A419B69B1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15BA8-C373-5E09-8345-D39CF8FE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FB31C-8319-13A7-6E13-05AC6E55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6774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28DE-3347-C7F0-5211-416B6E360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1D2B8-0478-9664-1AF7-D31EBBEA9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C5B41-5789-609E-6CDC-3524E282D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9746C-293A-38B2-C7CB-1ABA9938B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39737-ABB5-EDBC-19A1-D3D62948B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D97A02-43D5-1C36-D3C6-36D24D995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FCD05-4CF2-32C8-A204-9AD34FD4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D04ADF-1082-AC20-766A-732BE642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3019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13E24-D7C8-63E3-056C-588437B2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919D2-CB39-5F2F-307A-8959D9056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E46F4-3CCF-AE4C-803A-15DB951F7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D7118-D031-AFCD-8A8B-649A44FA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16696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AD056-D74B-DF10-C782-72E6B867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95C498-56D2-05EA-ABB8-3A71AF80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B5DB6-12DA-D385-EB5F-853271A99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3161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32CF-1D18-3516-11D8-7335D749A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6DFA-2AE3-742D-9619-A66D95794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46E41-E57F-28D8-EEA5-0B38F14EA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1ADCB-1FC3-AB4F-3D49-6C729416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2FE5B-85BB-4313-22F7-7ECDD7D7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159AD-E21E-CE22-9DF0-F73E3371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3313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1EA0-9A01-6D4D-E1AC-E3B2B87D7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D8707-626B-CB5A-C680-B607575A2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C3D6B-826E-D6C8-6924-00DDB74C3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4F7BF-22CD-E3EB-8D0F-0E58FD401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84F77-6391-F710-217E-D0D2DD55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2BE81-BA4D-6138-458C-3A61C9C2B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5542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4A791-2549-09FE-7D86-9EDC3D9C3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A7426-6B7B-2B4A-3159-6275926A5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EC2A8-E6C2-1F35-413C-28F402CB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A66D3-B017-D116-3016-1E3D5078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7EE9E-35D8-DEF3-5EDB-61B9550E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895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84867-8DBF-B67D-5D03-4BC0811EB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7BD93-466F-45BF-56EA-848EA7D7E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998E8-5EEC-CE3D-D267-E5A0004B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94C36-4C78-6F76-40BA-1631868D2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FEB69-FD20-361A-9907-EB109A64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3774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829C6-B5B8-E935-082C-1E496B74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D0816-B608-C0C1-32EA-7601DE894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DBB06-A5CA-461A-FDF8-A66935051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011D5-8D99-4149-A1DF-426936CDB382}" type="datetimeFigureOut">
              <a:rPr lang="en-NL" smtClean="0"/>
              <a:t>1/21/26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90F27-D361-34E0-E74D-EB27810C2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8CD-C6F0-5329-4DB1-C2A83C807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0DE4A-FC79-EC49-B5ED-D06B74971BA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6997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2AC9-7622-0B25-1E0F-8DD254D98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Voortoets Plaatjes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578416-9268-0A56-4A86-994A9DABF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345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6362DC-41FA-BFCC-4C98-C2E572F72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67" y="296562"/>
            <a:ext cx="11140726" cy="636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4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CA21EB5-A58B-6C90-A879-7E51EFCCC158}"/>
              </a:ext>
            </a:extLst>
          </p:cNvPr>
          <p:cNvSpPr/>
          <p:nvPr/>
        </p:nvSpPr>
        <p:spPr>
          <a:xfrm>
            <a:off x="3039762" y="1050324"/>
            <a:ext cx="6376087" cy="4782065"/>
          </a:xfrm>
          <a:custGeom>
            <a:avLst/>
            <a:gdLst>
              <a:gd name="csX0" fmla="*/ 0 w 6376087"/>
              <a:gd name="csY0" fmla="*/ 0 h 4782065"/>
              <a:gd name="csX1" fmla="*/ 3558746 w 6376087"/>
              <a:gd name="csY1" fmla="*/ 506627 h 4782065"/>
              <a:gd name="csX2" fmla="*/ 5980670 w 6376087"/>
              <a:gd name="csY2" fmla="*/ 2162433 h 4782065"/>
              <a:gd name="csX3" fmla="*/ 6376087 w 6376087"/>
              <a:gd name="csY3" fmla="*/ 4782065 h 4782065"/>
              <a:gd name="csX0" fmla="*/ 0 w 6376087"/>
              <a:gd name="csY0" fmla="*/ 0 h 4782065"/>
              <a:gd name="csX1" fmla="*/ 3558746 w 6376087"/>
              <a:gd name="csY1" fmla="*/ 506627 h 4782065"/>
              <a:gd name="csX2" fmla="*/ 5980670 w 6376087"/>
              <a:gd name="csY2" fmla="*/ 2162433 h 4782065"/>
              <a:gd name="csX3" fmla="*/ 6376087 w 6376087"/>
              <a:gd name="csY3" fmla="*/ 4782065 h 4782065"/>
              <a:gd name="csX0" fmla="*/ 0 w 6376087"/>
              <a:gd name="csY0" fmla="*/ 0 h 4782065"/>
              <a:gd name="csX1" fmla="*/ 3558746 w 6376087"/>
              <a:gd name="csY1" fmla="*/ 506627 h 4782065"/>
              <a:gd name="csX2" fmla="*/ 5980670 w 6376087"/>
              <a:gd name="csY2" fmla="*/ 2162433 h 4782065"/>
              <a:gd name="csX3" fmla="*/ 6376087 w 6376087"/>
              <a:gd name="csY3" fmla="*/ 4782065 h 4782065"/>
              <a:gd name="csX0" fmla="*/ 0 w 6376087"/>
              <a:gd name="csY0" fmla="*/ 0 h 4782065"/>
              <a:gd name="csX1" fmla="*/ 3558746 w 6376087"/>
              <a:gd name="csY1" fmla="*/ 506627 h 4782065"/>
              <a:gd name="csX2" fmla="*/ 5980670 w 6376087"/>
              <a:gd name="csY2" fmla="*/ 2162433 h 4782065"/>
              <a:gd name="csX3" fmla="*/ 6376087 w 6376087"/>
              <a:gd name="csY3" fmla="*/ 4782065 h 4782065"/>
              <a:gd name="csX0" fmla="*/ 0 w 6376087"/>
              <a:gd name="csY0" fmla="*/ 0 h 4782065"/>
              <a:gd name="csX1" fmla="*/ 3558746 w 6376087"/>
              <a:gd name="csY1" fmla="*/ 506627 h 4782065"/>
              <a:gd name="csX2" fmla="*/ 5980670 w 6376087"/>
              <a:gd name="csY2" fmla="*/ 2162433 h 4782065"/>
              <a:gd name="csX3" fmla="*/ 6376087 w 6376087"/>
              <a:gd name="csY3" fmla="*/ 4782065 h 4782065"/>
              <a:gd name="csX0" fmla="*/ 0 w 6376087"/>
              <a:gd name="csY0" fmla="*/ 0 h 4782065"/>
              <a:gd name="csX1" fmla="*/ 3558746 w 6376087"/>
              <a:gd name="csY1" fmla="*/ 506627 h 4782065"/>
              <a:gd name="csX2" fmla="*/ 5980670 w 6376087"/>
              <a:gd name="csY2" fmla="*/ 2162433 h 4782065"/>
              <a:gd name="csX3" fmla="*/ 6376087 w 6376087"/>
              <a:gd name="csY3" fmla="*/ 4782065 h 4782065"/>
              <a:gd name="csX0" fmla="*/ 0 w 6376087"/>
              <a:gd name="csY0" fmla="*/ 0 h 4782065"/>
              <a:gd name="csX1" fmla="*/ 3558746 w 6376087"/>
              <a:gd name="csY1" fmla="*/ 506627 h 4782065"/>
              <a:gd name="csX2" fmla="*/ 5980670 w 6376087"/>
              <a:gd name="csY2" fmla="*/ 2162433 h 4782065"/>
              <a:gd name="csX3" fmla="*/ 6376087 w 6376087"/>
              <a:gd name="csY3" fmla="*/ 4782065 h 4782065"/>
              <a:gd name="csX0" fmla="*/ 0 w 6376087"/>
              <a:gd name="csY0" fmla="*/ 0 h 4782065"/>
              <a:gd name="csX1" fmla="*/ 3941806 w 6376087"/>
              <a:gd name="csY1" fmla="*/ 605481 h 4782065"/>
              <a:gd name="csX2" fmla="*/ 5980670 w 6376087"/>
              <a:gd name="csY2" fmla="*/ 2162433 h 4782065"/>
              <a:gd name="csX3" fmla="*/ 6376087 w 6376087"/>
              <a:gd name="csY3" fmla="*/ 4782065 h 4782065"/>
              <a:gd name="csX0" fmla="*/ 0 w 6376087"/>
              <a:gd name="csY0" fmla="*/ 0 h 4782065"/>
              <a:gd name="csX1" fmla="*/ 3941806 w 6376087"/>
              <a:gd name="csY1" fmla="*/ 605481 h 4782065"/>
              <a:gd name="csX2" fmla="*/ 5980670 w 6376087"/>
              <a:gd name="csY2" fmla="*/ 2162433 h 4782065"/>
              <a:gd name="csX3" fmla="*/ 6376087 w 6376087"/>
              <a:gd name="csY3" fmla="*/ 4782065 h 4782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76087" h="4782065">
                <a:moveTo>
                  <a:pt x="0" y="0"/>
                </a:moveTo>
                <a:cubicBezTo>
                  <a:pt x="1359243" y="32951"/>
                  <a:pt x="2945028" y="245076"/>
                  <a:pt x="3941806" y="605481"/>
                </a:cubicBezTo>
                <a:cubicBezTo>
                  <a:pt x="4938584" y="965887"/>
                  <a:pt x="5562599" y="1305698"/>
                  <a:pt x="5980670" y="2162433"/>
                </a:cubicBezTo>
                <a:cubicBezTo>
                  <a:pt x="6398741" y="3019168"/>
                  <a:pt x="6293708" y="3785286"/>
                  <a:pt x="6376087" y="4782065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216880B-0D58-E007-A678-9E37BC6192CA}"/>
              </a:ext>
            </a:extLst>
          </p:cNvPr>
          <p:cNvSpPr/>
          <p:nvPr/>
        </p:nvSpPr>
        <p:spPr>
          <a:xfrm>
            <a:off x="3039762" y="1421027"/>
            <a:ext cx="6351373" cy="790832"/>
          </a:xfrm>
          <a:custGeom>
            <a:avLst/>
            <a:gdLst>
              <a:gd name="csX0" fmla="*/ 0 w 6351373"/>
              <a:gd name="csY0" fmla="*/ 0 h 790832"/>
              <a:gd name="csX1" fmla="*/ 3361038 w 6351373"/>
              <a:gd name="csY1" fmla="*/ 333632 h 790832"/>
              <a:gd name="csX2" fmla="*/ 6351373 w 6351373"/>
              <a:gd name="csY2" fmla="*/ 790832 h 790832"/>
              <a:gd name="csX0" fmla="*/ 0 w 6351373"/>
              <a:gd name="csY0" fmla="*/ 0 h 790832"/>
              <a:gd name="csX1" fmla="*/ 3361038 w 6351373"/>
              <a:gd name="csY1" fmla="*/ 333632 h 790832"/>
              <a:gd name="csX2" fmla="*/ 6351373 w 6351373"/>
              <a:gd name="csY2" fmla="*/ 790832 h 790832"/>
              <a:gd name="csX0" fmla="*/ 0 w 6351373"/>
              <a:gd name="csY0" fmla="*/ 0 h 790832"/>
              <a:gd name="csX1" fmla="*/ 3361038 w 6351373"/>
              <a:gd name="csY1" fmla="*/ 333632 h 790832"/>
              <a:gd name="csX2" fmla="*/ 6351373 w 6351373"/>
              <a:gd name="csY2" fmla="*/ 790832 h 790832"/>
              <a:gd name="csX0" fmla="*/ 0 w 6351373"/>
              <a:gd name="csY0" fmla="*/ 0 h 790832"/>
              <a:gd name="csX1" fmla="*/ 3361038 w 6351373"/>
              <a:gd name="csY1" fmla="*/ 333632 h 790832"/>
              <a:gd name="csX2" fmla="*/ 6351373 w 6351373"/>
              <a:gd name="csY2" fmla="*/ 790832 h 790832"/>
              <a:gd name="csX0" fmla="*/ 0 w 6351373"/>
              <a:gd name="csY0" fmla="*/ 0 h 790832"/>
              <a:gd name="csX1" fmla="*/ 3361038 w 6351373"/>
              <a:gd name="csY1" fmla="*/ 333632 h 790832"/>
              <a:gd name="csX2" fmla="*/ 6351373 w 6351373"/>
              <a:gd name="csY2" fmla="*/ 790832 h 7908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351373" h="790832">
                <a:moveTo>
                  <a:pt x="0" y="0"/>
                </a:moveTo>
                <a:cubicBezTo>
                  <a:pt x="1132703" y="37070"/>
                  <a:pt x="2277763" y="115330"/>
                  <a:pt x="3361038" y="333632"/>
                </a:cubicBezTo>
                <a:cubicBezTo>
                  <a:pt x="4444313" y="551934"/>
                  <a:pt x="5255741" y="737286"/>
                  <a:pt x="6351373" y="790832"/>
                </a:cubicBezTo>
              </a:path>
            </a:pathLst>
          </a:cu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C9740EB-3523-52BD-5312-02BDAEB5F3E4}"/>
              </a:ext>
            </a:extLst>
          </p:cNvPr>
          <p:cNvSpPr/>
          <p:nvPr/>
        </p:nvSpPr>
        <p:spPr>
          <a:xfrm>
            <a:off x="3052119" y="2471351"/>
            <a:ext cx="6376086" cy="3373395"/>
          </a:xfrm>
          <a:custGeom>
            <a:avLst/>
            <a:gdLst>
              <a:gd name="csX0" fmla="*/ 0 w 6376086"/>
              <a:gd name="csY0" fmla="*/ 0 h 3373395"/>
              <a:gd name="csX1" fmla="*/ 4522573 w 6376086"/>
              <a:gd name="csY1" fmla="*/ 123568 h 3373395"/>
              <a:gd name="csX2" fmla="*/ 6091881 w 6376086"/>
              <a:gd name="csY2" fmla="*/ 1186249 h 3373395"/>
              <a:gd name="csX3" fmla="*/ 6376086 w 6376086"/>
              <a:gd name="csY3" fmla="*/ 3373395 h 3373395"/>
              <a:gd name="csX0" fmla="*/ 0 w 6376086"/>
              <a:gd name="csY0" fmla="*/ 0 h 3373395"/>
              <a:gd name="csX1" fmla="*/ 4522573 w 6376086"/>
              <a:gd name="csY1" fmla="*/ 123568 h 3373395"/>
              <a:gd name="csX2" fmla="*/ 6091881 w 6376086"/>
              <a:gd name="csY2" fmla="*/ 1186249 h 3373395"/>
              <a:gd name="csX3" fmla="*/ 6376086 w 6376086"/>
              <a:gd name="csY3" fmla="*/ 3373395 h 3373395"/>
              <a:gd name="csX0" fmla="*/ 0 w 6376086"/>
              <a:gd name="csY0" fmla="*/ 0 h 3373395"/>
              <a:gd name="csX1" fmla="*/ 4522573 w 6376086"/>
              <a:gd name="csY1" fmla="*/ 123568 h 3373395"/>
              <a:gd name="csX2" fmla="*/ 6091881 w 6376086"/>
              <a:gd name="csY2" fmla="*/ 1186249 h 3373395"/>
              <a:gd name="csX3" fmla="*/ 6376086 w 6376086"/>
              <a:gd name="csY3" fmla="*/ 3373395 h 3373395"/>
              <a:gd name="csX0" fmla="*/ 0 w 6376086"/>
              <a:gd name="csY0" fmla="*/ 0 h 3373395"/>
              <a:gd name="csX1" fmla="*/ 4522573 w 6376086"/>
              <a:gd name="csY1" fmla="*/ 123568 h 3373395"/>
              <a:gd name="csX2" fmla="*/ 6091881 w 6376086"/>
              <a:gd name="csY2" fmla="*/ 1186249 h 3373395"/>
              <a:gd name="csX3" fmla="*/ 6376086 w 6376086"/>
              <a:gd name="csY3" fmla="*/ 3373395 h 3373395"/>
              <a:gd name="csX0" fmla="*/ 0 w 6376086"/>
              <a:gd name="csY0" fmla="*/ 0 h 3373395"/>
              <a:gd name="csX1" fmla="*/ 4522573 w 6376086"/>
              <a:gd name="csY1" fmla="*/ 123568 h 3373395"/>
              <a:gd name="csX2" fmla="*/ 6091881 w 6376086"/>
              <a:gd name="csY2" fmla="*/ 1186249 h 3373395"/>
              <a:gd name="csX3" fmla="*/ 6376086 w 6376086"/>
              <a:gd name="csY3" fmla="*/ 3373395 h 3373395"/>
              <a:gd name="csX0" fmla="*/ 0 w 6376086"/>
              <a:gd name="csY0" fmla="*/ 0 h 3373395"/>
              <a:gd name="csX1" fmla="*/ 4522573 w 6376086"/>
              <a:gd name="csY1" fmla="*/ 123568 h 3373395"/>
              <a:gd name="csX2" fmla="*/ 6091881 w 6376086"/>
              <a:gd name="csY2" fmla="*/ 1186249 h 3373395"/>
              <a:gd name="csX3" fmla="*/ 6376086 w 6376086"/>
              <a:gd name="csY3" fmla="*/ 3373395 h 3373395"/>
              <a:gd name="csX0" fmla="*/ 0 w 6376086"/>
              <a:gd name="csY0" fmla="*/ 0 h 3373395"/>
              <a:gd name="csX1" fmla="*/ 4522573 w 6376086"/>
              <a:gd name="csY1" fmla="*/ 123568 h 3373395"/>
              <a:gd name="csX2" fmla="*/ 6091881 w 6376086"/>
              <a:gd name="csY2" fmla="*/ 1186249 h 3373395"/>
              <a:gd name="csX3" fmla="*/ 6376086 w 6376086"/>
              <a:gd name="csY3" fmla="*/ 3373395 h 33733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76086" h="3373395">
                <a:moveTo>
                  <a:pt x="0" y="0"/>
                </a:moveTo>
                <a:cubicBezTo>
                  <a:pt x="1729946" y="16476"/>
                  <a:pt x="4050957" y="61785"/>
                  <a:pt x="4522573" y="123568"/>
                </a:cubicBezTo>
                <a:cubicBezTo>
                  <a:pt x="4994189" y="185351"/>
                  <a:pt x="5873579" y="457200"/>
                  <a:pt x="6091881" y="1186249"/>
                </a:cubicBezTo>
                <a:cubicBezTo>
                  <a:pt x="6310183" y="1915298"/>
                  <a:pt x="6293708" y="2360140"/>
                  <a:pt x="6376086" y="3373395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015D74-2C1C-7F33-822D-C4991BA113E2}"/>
              </a:ext>
            </a:extLst>
          </p:cNvPr>
          <p:cNvCxnSpPr>
            <a:cxnSpLocks/>
          </p:cNvCxnSpPr>
          <p:nvPr/>
        </p:nvCxnSpPr>
        <p:spPr>
          <a:xfrm>
            <a:off x="1828800" y="4473151"/>
            <a:ext cx="0" cy="1359243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0A6E204-B445-4075-A548-543BFD85765F}"/>
              </a:ext>
            </a:extLst>
          </p:cNvPr>
          <p:cNvGrpSpPr/>
          <p:nvPr/>
        </p:nvGrpSpPr>
        <p:grpSpPr>
          <a:xfrm>
            <a:off x="3019165" y="4448435"/>
            <a:ext cx="6409040" cy="1709355"/>
            <a:chOff x="3019165" y="4114800"/>
            <a:chExt cx="6409040" cy="1709355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32D2A62-C716-CBAD-DCBE-352ABD7F8060}"/>
                </a:ext>
              </a:extLst>
            </p:cNvPr>
            <p:cNvSpPr/>
            <p:nvPr/>
          </p:nvSpPr>
          <p:spPr>
            <a:xfrm>
              <a:off x="3076832" y="4114800"/>
              <a:ext cx="6289590" cy="1359243"/>
            </a:xfrm>
            <a:custGeom>
              <a:avLst/>
              <a:gdLst>
                <a:gd name="csX0" fmla="*/ 0 w 6289590"/>
                <a:gd name="csY0" fmla="*/ 0 h 1359243"/>
                <a:gd name="csX1" fmla="*/ 4226011 w 6289590"/>
                <a:gd name="csY1" fmla="*/ 617838 h 1359243"/>
                <a:gd name="csX2" fmla="*/ 6289590 w 6289590"/>
                <a:gd name="csY2" fmla="*/ 1359243 h 1359243"/>
                <a:gd name="csX0" fmla="*/ 0 w 6289590"/>
                <a:gd name="csY0" fmla="*/ 0 h 1359243"/>
                <a:gd name="csX1" fmla="*/ 4226011 w 6289590"/>
                <a:gd name="csY1" fmla="*/ 617838 h 1359243"/>
                <a:gd name="csX2" fmla="*/ 6289590 w 6289590"/>
                <a:gd name="csY2" fmla="*/ 1359243 h 1359243"/>
                <a:gd name="csX0" fmla="*/ 0 w 6289590"/>
                <a:gd name="csY0" fmla="*/ 0 h 1359243"/>
                <a:gd name="csX1" fmla="*/ 4226011 w 6289590"/>
                <a:gd name="csY1" fmla="*/ 617838 h 1359243"/>
                <a:gd name="csX2" fmla="*/ 6289590 w 6289590"/>
                <a:gd name="csY2" fmla="*/ 1359243 h 1359243"/>
                <a:gd name="csX0" fmla="*/ 0 w 6289590"/>
                <a:gd name="csY0" fmla="*/ 0 h 1359243"/>
                <a:gd name="csX1" fmla="*/ 4226011 w 6289590"/>
                <a:gd name="csY1" fmla="*/ 617838 h 1359243"/>
                <a:gd name="csX2" fmla="*/ 6289590 w 6289590"/>
                <a:gd name="csY2" fmla="*/ 1359243 h 1359243"/>
                <a:gd name="csX0" fmla="*/ 0 w 6289590"/>
                <a:gd name="csY0" fmla="*/ 0 h 1359243"/>
                <a:gd name="csX1" fmla="*/ 4226011 w 6289590"/>
                <a:gd name="csY1" fmla="*/ 617838 h 1359243"/>
                <a:gd name="csX2" fmla="*/ 6289590 w 6289590"/>
                <a:gd name="csY2" fmla="*/ 1359243 h 13592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289590" h="1359243">
                  <a:moveTo>
                    <a:pt x="0" y="0"/>
                  </a:moveTo>
                  <a:cubicBezTo>
                    <a:pt x="1594022" y="57665"/>
                    <a:pt x="3165390" y="304800"/>
                    <a:pt x="4226011" y="617838"/>
                  </a:cubicBezTo>
                  <a:cubicBezTo>
                    <a:pt x="5286632" y="930876"/>
                    <a:pt x="5354595" y="976184"/>
                    <a:pt x="6289590" y="1359243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8B7A140-A916-AACD-2116-8E45F1043AF6}"/>
                </a:ext>
              </a:extLst>
            </p:cNvPr>
            <p:cNvCxnSpPr>
              <a:cxnSpLocks/>
            </p:cNvCxnSpPr>
            <p:nvPr/>
          </p:nvCxnSpPr>
          <p:spPr>
            <a:xfrm>
              <a:off x="3039762" y="5486400"/>
              <a:ext cx="6388443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6C800F-82AA-77E5-9B38-BB81F0755954}"/>
                </a:ext>
              </a:extLst>
            </p:cNvPr>
            <p:cNvCxnSpPr>
              <a:cxnSpLocks/>
            </p:cNvCxnSpPr>
            <p:nvPr/>
          </p:nvCxnSpPr>
          <p:spPr>
            <a:xfrm>
              <a:off x="3019165" y="5824155"/>
              <a:ext cx="6388443" cy="0"/>
            </a:xfrm>
            <a:prstGeom prst="line">
              <a:avLst/>
            </a:prstGeom>
            <a:ln w="28575">
              <a:solidFill>
                <a:srgbClr val="0070C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D5F43E8-6CED-77EC-2659-8242637C2686}"/>
                </a:ext>
              </a:extLst>
            </p:cNvPr>
            <p:cNvCxnSpPr>
              <a:cxnSpLocks/>
            </p:cNvCxnSpPr>
            <p:nvPr/>
          </p:nvCxnSpPr>
          <p:spPr>
            <a:xfrm>
              <a:off x="3521675" y="5474043"/>
              <a:ext cx="0" cy="337755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F52DBB-2DAF-4E2B-5ADB-9348A2D24363}"/>
              </a:ext>
            </a:extLst>
          </p:cNvPr>
          <p:cNvCxnSpPr>
            <a:cxnSpLocks/>
          </p:cNvCxnSpPr>
          <p:nvPr/>
        </p:nvCxnSpPr>
        <p:spPr>
          <a:xfrm>
            <a:off x="4168343" y="2504299"/>
            <a:ext cx="0" cy="3340447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82A1B0-72F3-13BB-B7B6-B78C2D5942F1}"/>
              </a:ext>
            </a:extLst>
          </p:cNvPr>
          <p:cNvCxnSpPr>
            <a:cxnSpLocks/>
          </p:cNvCxnSpPr>
          <p:nvPr/>
        </p:nvCxnSpPr>
        <p:spPr>
          <a:xfrm flipH="1">
            <a:off x="1828800" y="1093573"/>
            <a:ext cx="12356" cy="142102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D917B9-B26D-1086-063D-A6F60D83B126}"/>
              </a:ext>
            </a:extLst>
          </p:cNvPr>
          <p:cNvCxnSpPr>
            <a:cxnSpLocks/>
          </p:cNvCxnSpPr>
          <p:nvPr/>
        </p:nvCxnSpPr>
        <p:spPr>
          <a:xfrm>
            <a:off x="3538148" y="1091498"/>
            <a:ext cx="0" cy="337755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F9FB4A9-EE79-D517-7CB0-0137E41BC254}"/>
              </a:ext>
            </a:extLst>
          </p:cNvPr>
          <p:cNvGrpSpPr/>
          <p:nvPr/>
        </p:nvGrpSpPr>
        <p:grpSpPr>
          <a:xfrm>
            <a:off x="2916198" y="370703"/>
            <a:ext cx="234782" cy="5931243"/>
            <a:chOff x="2916198" y="370703"/>
            <a:chExt cx="234782" cy="593124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9A4991A-D991-1BDA-CC98-0997CE6A8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97543" y="370703"/>
              <a:ext cx="42219" cy="593124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Heart 26">
              <a:extLst>
                <a:ext uri="{FF2B5EF4-FFF2-40B4-BE49-F238E27FC236}">
                  <a16:creationId xmlns:a16="http://schemas.microsoft.com/office/drawing/2014/main" id="{E1497C85-7CA3-F0EA-6715-04DA961C9BCA}"/>
                </a:ext>
              </a:extLst>
            </p:cNvPr>
            <p:cNvSpPr/>
            <p:nvPr/>
          </p:nvSpPr>
          <p:spPr>
            <a:xfrm>
              <a:off x="2916198" y="481909"/>
              <a:ext cx="234782" cy="247135"/>
            </a:xfrm>
            <a:prstGeom prst="hear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4C29E20-971E-4F89-18D9-826004BA0E30}"/>
              </a:ext>
            </a:extLst>
          </p:cNvPr>
          <p:cNvGrpSpPr/>
          <p:nvPr/>
        </p:nvGrpSpPr>
        <p:grpSpPr>
          <a:xfrm>
            <a:off x="9321136" y="374819"/>
            <a:ext cx="234782" cy="5931243"/>
            <a:chOff x="2916198" y="370703"/>
            <a:chExt cx="234782" cy="593124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76D7835-7443-5035-6F8D-473C0FE0D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97543" y="370703"/>
              <a:ext cx="42219" cy="593124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Heart 30">
              <a:extLst>
                <a:ext uri="{FF2B5EF4-FFF2-40B4-BE49-F238E27FC236}">
                  <a16:creationId xmlns:a16="http://schemas.microsoft.com/office/drawing/2014/main" id="{D34E4A26-C96C-AD04-717D-04CC87A7995F}"/>
                </a:ext>
              </a:extLst>
            </p:cNvPr>
            <p:cNvSpPr/>
            <p:nvPr/>
          </p:nvSpPr>
          <p:spPr>
            <a:xfrm>
              <a:off x="2916198" y="481909"/>
              <a:ext cx="234782" cy="247135"/>
            </a:xfrm>
            <a:prstGeom prst="hear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FAB98A3-7DDA-5836-F8B2-126BBCED6D82}"/>
              </a:ext>
            </a:extLst>
          </p:cNvPr>
          <p:cNvCxnSpPr>
            <a:cxnSpLocks/>
          </p:cNvCxnSpPr>
          <p:nvPr/>
        </p:nvCxnSpPr>
        <p:spPr>
          <a:xfrm>
            <a:off x="1421030" y="1091498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3A11ACB-9F19-F29F-9A22-075E4203A1E4}"/>
              </a:ext>
            </a:extLst>
          </p:cNvPr>
          <p:cNvCxnSpPr>
            <a:cxnSpLocks/>
          </p:cNvCxnSpPr>
          <p:nvPr/>
        </p:nvCxnSpPr>
        <p:spPr>
          <a:xfrm>
            <a:off x="1544598" y="2471351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D9FBF8-E57D-3681-16EA-5F4661F041CF}"/>
              </a:ext>
            </a:extLst>
          </p:cNvPr>
          <p:cNvCxnSpPr>
            <a:cxnSpLocks/>
          </p:cNvCxnSpPr>
          <p:nvPr/>
        </p:nvCxnSpPr>
        <p:spPr>
          <a:xfrm>
            <a:off x="1449860" y="4456665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A0FDB8-A535-FF82-6428-C4F322BEFE13}"/>
              </a:ext>
            </a:extLst>
          </p:cNvPr>
          <p:cNvCxnSpPr>
            <a:cxnSpLocks/>
          </p:cNvCxnSpPr>
          <p:nvPr/>
        </p:nvCxnSpPr>
        <p:spPr>
          <a:xfrm>
            <a:off x="1573428" y="5836518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B87CC85-34F7-A9C9-FCE1-16067D5998E5}"/>
              </a:ext>
            </a:extLst>
          </p:cNvPr>
          <p:cNvSpPr txBox="1"/>
          <p:nvPr/>
        </p:nvSpPr>
        <p:spPr>
          <a:xfrm>
            <a:off x="1421030" y="1596759"/>
            <a:ext cx="8226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Dupuit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DB0B08-51C6-501A-240E-E9F8541F5CAF}"/>
              </a:ext>
            </a:extLst>
          </p:cNvPr>
          <p:cNvSpPr txBox="1"/>
          <p:nvPr/>
        </p:nvSpPr>
        <p:spPr>
          <a:xfrm>
            <a:off x="1449860" y="4949570"/>
            <a:ext cx="82266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Dupuit</a:t>
            </a:r>
          </a:p>
        </p:txBody>
      </p:sp>
      <p:sp>
        <p:nvSpPr>
          <p:cNvPr id="40" name="Rectangular Callout 39">
            <a:extLst>
              <a:ext uri="{FF2B5EF4-FFF2-40B4-BE49-F238E27FC236}">
                <a16:creationId xmlns:a16="http://schemas.microsoft.com/office/drawing/2014/main" id="{37F027C0-AE94-8594-58FA-06349C4FBD85}"/>
              </a:ext>
            </a:extLst>
          </p:cNvPr>
          <p:cNvSpPr/>
          <p:nvPr/>
        </p:nvSpPr>
        <p:spPr>
          <a:xfrm>
            <a:off x="10194324" y="4337221"/>
            <a:ext cx="1556952" cy="766119"/>
          </a:xfrm>
          <a:prstGeom prst="wedgeRectCallout">
            <a:avLst>
              <a:gd name="adj1" fmla="val -97817"/>
              <a:gd name="adj2" fmla="val 14153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slootpeil</a:t>
            </a:r>
            <a:endParaRPr lang="en-US" dirty="0"/>
          </a:p>
        </p:txBody>
      </p:sp>
      <p:sp>
        <p:nvSpPr>
          <p:cNvPr id="42" name="Rectangular Callout 41">
            <a:extLst>
              <a:ext uri="{FF2B5EF4-FFF2-40B4-BE49-F238E27FC236}">
                <a16:creationId xmlns:a16="http://schemas.microsoft.com/office/drawing/2014/main" id="{B1534CB2-3BC6-3FBA-F199-8F1150B39D29}"/>
              </a:ext>
            </a:extLst>
          </p:cNvPr>
          <p:cNvSpPr/>
          <p:nvPr/>
        </p:nvSpPr>
        <p:spPr>
          <a:xfrm>
            <a:off x="5033319" y="3064482"/>
            <a:ext cx="1556952" cy="766119"/>
          </a:xfrm>
          <a:prstGeom prst="wedgeRectCallout">
            <a:avLst>
              <a:gd name="adj1" fmla="val -103373"/>
              <a:gd name="adj2" fmla="val 721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radiaal</a:t>
            </a:r>
            <a:endParaRPr lang="en-US" dirty="0"/>
          </a:p>
        </p:txBody>
      </p:sp>
      <p:sp>
        <p:nvSpPr>
          <p:cNvPr id="43" name="Rectangular Callout 42">
            <a:extLst>
              <a:ext uri="{FF2B5EF4-FFF2-40B4-BE49-F238E27FC236}">
                <a16:creationId xmlns:a16="http://schemas.microsoft.com/office/drawing/2014/main" id="{2EB29A67-DA88-FD57-2965-B7DD4510C849}"/>
              </a:ext>
            </a:extLst>
          </p:cNvPr>
          <p:cNvSpPr/>
          <p:nvPr/>
        </p:nvSpPr>
        <p:spPr>
          <a:xfrm>
            <a:off x="4769714" y="350105"/>
            <a:ext cx="1556952" cy="766119"/>
          </a:xfrm>
          <a:prstGeom prst="wedgeRectCallout">
            <a:avLst>
              <a:gd name="adj1" fmla="val -127182"/>
              <a:gd name="adj2" fmla="val 689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D/(2k</a:t>
            </a:r>
            <a:r>
              <a:rPr lang="en-US" baseline="-25000" dirty="0"/>
              <a:t>v</a:t>
            </a:r>
            <a:r>
              <a:rPr lang="en-US" dirty="0"/>
              <a:t>)</a:t>
            </a:r>
          </a:p>
        </p:txBody>
      </p:sp>
      <p:sp>
        <p:nvSpPr>
          <p:cNvPr id="44" name="Rectangular Callout 43">
            <a:extLst>
              <a:ext uri="{FF2B5EF4-FFF2-40B4-BE49-F238E27FC236}">
                <a16:creationId xmlns:a16="http://schemas.microsoft.com/office/drawing/2014/main" id="{8DC43350-86DB-9EBD-CE90-A2BDEB4FA081}"/>
              </a:ext>
            </a:extLst>
          </p:cNvPr>
          <p:cNvSpPr/>
          <p:nvPr/>
        </p:nvSpPr>
        <p:spPr>
          <a:xfrm>
            <a:off x="5589379" y="5612030"/>
            <a:ext cx="1556952" cy="766119"/>
          </a:xfrm>
          <a:prstGeom prst="wedgeRectCallout">
            <a:avLst>
              <a:gd name="adj1" fmla="val -180357"/>
              <a:gd name="adj2" fmla="val 120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D/(2k</a:t>
            </a:r>
            <a:r>
              <a:rPr lang="en-US" baseline="-25000" dirty="0"/>
              <a:t>v</a:t>
            </a:r>
            <a:r>
              <a:rPr lang="en-US" dirty="0"/>
              <a:t>)</a:t>
            </a:r>
          </a:p>
        </p:txBody>
      </p:sp>
      <p:sp>
        <p:nvSpPr>
          <p:cNvPr id="45" name="Rectangular Callout 44">
            <a:extLst>
              <a:ext uri="{FF2B5EF4-FFF2-40B4-BE49-F238E27FC236}">
                <a16:creationId xmlns:a16="http://schemas.microsoft.com/office/drawing/2014/main" id="{A1ADB33F-DB8D-D65F-9718-CC7355A431BB}"/>
              </a:ext>
            </a:extLst>
          </p:cNvPr>
          <p:cNvSpPr/>
          <p:nvPr/>
        </p:nvSpPr>
        <p:spPr>
          <a:xfrm>
            <a:off x="7166924" y="778475"/>
            <a:ext cx="1556952" cy="766119"/>
          </a:xfrm>
          <a:prstGeom prst="wedgeRectCallout">
            <a:avLst>
              <a:gd name="adj1" fmla="val -83531"/>
              <a:gd name="adj2" fmla="val 479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freatisch</a:t>
            </a:r>
            <a:r>
              <a:rPr lang="en-US" dirty="0"/>
              <a:t> </a:t>
            </a:r>
            <a:r>
              <a:rPr lang="en-US" dirty="0" err="1"/>
              <a:t>vlak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083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822E87-7559-8D38-7C57-D6EA7E005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278" y="516785"/>
            <a:ext cx="7772400" cy="582443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A64524-CAE8-8D12-3AF1-818F31BD1895}"/>
              </a:ext>
            </a:extLst>
          </p:cNvPr>
          <p:cNvCxnSpPr>
            <a:cxnSpLocks/>
          </p:cNvCxnSpPr>
          <p:nvPr/>
        </p:nvCxnSpPr>
        <p:spPr>
          <a:xfrm>
            <a:off x="2984154" y="5189839"/>
            <a:ext cx="65552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C100632-7550-CC39-E89A-E0A61F0D5E7F}"/>
              </a:ext>
            </a:extLst>
          </p:cNvPr>
          <p:cNvGrpSpPr/>
          <p:nvPr/>
        </p:nvGrpSpPr>
        <p:grpSpPr>
          <a:xfrm>
            <a:off x="1201550" y="1408670"/>
            <a:ext cx="4502962" cy="4077730"/>
            <a:chOff x="1201550" y="1408670"/>
            <a:chExt cx="4502962" cy="40777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4BF98C2-5B45-FA36-5BA6-CFB4D7D465AD}"/>
                </a:ext>
              </a:extLst>
            </p:cNvPr>
            <p:cNvCxnSpPr>
              <a:cxnSpLocks/>
            </p:cNvCxnSpPr>
            <p:nvPr/>
          </p:nvCxnSpPr>
          <p:spPr>
            <a:xfrm>
              <a:off x="1779370" y="1408670"/>
              <a:ext cx="2051222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1BBF669-DEC3-E41C-AAD3-0CBF1E9A8AEB}"/>
                </a:ext>
              </a:extLst>
            </p:cNvPr>
            <p:cNvCxnSpPr>
              <a:cxnSpLocks/>
            </p:cNvCxnSpPr>
            <p:nvPr/>
          </p:nvCxnSpPr>
          <p:spPr>
            <a:xfrm>
              <a:off x="1779370" y="2574324"/>
              <a:ext cx="2051222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D0D5F0-92D0-8825-4A2B-AF3E9AD990BB}"/>
                </a:ext>
              </a:extLst>
            </p:cNvPr>
            <p:cNvCxnSpPr>
              <a:cxnSpLocks/>
            </p:cNvCxnSpPr>
            <p:nvPr/>
          </p:nvCxnSpPr>
          <p:spPr>
            <a:xfrm>
              <a:off x="2984154" y="3987113"/>
              <a:ext cx="84643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98D2B4-DC0E-097E-3D6B-D8FB929961DB}"/>
                </a:ext>
              </a:extLst>
            </p:cNvPr>
            <p:cNvCxnSpPr>
              <a:cxnSpLocks/>
            </p:cNvCxnSpPr>
            <p:nvPr/>
          </p:nvCxnSpPr>
          <p:spPr>
            <a:xfrm>
              <a:off x="2164489" y="4296032"/>
              <a:ext cx="169287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A677DDE-C132-F474-0A74-8EAFB0E9A189}"/>
                </a:ext>
              </a:extLst>
            </p:cNvPr>
            <p:cNvCxnSpPr>
              <a:cxnSpLocks/>
            </p:cNvCxnSpPr>
            <p:nvPr/>
          </p:nvCxnSpPr>
          <p:spPr>
            <a:xfrm>
              <a:off x="1551800" y="5486400"/>
              <a:ext cx="2278792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C99AD01-B9CA-0106-A332-9EA13B4FFC5B}"/>
                </a:ext>
              </a:extLst>
            </p:cNvPr>
            <p:cNvCxnSpPr>
              <a:cxnSpLocks/>
            </p:cNvCxnSpPr>
            <p:nvPr/>
          </p:nvCxnSpPr>
          <p:spPr>
            <a:xfrm>
              <a:off x="1779370" y="1408670"/>
              <a:ext cx="0" cy="1165654"/>
            </a:xfrm>
            <a:prstGeom prst="straightConnector1">
              <a:avLst/>
            </a:prstGeom>
            <a:ln w="15875"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B7ABD89-4FB4-92D3-35EE-30802E07FF71}"/>
                </a:ext>
              </a:extLst>
            </p:cNvPr>
            <p:cNvCxnSpPr>
              <a:cxnSpLocks/>
            </p:cNvCxnSpPr>
            <p:nvPr/>
          </p:nvCxnSpPr>
          <p:spPr>
            <a:xfrm>
              <a:off x="3015046" y="3987113"/>
              <a:ext cx="0" cy="1165654"/>
            </a:xfrm>
            <a:prstGeom prst="straightConnector1">
              <a:avLst/>
            </a:prstGeom>
            <a:ln w="15875"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CF8DC35-CF03-1112-5EC9-D68823151752}"/>
                </a:ext>
              </a:extLst>
            </p:cNvPr>
            <p:cNvCxnSpPr>
              <a:cxnSpLocks/>
            </p:cNvCxnSpPr>
            <p:nvPr/>
          </p:nvCxnSpPr>
          <p:spPr>
            <a:xfrm>
              <a:off x="2483706" y="4296032"/>
              <a:ext cx="0" cy="1165654"/>
            </a:xfrm>
            <a:prstGeom prst="straightConnector1">
              <a:avLst/>
            </a:prstGeom>
            <a:ln w="15875"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2C2A513-239C-72C2-0A86-06D9995B4C37}"/>
                </a:ext>
              </a:extLst>
            </p:cNvPr>
            <p:cNvCxnSpPr>
              <a:cxnSpLocks/>
            </p:cNvCxnSpPr>
            <p:nvPr/>
          </p:nvCxnSpPr>
          <p:spPr>
            <a:xfrm>
              <a:off x="1779370" y="2574324"/>
              <a:ext cx="0" cy="2887362"/>
            </a:xfrm>
            <a:prstGeom prst="straightConnector1">
              <a:avLst/>
            </a:prstGeom>
            <a:ln w="15875"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EBFDB1-6D5C-22DA-D7B0-15BF8F27E7F9}"/>
                </a:ext>
              </a:extLst>
            </p:cNvPr>
            <p:cNvSpPr txBox="1"/>
            <p:nvPr/>
          </p:nvSpPr>
          <p:spPr>
            <a:xfrm>
              <a:off x="1368039" y="1819188"/>
              <a:ext cx="82266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Dupuit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F61ECD8-D126-EE00-746E-C9DAB9637D65}"/>
                </a:ext>
              </a:extLst>
            </p:cNvPr>
            <p:cNvSpPr txBox="1"/>
            <p:nvPr/>
          </p:nvSpPr>
          <p:spPr>
            <a:xfrm>
              <a:off x="2631518" y="4378135"/>
              <a:ext cx="82266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Dupuit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A96FB0E-936A-225E-36C5-9B04B18B27F6}"/>
                </a:ext>
              </a:extLst>
            </p:cNvPr>
            <p:cNvSpPr txBox="1"/>
            <p:nvPr/>
          </p:nvSpPr>
          <p:spPr>
            <a:xfrm>
              <a:off x="2072375" y="4677853"/>
              <a:ext cx="82266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Dupuit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667DF6-ABAB-DDB8-D444-5EDD73D1B505}"/>
                </a:ext>
              </a:extLst>
            </p:cNvPr>
            <p:cNvSpPr txBox="1"/>
            <p:nvPr/>
          </p:nvSpPr>
          <p:spPr>
            <a:xfrm>
              <a:off x="1201550" y="3429000"/>
              <a:ext cx="115563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Contractie</a:t>
              </a:r>
              <a:endParaRPr lang="en-US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9A01670-5B2B-9500-22B4-E31CD39D463E}"/>
                </a:ext>
              </a:extLst>
            </p:cNvPr>
            <p:cNvCxnSpPr>
              <a:cxnSpLocks/>
            </p:cNvCxnSpPr>
            <p:nvPr/>
          </p:nvCxnSpPr>
          <p:spPr>
            <a:xfrm>
              <a:off x="4749112" y="1408670"/>
              <a:ext cx="0" cy="284206"/>
            </a:xfrm>
            <a:prstGeom prst="straightConnector1">
              <a:avLst/>
            </a:prstGeom>
            <a:ln w="158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DF23A0F-DC8C-89D8-7A88-6F97E36CEB97}"/>
                </a:ext>
              </a:extLst>
            </p:cNvPr>
            <p:cNvCxnSpPr>
              <a:cxnSpLocks/>
            </p:cNvCxnSpPr>
            <p:nvPr/>
          </p:nvCxnSpPr>
          <p:spPr>
            <a:xfrm>
              <a:off x="4716159" y="3995357"/>
              <a:ext cx="0" cy="284206"/>
            </a:xfrm>
            <a:prstGeom prst="straightConnector1">
              <a:avLst/>
            </a:prstGeom>
            <a:ln w="158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9D166E0-2F25-F1A0-9DCD-D4B520CE78F4}"/>
                </a:ext>
              </a:extLst>
            </p:cNvPr>
            <p:cNvSpPr txBox="1"/>
            <p:nvPr/>
          </p:nvSpPr>
          <p:spPr>
            <a:xfrm>
              <a:off x="4856203" y="2832166"/>
              <a:ext cx="848309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D/(2k</a:t>
              </a:r>
              <a:r>
                <a:rPr lang="en-US" i="1" baseline="-25000" dirty="0"/>
                <a:t>v</a:t>
              </a:r>
              <a:r>
                <a:rPr lang="en-US" i="1" dirty="0"/>
                <a:t>)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BE1CA5B-51EA-978E-041C-5AF1D4E1CB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6755" y="3201498"/>
              <a:ext cx="696098" cy="935962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3578427-DFB4-3D80-730B-3EDE0D72EE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2061" y="1550773"/>
              <a:ext cx="630199" cy="1240953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674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A7634DB7-FF74-1D44-F0AC-7117BC1A3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316" y="685800"/>
            <a:ext cx="7315200" cy="54864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2BE234-16DF-212E-8E24-0CCB4B4A26BA}"/>
              </a:ext>
            </a:extLst>
          </p:cNvPr>
          <p:cNvCxnSpPr>
            <a:cxnSpLocks/>
          </p:cNvCxnSpPr>
          <p:nvPr/>
        </p:nvCxnSpPr>
        <p:spPr>
          <a:xfrm>
            <a:off x="1912720" y="1507526"/>
            <a:ext cx="205122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734421-8812-D0C1-299D-8044FA1260B8}"/>
              </a:ext>
            </a:extLst>
          </p:cNvPr>
          <p:cNvCxnSpPr>
            <a:cxnSpLocks/>
          </p:cNvCxnSpPr>
          <p:nvPr/>
        </p:nvCxnSpPr>
        <p:spPr>
          <a:xfrm>
            <a:off x="1912720" y="2826732"/>
            <a:ext cx="205122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659258-328A-CFBF-9AC5-2307E661DA1F}"/>
              </a:ext>
            </a:extLst>
          </p:cNvPr>
          <p:cNvCxnSpPr>
            <a:cxnSpLocks/>
          </p:cNvCxnSpPr>
          <p:nvPr/>
        </p:nvCxnSpPr>
        <p:spPr>
          <a:xfrm>
            <a:off x="3117504" y="3862096"/>
            <a:ext cx="84643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4133A2-DB6B-9E47-7849-B061A6777707}"/>
              </a:ext>
            </a:extLst>
          </p:cNvPr>
          <p:cNvCxnSpPr>
            <a:cxnSpLocks/>
          </p:cNvCxnSpPr>
          <p:nvPr/>
        </p:nvCxnSpPr>
        <p:spPr>
          <a:xfrm>
            <a:off x="2297839" y="4057183"/>
            <a:ext cx="169287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FDDAA5-4C35-0F24-B153-14B81415837C}"/>
              </a:ext>
            </a:extLst>
          </p:cNvPr>
          <p:cNvCxnSpPr>
            <a:cxnSpLocks/>
          </p:cNvCxnSpPr>
          <p:nvPr/>
        </p:nvCxnSpPr>
        <p:spPr>
          <a:xfrm>
            <a:off x="1685150" y="5387546"/>
            <a:ext cx="227879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6DAC12-BE26-C5D8-F9BE-26B6ADAF9760}"/>
              </a:ext>
            </a:extLst>
          </p:cNvPr>
          <p:cNvCxnSpPr>
            <a:cxnSpLocks/>
          </p:cNvCxnSpPr>
          <p:nvPr/>
        </p:nvCxnSpPr>
        <p:spPr>
          <a:xfrm>
            <a:off x="1912720" y="1507526"/>
            <a:ext cx="0" cy="1354477"/>
          </a:xfrm>
          <a:prstGeom prst="straightConnector1">
            <a:avLst/>
          </a:prstGeom>
          <a:ln w="15875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D8AD6D-526D-5157-FB42-344174BA4D37}"/>
              </a:ext>
            </a:extLst>
          </p:cNvPr>
          <p:cNvCxnSpPr>
            <a:cxnSpLocks/>
          </p:cNvCxnSpPr>
          <p:nvPr/>
        </p:nvCxnSpPr>
        <p:spPr>
          <a:xfrm>
            <a:off x="3148396" y="3849739"/>
            <a:ext cx="0" cy="1290672"/>
          </a:xfrm>
          <a:prstGeom prst="straightConnector1">
            <a:avLst/>
          </a:prstGeom>
          <a:ln w="15875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BD7321-5B82-745A-4FDB-791808F89094}"/>
              </a:ext>
            </a:extLst>
          </p:cNvPr>
          <p:cNvCxnSpPr>
            <a:cxnSpLocks/>
          </p:cNvCxnSpPr>
          <p:nvPr/>
        </p:nvCxnSpPr>
        <p:spPr>
          <a:xfrm>
            <a:off x="2617056" y="4057181"/>
            <a:ext cx="0" cy="1330365"/>
          </a:xfrm>
          <a:prstGeom prst="straightConnector1">
            <a:avLst/>
          </a:prstGeom>
          <a:ln w="15875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FC7C57-8FB5-BDED-F337-87B55BF68A68}"/>
              </a:ext>
            </a:extLst>
          </p:cNvPr>
          <p:cNvCxnSpPr>
            <a:cxnSpLocks/>
          </p:cNvCxnSpPr>
          <p:nvPr/>
        </p:nvCxnSpPr>
        <p:spPr>
          <a:xfrm>
            <a:off x="1912720" y="2802017"/>
            <a:ext cx="0" cy="2585529"/>
          </a:xfrm>
          <a:prstGeom prst="straightConnector1">
            <a:avLst/>
          </a:prstGeom>
          <a:ln w="15875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66772E-9849-017E-8B87-828DAD1B9E59}"/>
              </a:ext>
            </a:extLst>
          </p:cNvPr>
          <p:cNvSpPr txBox="1"/>
          <p:nvPr/>
        </p:nvSpPr>
        <p:spPr>
          <a:xfrm>
            <a:off x="1501389" y="1898140"/>
            <a:ext cx="822661" cy="35142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Dupuit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7DDA20-18B1-C5DD-AF61-686445945D72}"/>
              </a:ext>
            </a:extLst>
          </p:cNvPr>
          <p:cNvSpPr txBox="1"/>
          <p:nvPr/>
        </p:nvSpPr>
        <p:spPr>
          <a:xfrm>
            <a:off x="2764868" y="4333016"/>
            <a:ext cx="822661" cy="35142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Dupuit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FBA18D-6634-8FE7-95C2-3F80587D83EE}"/>
              </a:ext>
            </a:extLst>
          </p:cNvPr>
          <p:cNvSpPr txBox="1"/>
          <p:nvPr/>
        </p:nvSpPr>
        <p:spPr>
          <a:xfrm>
            <a:off x="2133972" y="4623508"/>
            <a:ext cx="822661" cy="35142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Dupuit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464B88-D8E3-0EF9-CF6F-AE704D5F9335}"/>
              </a:ext>
            </a:extLst>
          </p:cNvPr>
          <p:cNvSpPr txBox="1"/>
          <p:nvPr/>
        </p:nvSpPr>
        <p:spPr>
          <a:xfrm>
            <a:off x="1334900" y="3429900"/>
            <a:ext cx="1155637" cy="35142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Contractie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78BE63-76D3-EBCB-BF1F-ECFD8387B84A}"/>
              </a:ext>
            </a:extLst>
          </p:cNvPr>
          <p:cNvCxnSpPr>
            <a:cxnSpLocks/>
          </p:cNvCxnSpPr>
          <p:nvPr/>
        </p:nvCxnSpPr>
        <p:spPr>
          <a:xfrm>
            <a:off x="4749112" y="1564783"/>
            <a:ext cx="0" cy="213169"/>
          </a:xfrm>
          <a:prstGeom prst="straightConnector1">
            <a:avLst/>
          </a:prstGeom>
          <a:ln w="158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16D1B7-A4E4-3A1C-4514-4224D2A6B6EA}"/>
              </a:ext>
            </a:extLst>
          </p:cNvPr>
          <p:cNvCxnSpPr>
            <a:cxnSpLocks/>
          </p:cNvCxnSpPr>
          <p:nvPr/>
        </p:nvCxnSpPr>
        <p:spPr>
          <a:xfrm>
            <a:off x="4716159" y="3862096"/>
            <a:ext cx="0" cy="228843"/>
          </a:xfrm>
          <a:prstGeom prst="straightConnector1">
            <a:avLst/>
          </a:prstGeom>
          <a:ln w="158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8D399AE-A9A8-570C-83E9-D96A101DD05E}"/>
              </a:ext>
            </a:extLst>
          </p:cNvPr>
          <p:cNvSpPr txBox="1"/>
          <p:nvPr/>
        </p:nvSpPr>
        <p:spPr>
          <a:xfrm>
            <a:off x="4856203" y="2862003"/>
            <a:ext cx="848309" cy="3514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D/(2k</a:t>
            </a:r>
            <a:r>
              <a:rPr lang="en-US" i="1" baseline="-25000" dirty="0"/>
              <a:t>v</a:t>
            </a:r>
            <a:r>
              <a:rPr lang="en-US" i="1" dirty="0"/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F34D89-D363-4517-6DC8-D169230373A5}"/>
              </a:ext>
            </a:extLst>
          </p:cNvPr>
          <p:cNvCxnSpPr>
            <a:cxnSpLocks/>
          </p:cNvCxnSpPr>
          <p:nvPr/>
        </p:nvCxnSpPr>
        <p:spPr>
          <a:xfrm flipH="1">
            <a:off x="4736756" y="3213428"/>
            <a:ext cx="696097" cy="74072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3103267-BDEC-8F37-1BA3-FCCAF44F0953}"/>
              </a:ext>
            </a:extLst>
          </p:cNvPr>
          <p:cNvCxnSpPr>
            <a:cxnSpLocks/>
          </p:cNvCxnSpPr>
          <p:nvPr/>
        </p:nvCxnSpPr>
        <p:spPr>
          <a:xfrm flipH="1" flipV="1">
            <a:off x="4749112" y="1694322"/>
            <a:ext cx="663148" cy="1129202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F5815A-E86A-FC72-6872-8018BD1A6668}"/>
              </a:ext>
            </a:extLst>
          </p:cNvPr>
          <p:cNvCxnSpPr>
            <a:cxnSpLocks/>
          </p:cNvCxnSpPr>
          <p:nvPr/>
        </p:nvCxnSpPr>
        <p:spPr>
          <a:xfrm>
            <a:off x="2963556" y="5163677"/>
            <a:ext cx="627929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18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DAC6FB7-9CD4-5992-9C95-BD2F71A5AF18}"/>
              </a:ext>
            </a:extLst>
          </p:cNvPr>
          <p:cNvSpPr/>
          <p:nvPr/>
        </p:nvSpPr>
        <p:spPr>
          <a:xfrm>
            <a:off x="3061252" y="357809"/>
            <a:ext cx="7026965" cy="5933661"/>
          </a:xfrm>
          <a:custGeom>
            <a:avLst/>
            <a:gdLst>
              <a:gd name="csX0" fmla="*/ 0 w 7026965"/>
              <a:gd name="csY0" fmla="*/ 5933661 h 5933661"/>
              <a:gd name="csX1" fmla="*/ 864705 w 7026965"/>
              <a:gd name="csY1" fmla="*/ 5307495 h 5933661"/>
              <a:gd name="csX2" fmla="*/ 2126974 w 7026965"/>
              <a:gd name="csY2" fmla="*/ 5208104 h 5933661"/>
              <a:gd name="csX3" fmla="*/ 3339548 w 7026965"/>
              <a:gd name="csY3" fmla="*/ 4671391 h 5933661"/>
              <a:gd name="csX4" fmla="*/ 4174435 w 7026965"/>
              <a:gd name="csY4" fmla="*/ 4412974 h 5933661"/>
              <a:gd name="csX5" fmla="*/ 4721087 w 7026965"/>
              <a:gd name="csY5" fmla="*/ 3935895 h 5933661"/>
              <a:gd name="csX6" fmla="*/ 5983357 w 7026965"/>
              <a:gd name="csY6" fmla="*/ 3190461 h 5933661"/>
              <a:gd name="csX7" fmla="*/ 6142383 w 7026965"/>
              <a:gd name="csY7" fmla="*/ 2107095 h 5933661"/>
              <a:gd name="csX8" fmla="*/ 6927574 w 7026965"/>
              <a:gd name="csY8" fmla="*/ 1510748 h 5933661"/>
              <a:gd name="csX9" fmla="*/ 6848061 w 7026965"/>
              <a:gd name="csY9" fmla="*/ 1421295 h 5933661"/>
              <a:gd name="csX10" fmla="*/ 7026965 w 7026965"/>
              <a:gd name="csY10" fmla="*/ 437321 h 5933661"/>
              <a:gd name="csX11" fmla="*/ 6957391 w 7026965"/>
              <a:gd name="csY11" fmla="*/ 0 h 5933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026965" h="5933661">
                <a:moveTo>
                  <a:pt x="0" y="5933661"/>
                </a:moveTo>
                <a:lnTo>
                  <a:pt x="864705" y="5307495"/>
                </a:lnTo>
                <a:lnTo>
                  <a:pt x="2126974" y="5208104"/>
                </a:lnTo>
                <a:lnTo>
                  <a:pt x="3339548" y="4671391"/>
                </a:lnTo>
                <a:lnTo>
                  <a:pt x="4174435" y="4412974"/>
                </a:lnTo>
                <a:lnTo>
                  <a:pt x="4721087" y="3935895"/>
                </a:lnTo>
                <a:lnTo>
                  <a:pt x="5983357" y="3190461"/>
                </a:lnTo>
                <a:lnTo>
                  <a:pt x="6142383" y="2107095"/>
                </a:lnTo>
                <a:lnTo>
                  <a:pt x="6927574" y="1510748"/>
                </a:lnTo>
                <a:lnTo>
                  <a:pt x="6848061" y="1421295"/>
                </a:lnTo>
                <a:lnTo>
                  <a:pt x="7026965" y="437321"/>
                </a:lnTo>
                <a:lnTo>
                  <a:pt x="6957391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CA8F80E-AF38-5D6A-1519-37973F372C5D}"/>
              </a:ext>
            </a:extLst>
          </p:cNvPr>
          <p:cNvSpPr/>
          <p:nvPr/>
        </p:nvSpPr>
        <p:spPr>
          <a:xfrm>
            <a:off x="5148470" y="19878"/>
            <a:ext cx="2186608" cy="5526157"/>
          </a:xfrm>
          <a:custGeom>
            <a:avLst/>
            <a:gdLst>
              <a:gd name="csX0" fmla="*/ 59634 w 2186608"/>
              <a:gd name="csY0" fmla="*/ 5526157 h 5526157"/>
              <a:gd name="csX1" fmla="*/ 0 w 2186608"/>
              <a:gd name="csY1" fmla="*/ 4681331 h 5526157"/>
              <a:gd name="csX2" fmla="*/ 1103243 w 2186608"/>
              <a:gd name="csY2" fmla="*/ 3419061 h 5526157"/>
              <a:gd name="csX3" fmla="*/ 2186608 w 2186608"/>
              <a:gd name="csY3" fmla="*/ 2802835 h 5526157"/>
              <a:gd name="csX4" fmla="*/ 1709530 w 2186608"/>
              <a:gd name="csY4" fmla="*/ 2246244 h 5526157"/>
              <a:gd name="csX5" fmla="*/ 1958008 w 2186608"/>
              <a:gd name="csY5" fmla="*/ 1391479 h 5526157"/>
              <a:gd name="csX6" fmla="*/ 1649895 w 2186608"/>
              <a:gd name="csY6" fmla="*/ 496957 h 5526157"/>
              <a:gd name="csX7" fmla="*/ 1987826 w 2186608"/>
              <a:gd name="csY7" fmla="*/ 0 h 5526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6608" h="5526157">
                <a:moveTo>
                  <a:pt x="59634" y="5526157"/>
                </a:moveTo>
                <a:lnTo>
                  <a:pt x="0" y="4681331"/>
                </a:lnTo>
                <a:lnTo>
                  <a:pt x="1103243" y="3419061"/>
                </a:lnTo>
                <a:lnTo>
                  <a:pt x="2186608" y="2802835"/>
                </a:lnTo>
                <a:lnTo>
                  <a:pt x="1709530" y="2246244"/>
                </a:lnTo>
                <a:lnTo>
                  <a:pt x="1958008" y="1391479"/>
                </a:lnTo>
                <a:lnTo>
                  <a:pt x="1649895" y="496957"/>
                </a:lnTo>
                <a:lnTo>
                  <a:pt x="1987826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97B0E2D-83CD-A2E6-105F-71D6FB2C125E}"/>
              </a:ext>
            </a:extLst>
          </p:cNvPr>
          <p:cNvSpPr/>
          <p:nvPr/>
        </p:nvSpPr>
        <p:spPr>
          <a:xfrm>
            <a:off x="3896139" y="19878"/>
            <a:ext cx="1470991" cy="5635487"/>
          </a:xfrm>
          <a:custGeom>
            <a:avLst/>
            <a:gdLst>
              <a:gd name="csX0" fmla="*/ 0 w 1470991"/>
              <a:gd name="csY0" fmla="*/ 5635487 h 5635487"/>
              <a:gd name="csX1" fmla="*/ 347870 w 1470991"/>
              <a:gd name="csY1" fmla="*/ 4760844 h 5635487"/>
              <a:gd name="csX2" fmla="*/ 1470991 w 1470991"/>
              <a:gd name="csY2" fmla="*/ 2773018 h 5635487"/>
              <a:gd name="csX3" fmla="*/ 1470991 w 1470991"/>
              <a:gd name="csY3" fmla="*/ 1540565 h 5635487"/>
              <a:gd name="csX4" fmla="*/ 1073426 w 1470991"/>
              <a:gd name="csY4" fmla="*/ 0 h 56354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70991" h="5635487">
                <a:moveTo>
                  <a:pt x="0" y="5635487"/>
                </a:moveTo>
                <a:lnTo>
                  <a:pt x="347870" y="4760844"/>
                </a:lnTo>
                <a:lnTo>
                  <a:pt x="1470991" y="2773018"/>
                </a:lnTo>
                <a:lnTo>
                  <a:pt x="1470991" y="1540565"/>
                </a:lnTo>
                <a:lnTo>
                  <a:pt x="1073426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2BCC67B-FEE3-1CBF-4B1F-59EC294D78EA}"/>
              </a:ext>
            </a:extLst>
          </p:cNvPr>
          <p:cNvSpPr/>
          <p:nvPr/>
        </p:nvSpPr>
        <p:spPr>
          <a:xfrm>
            <a:off x="536713" y="19878"/>
            <a:ext cx="3240157" cy="4770783"/>
          </a:xfrm>
          <a:custGeom>
            <a:avLst/>
            <a:gdLst>
              <a:gd name="csX0" fmla="*/ 0 w 3240157"/>
              <a:gd name="csY0" fmla="*/ 4770783 h 4770783"/>
              <a:gd name="csX1" fmla="*/ 1739348 w 3240157"/>
              <a:gd name="csY1" fmla="*/ 4740965 h 4770783"/>
              <a:gd name="csX2" fmla="*/ 2136913 w 3240157"/>
              <a:gd name="csY2" fmla="*/ 3438939 h 4770783"/>
              <a:gd name="csX3" fmla="*/ 3240157 w 3240157"/>
              <a:gd name="csY3" fmla="*/ 3081131 h 4770783"/>
              <a:gd name="csX4" fmla="*/ 3071191 w 3240157"/>
              <a:gd name="csY4" fmla="*/ 2395331 h 4770783"/>
              <a:gd name="csX5" fmla="*/ 2295939 w 3240157"/>
              <a:gd name="csY5" fmla="*/ 1938131 h 4770783"/>
              <a:gd name="csX6" fmla="*/ 2345635 w 3240157"/>
              <a:gd name="csY6" fmla="*/ 1073426 h 4770783"/>
              <a:gd name="csX7" fmla="*/ 1798983 w 3240157"/>
              <a:gd name="csY7" fmla="*/ 0 h 4770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40157" h="4770783">
                <a:moveTo>
                  <a:pt x="0" y="4770783"/>
                </a:moveTo>
                <a:lnTo>
                  <a:pt x="1739348" y="4740965"/>
                </a:lnTo>
                <a:lnTo>
                  <a:pt x="2136913" y="3438939"/>
                </a:lnTo>
                <a:lnTo>
                  <a:pt x="3240157" y="3081131"/>
                </a:lnTo>
                <a:lnTo>
                  <a:pt x="3071191" y="2395331"/>
                </a:lnTo>
                <a:lnTo>
                  <a:pt x="2295939" y="1938131"/>
                </a:lnTo>
                <a:lnTo>
                  <a:pt x="2345635" y="1073426"/>
                </a:lnTo>
                <a:lnTo>
                  <a:pt x="179898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5431A2-E622-E207-EA26-BFB5B512FF89}"/>
              </a:ext>
            </a:extLst>
          </p:cNvPr>
          <p:cNvSpPr/>
          <p:nvPr/>
        </p:nvSpPr>
        <p:spPr>
          <a:xfrm>
            <a:off x="10028583" y="69574"/>
            <a:ext cx="1719469" cy="5784574"/>
          </a:xfrm>
          <a:custGeom>
            <a:avLst/>
            <a:gdLst>
              <a:gd name="csX0" fmla="*/ 109330 w 1719469"/>
              <a:gd name="csY0" fmla="*/ 5784574 h 5784574"/>
              <a:gd name="csX1" fmla="*/ 0 w 1719469"/>
              <a:gd name="csY1" fmla="*/ 4890052 h 5784574"/>
              <a:gd name="csX2" fmla="*/ 59634 w 1719469"/>
              <a:gd name="csY2" fmla="*/ 4810539 h 5784574"/>
              <a:gd name="csX3" fmla="*/ 646043 w 1719469"/>
              <a:gd name="csY3" fmla="*/ 4442791 h 5784574"/>
              <a:gd name="csX4" fmla="*/ 1043608 w 1719469"/>
              <a:gd name="csY4" fmla="*/ 3190461 h 5784574"/>
              <a:gd name="csX5" fmla="*/ 1282147 w 1719469"/>
              <a:gd name="csY5" fmla="*/ 2802835 h 5784574"/>
              <a:gd name="csX6" fmla="*/ 1719469 w 1719469"/>
              <a:gd name="csY6" fmla="*/ 1302026 h 5784574"/>
              <a:gd name="csX7" fmla="*/ 1659834 w 1719469"/>
              <a:gd name="csY7" fmla="*/ 0 h 5784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19469" h="5784574">
                <a:moveTo>
                  <a:pt x="109330" y="5784574"/>
                </a:moveTo>
                <a:lnTo>
                  <a:pt x="0" y="4890052"/>
                </a:lnTo>
                <a:lnTo>
                  <a:pt x="59634" y="4810539"/>
                </a:lnTo>
                <a:lnTo>
                  <a:pt x="646043" y="4442791"/>
                </a:lnTo>
                <a:lnTo>
                  <a:pt x="1043608" y="3190461"/>
                </a:lnTo>
                <a:lnTo>
                  <a:pt x="1282147" y="2802835"/>
                </a:lnTo>
                <a:lnTo>
                  <a:pt x="1719469" y="1302026"/>
                </a:lnTo>
                <a:lnTo>
                  <a:pt x="1659834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76CE44C-6E82-1DD7-9566-2C95D9E7D0F1}"/>
              </a:ext>
            </a:extLst>
          </p:cNvPr>
          <p:cNvSpPr/>
          <p:nvPr/>
        </p:nvSpPr>
        <p:spPr>
          <a:xfrm>
            <a:off x="2216426" y="39757"/>
            <a:ext cx="2325757" cy="5685182"/>
          </a:xfrm>
          <a:custGeom>
            <a:avLst/>
            <a:gdLst>
              <a:gd name="csX0" fmla="*/ 0 w 2325757"/>
              <a:gd name="csY0" fmla="*/ 5685182 h 5685182"/>
              <a:gd name="csX1" fmla="*/ 755374 w 2325757"/>
              <a:gd name="csY1" fmla="*/ 5287617 h 5685182"/>
              <a:gd name="csX2" fmla="*/ 1212574 w 2325757"/>
              <a:gd name="csY2" fmla="*/ 4273826 h 5685182"/>
              <a:gd name="csX3" fmla="*/ 1838739 w 2325757"/>
              <a:gd name="csY3" fmla="*/ 3796747 h 5685182"/>
              <a:gd name="csX4" fmla="*/ 2325757 w 2325757"/>
              <a:gd name="csY4" fmla="*/ 2812773 h 5685182"/>
              <a:gd name="csX5" fmla="*/ 2166731 w 2325757"/>
              <a:gd name="csY5" fmla="*/ 2117034 h 5685182"/>
              <a:gd name="csX6" fmla="*/ 1898374 w 2325757"/>
              <a:gd name="csY6" fmla="*/ 1550504 h 5685182"/>
              <a:gd name="csX7" fmla="*/ 1938131 w 2325757"/>
              <a:gd name="csY7" fmla="*/ 815008 h 5685182"/>
              <a:gd name="csX8" fmla="*/ 1580322 w 2325757"/>
              <a:gd name="csY8" fmla="*/ 0 h 56851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325757" h="5685182">
                <a:moveTo>
                  <a:pt x="0" y="5685182"/>
                </a:moveTo>
                <a:lnTo>
                  <a:pt x="755374" y="5287617"/>
                </a:lnTo>
                <a:lnTo>
                  <a:pt x="1212574" y="4273826"/>
                </a:lnTo>
                <a:lnTo>
                  <a:pt x="1838739" y="3796747"/>
                </a:lnTo>
                <a:lnTo>
                  <a:pt x="2325757" y="2812773"/>
                </a:lnTo>
                <a:lnTo>
                  <a:pt x="2166731" y="2117034"/>
                </a:lnTo>
                <a:lnTo>
                  <a:pt x="1898374" y="1550504"/>
                </a:lnTo>
                <a:lnTo>
                  <a:pt x="1938131" y="815008"/>
                </a:lnTo>
                <a:lnTo>
                  <a:pt x="1580322" y="0"/>
                </a:lnTo>
              </a:path>
            </a:pathLst>
          </a:cu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0902CAD-5D24-198F-FFED-2FC004F13B67}"/>
              </a:ext>
            </a:extLst>
          </p:cNvPr>
          <p:cNvSpPr/>
          <p:nvPr/>
        </p:nvSpPr>
        <p:spPr>
          <a:xfrm>
            <a:off x="4658497" y="61784"/>
            <a:ext cx="1569308" cy="4917989"/>
          </a:xfrm>
          <a:custGeom>
            <a:avLst/>
            <a:gdLst>
              <a:gd name="csX0" fmla="*/ 0 w 1569308"/>
              <a:gd name="csY0" fmla="*/ 4917989 h 4917989"/>
              <a:gd name="csX1" fmla="*/ 333633 w 1569308"/>
              <a:gd name="csY1" fmla="*/ 4090086 h 4917989"/>
              <a:gd name="csX2" fmla="*/ 877330 w 1569308"/>
              <a:gd name="csY2" fmla="*/ 3447535 h 4917989"/>
              <a:gd name="csX3" fmla="*/ 1569308 w 1569308"/>
              <a:gd name="csY3" fmla="*/ 2730843 h 4917989"/>
              <a:gd name="csX4" fmla="*/ 1458098 w 1569308"/>
              <a:gd name="csY4" fmla="*/ 1618735 h 4917989"/>
              <a:gd name="csX5" fmla="*/ 1532238 w 1569308"/>
              <a:gd name="csY5" fmla="*/ 1396313 h 4917989"/>
              <a:gd name="csX6" fmla="*/ 1507525 w 1569308"/>
              <a:gd name="csY6" fmla="*/ 840259 h 4917989"/>
              <a:gd name="csX7" fmla="*/ 1445741 w 1569308"/>
              <a:gd name="csY7" fmla="*/ 0 h 49179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69308" h="4917989">
                <a:moveTo>
                  <a:pt x="0" y="4917989"/>
                </a:moveTo>
                <a:lnTo>
                  <a:pt x="333633" y="4090086"/>
                </a:lnTo>
                <a:lnTo>
                  <a:pt x="877330" y="3447535"/>
                </a:lnTo>
                <a:lnTo>
                  <a:pt x="1569308" y="2730843"/>
                </a:lnTo>
                <a:lnTo>
                  <a:pt x="1458098" y="1618735"/>
                </a:lnTo>
                <a:lnTo>
                  <a:pt x="1532238" y="1396313"/>
                </a:lnTo>
                <a:lnTo>
                  <a:pt x="1507525" y="840259"/>
                </a:lnTo>
                <a:lnTo>
                  <a:pt x="1445741" y="0"/>
                </a:lnTo>
              </a:path>
            </a:pathLst>
          </a:cu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95D6823-0DBB-6DFF-C9C4-0717930DBEB2}"/>
              </a:ext>
            </a:extLst>
          </p:cNvPr>
          <p:cNvSpPr/>
          <p:nvPr/>
        </p:nvSpPr>
        <p:spPr>
          <a:xfrm>
            <a:off x="939114" y="37070"/>
            <a:ext cx="679621" cy="4238368"/>
          </a:xfrm>
          <a:custGeom>
            <a:avLst/>
            <a:gdLst>
              <a:gd name="csX0" fmla="*/ 185351 w 679621"/>
              <a:gd name="csY0" fmla="*/ 4238368 h 4238368"/>
              <a:gd name="csX1" fmla="*/ 284205 w 679621"/>
              <a:gd name="csY1" fmla="*/ 2718487 h 4238368"/>
              <a:gd name="csX2" fmla="*/ 679621 w 679621"/>
              <a:gd name="csY2" fmla="*/ 1383957 h 4238368"/>
              <a:gd name="csX3" fmla="*/ 0 w 679621"/>
              <a:gd name="csY3" fmla="*/ 0 h 42383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9621" h="4238368">
                <a:moveTo>
                  <a:pt x="185351" y="4238368"/>
                </a:moveTo>
                <a:lnTo>
                  <a:pt x="284205" y="2718487"/>
                </a:lnTo>
                <a:lnTo>
                  <a:pt x="679621" y="1383957"/>
                </a:lnTo>
                <a:lnTo>
                  <a:pt x="0" y="0"/>
                </a:lnTo>
              </a:path>
            </a:pathLst>
          </a:cu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BDCDF88-4EBF-42E0-C49B-0AC2367BA778}"/>
              </a:ext>
            </a:extLst>
          </p:cNvPr>
          <p:cNvSpPr/>
          <p:nvPr/>
        </p:nvSpPr>
        <p:spPr>
          <a:xfrm>
            <a:off x="5857103" y="61784"/>
            <a:ext cx="2842054" cy="4695567"/>
          </a:xfrm>
          <a:custGeom>
            <a:avLst/>
            <a:gdLst>
              <a:gd name="csX0" fmla="*/ 0 w 2842054"/>
              <a:gd name="csY0" fmla="*/ 4695567 h 4695567"/>
              <a:gd name="csX1" fmla="*/ 840259 w 2842054"/>
              <a:gd name="csY1" fmla="*/ 4090086 h 4695567"/>
              <a:gd name="csX2" fmla="*/ 2088292 w 2842054"/>
              <a:gd name="csY2" fmla="*/ 3225113 h 4695567"/>
              <a:gd name="csX3" fmla="*/ 2347783 w 2842054"/>
              <a:gd name="csY3" fmla="*/ 2854411 h 4695567"/>
              <a:gd name="csX4" fmla="*/ 2199502 w 2842054"/>
              <a:gd name="csY4" fmla="*/ 2224216 h 4695567"/>
              <a:gd name="csX5" fmla="*/ 2446638 w 2842054"/>
              <a:gd name="csY5" fmla="*/ 1692875 h 4695567"/>
              <a:gd name="csX6" fmla="*/ 2631989 w 2842054"/>
              <a:gd name="csY6" fmla="*/ 1371600 h 4695567"/>
              <a:gd name="csX7" fmla="*/ 2842054 w 2842054"/>
              <a:gd name="csY7" fmla="*/ 469557 h 4695567"/>
              <a:gd name="csX8" fmla="*/ 2842054 w 2842054"/>
              <a:gd name="csY8" fmla="*/ 0 h 46955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42054" h="4695567">
                <a:moveTo>
                  <a:pt x="0" y="4695567"/>
                </a:moveTo>
                <a:lnTo>
                  <a:pt x="840259" y="4090086"/>
                </a:lnTo>
                <a:lnTo>
                  <a:pt x="2088292" y="3225113"/>
                </a:lnTo>
                <a:lnTo>
                  <a:pt x="2347783" y="2854411"/>
                </a:lnTo>
                <a:lnTo>
                  <a:pt x="2199502" y="2224216"/>
                </a:lnTo>
                <a:lnTo>
                  <a:pt x="2446638" y="1692875"/>
                </a:lnTo>
                <a:lnTo>
                  <a:pt x="2631989" y="1371600"/>
                </a:lnTo>
                <a:lnTo>
                  <a:pt x="2842054" y="469557"/>
                </a:lnTo>
                <a:lnTo>
                  <a:pt x="2842054" y="0"/>
                </a:lnTo>
              </a:path>
            </a:pathLst>
          </a:cu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8489904-3500-A50F-7869-E995F73BA225}"/>
              </a:ext>
            </a:extLst>
          </p:cNvPr>
          <p:cNvSpPr/>
          <p:nvPr/>
        </p:nvSpPr>
        <p:spPr>
          <a:xfrm>
            <a:off x="7920681" y="61784"/>
            <a:ext cx="3015049" cy="5745892"/>
          </a:xfrm>
          <a:custGeom>
            <a:avLst/>
            <a:gdLst>
              <a:gd name="csX0" fmla="*/ 0 w 3015049"/>
              <a:gd name="csY0" fmla="*/ 5745892 h 5745892"/>
              <a:gd name="csX1" fmla="*/ 914400 w 3015049"/>
              <a:gd name="csY1" fmla="*/ 4633784 h 5745892"/>
              <a:gd name="csX2" fmla="*/ 1779373 w 3015049"/>
              <a:gd name="csY2" fmla="*/ 3929448 h 5745892"/>
              <a:gd name="csX3" fmla="*/ 2582562 w 3015049"/>
              <a:gd name="csY3" fmla="*/ 2533135 h 5745892"/>
              <a:gd name="csX4" fmla="*/ 2928551 w 3015049"/>
              <a:gd name="csY4" fmla="*/ 1421027 h 5745892"/>
              <a:gd name="csX5" fmla="*/ 2916195 w 3015049"/>
              <a:gd name="csY5" fmla="*/ 1075038 h 5745892"/>
              <a:gd name="csX6" fmla="*/ 2866768 w 3015049"/>
              <a:gd name="csY6" fmla="*/ 877330 h 5745892"/>
              <a:gd name="csX7" fmla="*/ 2829697 w 3015049"/>
              <a:gd name="csY7" fmla="*/ 716692 h 5745892"/>
              <a:gd name="csX8" fmla="*/ 2817341 w 3015049"/>
              <a:gd name="csY8" fmla="*/ 531340 h 5745892"/>
              <a:gd name="csX9" fmla="*/ 3015049 w 3015049"/>
              <a:gd name="csY9" fmla="*/ 0 h 574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015049" h="5745892">
                <a:moveTo>
                  <a:pt x="0" y="5745892"/>
                </a:moveTo>
                <a:lnTo>
                  <a:pt x="914400" y="4633784"/>
                </a:lnTo>
                <a:lnTo>
                  <a:pt x="1779373" y="3929448"/>
                </a:lnTo>
                <a:lnTo>
                  <a:pt x="2582562" y="2533135"/>
                </a:lnTo>
                <a:lnTo>
                  <a:pt x="2928551" y="1421027"/>
                </a:lnTo>
                <a:cubicBezTo>
                  <a:pt x="2924432" y="1305697"/>
                  <a:pt x="2925521" y="1190064"/>
                  <a:pt x="2916195" y="1075038"/>
                </a:cubicBezTo>
                <a:cubicBezTo>
                  <a:pt x="2910101" y="999882"/>
                  <a:pt x="2882074" y="948756"/>
                  <a:pt x="2866768" y="877330"/>
                </a:cubicBezTo>
                <a:cubicBezTo>
                  <a:pt x="2828272" y="697682"/>
                  <a:pt x="2883705" y="878712"/>
                  <a:pt x="2829697" y="716692"/>
                </a:cubicBezTo>
                <a:cubicBezTo>
                  <a:pt x="2811247" y="605985"/>
                  <a:pt x="2817341" y="667606"/>
                  <a:pt x="2817341" y="531340"/>
                </a:cubicBezTo>
                <a:lnTo>
                  <a:pt x="3015049" y="0"/>
                </a:lnTo>
              </a:path>
            </a:pathLst>
          </a:cu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2A95807-E873-AFF9-EF7F-3B027715F88E}"/>
              </a:ext>
            </a:extLst>
          </p:cNvPr>
          <p:cNvSpPr/>
          <p:nvPr/>
        </p:nvSpPr>
        <p:spPr>
          <a:xfrm>
            <a:off x="11442357" y="3805881"/>
            <a:ext cx="741405" cy="2001795"/>
          </a:xfrm>
          <a:custGeom>
            <a:avLst/>
            <a:gdLst>
              <a:gd name="csX0" fmla="*/ 0 w 741405"/>
              <a:gd name="csY0" fmla="*/ 2001795 h 2001795"/>
              <a:gd name="csX1" fmla="*/ 172994 w 741405"/>
              <a:gd name="csY1" fmla="*/ 827903 h 2001795"/>
              <a:gd name="csX2" fmla="*/ 741405 w 741405"/>
              <a:gd name="csY2" fmla="*/ 0 h 2001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1405" h="2001795">
                <a:moveTo>
                  <a:pt x="0" y="2001795"/>
                </a:moveTo>
                <a:lnTo>
                  <a:pt x="172994" y="827903"/>
                </a:lnTo>
                <a:lnTo>
                  <a:pt x="741405" y="0"/>
                </a:lnTo>
              </a:path>
            </a:pathLst>
          </a:cu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D9C9C5-55A3-C737-3D75-43CF6E303AAC}"/>
              </a:ext>
            </a:extLst>
          </p:cNvPr>
          <p:cNvSpPr/>
          <p:nvPr/>
        </p:nvSpPr>
        <p:spPr>
          <a:xfrm>
            <a:off x="3435178" y="1952367"/>
            <a:ext cx="86497" cy="86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9A646C6-5088-D189-4C77-38B7FB1B4C5E}"/>
              </a:ext>
            </a:extLst>
          </p:cNvPr>
          <p:cNvSpPr/>
          <p:nvPr/>
        </p:nvSpPr>
        <p:spPr>
          <a:xfrm>
            <a:off x="4020067" y="2117124"/>
            <a:ext cx="86497" cy="86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DC7664-568D-618B-4C88-6D0174736DD5}"/>
              </a:ext>
            </a:extLst>
          </p:cNvPr>
          <p:cNvSpPr/>
          <p:nvPr/>
        </p:nvSpPr>
        <p:spPr>
          <a:xfrm>
            <a:off x="4464911" y="1523997"/>
            <a:ext cx="86497" cy="86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C83EC9B-1000-0982-2539-466B8F48A6D2}"/>
              </a:ext>
            </a:extLst>
          </p:cNvPr>
          <p:cNvSpPr/>
          <p:nvPr/>
        </p:nvSpPr>
        <p:spPr>
          <a:xfrm>
            <a:off x="5037442" y="2022388"/>
            <a:ext cx="86497" cy="86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DF177AB-43F0-8362-5D0E-47645E0BA61A}"/>
              </a:ext>
            </a:extLst>
          </p:cNvPr>
          <p:cNvSpPr/>
          <p:nvPr/>
        </p:nvSpPr>
        <p:spPr>
          <a:xfrm>
            <a:off x="4518456" y="2294238"/>
            <a:ext cx="86497" cy="86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F67AFC-3575-104A-C477-FEFC7FBA82A1}"/>
              </a:ext>
            </a:extLst>
          </p:cNvPr>
          <p:cNvCxnSpPr>
            <a:cxnSpLocks/>
            <a:endCxn id="4" idx="3"/>
          </p:cNvCxnSpPr>
          <p:nvPr/>
        </p:nvCxnSpPr>
        <p:spPr>
          <a:xfrm flipV="1">
            <a:off x="4106564" y="1560443"/>
            <a:ext cx="1260566" cy="1571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40DF52-1886-95DF-19F7-5E249923092D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4098324" y="1536355"/>
            <a:ext cx="366587" cy="308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4CC66C-F4CD-6EAA-E785-6B5AD0FC4382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4342238" y="2096218"/>
            <a:ext cx="707871" cy="1164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4BC687-699D-E94C-220B-779EAC26FE38}"/>
              </a:ext>
            </a:extLst>
          </p:cNvPr>
          <p:cNvCxnSpPr>
            <a:cxnSpLocks/>
          </p:cNvCxnSpPr>
          <p:nvPr/>
        </p:nvCxnSpPr>
        <p:spPr>
          <a:xfrm flipV="1">
            <a:off x="3558742" y="1717589"/>
            <a:ext cx="588471" cy="2553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522187-44C0-0D14-051A-49A8ADA8C611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4093897" y="2043879"/>
            <a:ext cx="230522" cy="85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EFE6ABD-864B-2E18-E698-DC4BA61CFE53}"/>
              </a:ext>
            </a:extLst>
          </p:cNvPr>
          <p:cNvSpPr txBox="1"/>
          <p:nvPr/>
        </p:nvSpPr>
        <p:spPr>
          <a:xfrm>
            <a:off x="7617945" y="8031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9B24AE-45E8-FE9E-396D-2E64CC392E2E}"/>
              </a:ext>
            </a:extLst>
          </p:cNvPr>
          <p:cNvSpPr txBox="1"/>
          <p:nvPr/>
        </p:nvSpPr>
        <p:spPr>
          <a:xfrm>
            <a:off x="4668789" y="146222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858257-5D86-C55B-D2D2-2ACE93FA1397}"/>
              </a:ext>
            </a:extLst>
          </p:cNvPr>
          <p:cNvSpPr txBox="1"/>
          <p:nvPr/>
        </p:nvSpPr>
        <p:spPr>
          <a:xfrm>
            <a:off x="4598767" y="194825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B88581-012B-961A-BAD6-CEE2F078E8E7}"/>
              </a:ext>
            </a:extLst>
          </p:cNvPr>
          <p:cNvSpPr txBox="1"/>
          <p:nvPr/>
        </p:nvSpPr>
        <p:spPr>
          <a:xfrm>
            <a:off x="3700842" y="1631099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500BEF-E0C4-A162-2ABF-CF83DEBD3A03}"/>
              </a:ext>
            </a:extLst>
          </p:cNvPr>
          <p:cNvSpPr txBox="1"/>
          <p:nvPr/>
        </p:nvSpPr>
        <p:spPr>
          <a:xfrm>
            <a:off x="4162163" y="1252159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EF5D77-A1AD-30CD-1228-57E3C809FB6B}"/>
              </a:ext>
            </a:extLst>
          </p:cNvPr>
          <p:cNvCxnSpPr>
            <a:cxnSpLocks/>
          </p:cNvCxnSpPr>
          <p:nvPr/>
        </p:nvCxnSpPr>
        <p:spPr>
          <a:xfrm>
            <a:off x="8550787" y="1330732"/>
            <a:ext cx="1337485" cy="2210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2F0CDDB-E822-264B-971E-0324FECA26CC}"/>
              </a:ext>
            </a:extLst>
          </p:cNvPr>
          <p:cNvSpPr txBox="1"/>
          <p:nvPr/>
        </p:nvSpPr>
        <p:spPr>
          <a:xfrm>
            <a:off x="9133710" y="124391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B82FDF0-7C82-511A-EE2B-8E599BFB9F25}"/>
              </a:ext>
            </a:extLst>
          </p:cNvPr>
          <p:cNvCxnSpPr>
            <a:cxnSpLocks/>
          </p:cNvCxnSpPr>
          <p:nvPr/>
        </p:nvCxnSpPr>
        <p:spPr>
          <a:xfrm>
            <a:off x="6985591" y="976503"/>
            <a:ext cx="1600475" cy="738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70B1F97-20C3-E1E0-AF35-516CF5D60A0C}"/>
              </a:ext>
            </a:extLst>
          </p:cNvPr>
          <p:cNvCxnSpPr>
            <a:cxnSpLocks/>
          </p:cNvCxnSpPr>
          <p:nvPr/>
        </p:nvCxnSpPr>
        <p:spPr>
          <a:xfrm>
            <a:off x="7508265" y="1669018"/>
            <a:ext cx="671639" cy="3039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A303F984-201D-D2F2-B891-54894AC6F372}"/>
              </a:ext>
            </a:extLst>
          </p:cNvPr>
          <p:cNvSpPr/>
          <p:nvPr/>
        </p:nvSpPr>
        <p:spPr>
          <a:xfrm>
            <a:off x="7463490" y="1631085"/>
            <a:ext cx="86497" cy="86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616B36-67B8-6146-1BAE-688450ADA9A0}"/>
              </a:ext>
            </a:extLst>
          </p:cNvPr>
          <p:cNvSpPr txBox="1"/>
          <p:nvPr/>
        </p:nvSpPr>
        <p:spPr>
          <a:xfrm>
            <a:off x="7729154" y="163109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71188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5461</TotalTime>
  <Words>39</Words>
  <Application>Microsoft Macintosh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Voortoets Plaatjes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Voortoets Plaatjes</dc:title>
  <dc:creator>Theo Olsthoorn</dc:creator>
  <cp:lastModifiedBy>Theo Olsthoorn</cp:lastModifiedBy>
  <cp:revision>6</cp:revision>
  <dcterms:created xsi:type="dcterms:W3CDTF">2023-12-24T18:19:35Z</dcterms:created>
  <dcterms:modified xsi:type="dcterms:W3CDTF">2026-01-21T21:26:59Z</dcterms:modified>
</cp:coreProperties>
</file>