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723"/>
    <p:restoredTop sz="94733"/>
  </p:normalViewPr>
  <p:slideViewPr>
    <p:cSldViewPr snapToGrid="0" showGuides="1">
      <p:cViewPr varScale="1">
        <p:scale>
          <a:sx n="110" d="100"/>
          <a:sy n="110" d="100"/>
        </p:scale>
        <p:origin x="184" y="40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88E2FE-21FC-6D40-83CF-D5B3B52CADA7}" type="datetimeFigureOut">
              <a:rPr lang="en-US" smtClean="0"/>
              <a:t>6/12/26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FF6948-008A-8C42-9496-ED1ACA90C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3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42A95-B408-9E2D-C774-8B25EA812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E172B-2953-AE92-9BE5-EC79A229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A55B8-97AB-D575-472C-4C0E9AAE0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90CB-A363-031E-D367-7A1C062CF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45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D988-02FC-C60A-DD09-9ABD40C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C85ED-1BBD-6E33-1A2C-348E60023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0B601-75EC-ADDA-2FC5-D24BA1038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6285-D60C-E486-E031-8AA7EF7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25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66146-9CC3-FD1F-D053-674626A8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7AB55-1A03-088B-1F51-4774E40BC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3304B-D4A4-DD71-5266-9654A8D88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064F6-1D08-EEDB-89FB-5EE2811EA0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2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593E-F302-30A3-833D-B67803FEB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202D6-4D02-064B-89C8-905BE7B82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69B18-9FDC-694D-DBD6-9696968C2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08747-1B1F-4134-45A9-2F0C59EC6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245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0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304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7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91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067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43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4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3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59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8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8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F225C-868F-9540-9455-9F5B5C0F2A40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5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6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18" Type="http://schemas.openxmlformats.org/officeDocument/2006/relationships/image" Target="../media/image18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7.emf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19" Type="http://schemas.openxmlformats.org/officeDocument/2006/relationships/image" Target="../media/image1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17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5" Type="http://schemas.openxmlformats.org/officeDocument/2006/relationships/image" Target="../media/image21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emf"/><Relationship Id="rId3" Type="http://schemas.openxmlformats.org/officeDocument/2006/relationships/image" Target="../media/image24.emf"/><Relationship Id="rId7" Type="http://schemas.openxmlformats.org/officeDocument/2006/relationships/image" Target="../media/image28.emf"/><Relationship Id="rId12" Type="http://schemas.openxmlformats.org/officeDocument/2006/relationships/image" Target="../media/image33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emf"/><Relationship Id="rId11" Type="http://schemas.openxmlformats.org/officeDocument/2006/relationships/image" Target="../media/image32.emf"/><Relationship Id="rId5" Type="http://schemas.openxmlformats.org/officeDocument/2006/relationships/image" Target="../media/image26.emf"/><Relationship Id="rId10" Type="http://schemas.openxmlformats.org/officeDocument/2006/relationships/image" Target="../media/image31.emf"/><Relationship Id="rId4" Type="http://schemas.openxmlformats.org/officeDocument/2006/relationships/image" Target="../media/image25.emf"/><Relationship Id="rId9" Type="http://schemas.openxmlformats.org/officeDocument/2006/relationships/image" Target="../media/image3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DD0B-70A4-C362-43EB-981C42C326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Plaatjes</a:t>
            </a:r>
            <a:r>
              <a:rPr lang="en-US" dirty="0"/>
              <a:t> RWS-ARK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F9D8D2-FCE7-44FB-90CC-9492EEDEB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T.N.Olsthoorn</a:t>
            </a:r>
            <a:endParaRPr lang="en-US" dirty="0"/>
          </a:p>
          <a:p>
            <a:r>
              <a:rPr lang="en-US" dirty="0"/>
              <a:t>18 </a:t>
            </a:r>
            <a:r>
              <a:rPr lang="en-US" dirty="0" err="1"/>
              <a:t>april</a:t>
            </a:r>
            <a:r>
              <a:rPr lang="en-US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01780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6C42FC8C-2B6D-A92F-B7D0-0C151622E85E}"/>
              </a:ext>
            </a:extLst>
          </p:cNvPr>
          <p:cNvGrpSpPr/>
          <p:nvPr/>
        </p:nvGrpSpPr>
        <p:grpSpPr>
          <a:xfrm>
            <a:off x="-3" y="1056904"/>
            <a:ext cx="9189710" cy="5801096"/>
            <a:chOff x="-3" y="1056904"/>
            <a:chExt cx="9189710" cy="58010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E8484C-5D85-FE69-AC94-B65B646C485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91580"/>
              <a:ext cx="918970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ECAAF2A-A366-045C-8A35-210C4BB27ACA}"/>
                </a:ext>
              </a:extLst>
            </p:cNvPr>
            <p:cNvSpPr/>
            <p:nvPr/>
          </p:nvSpPr>
          <p:spPr>
            <a:xfrm>
              <a:off x="-3" y="1491580"/>
              <a:ext cx="9143991" cy="452540"/>
            </a:xfrm>
            <a:prstGeom prst="rect">
              <a:avLst/>
            </a:prstGeom>
            <a:solidFill>
              <a:srgbClr val="92D05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58D7BB-8598-F5BD-67B0-161B74B9C857}"/>
                </a:ext>
              </a:extLst>
            </p:cNvPr>
            <p:cNvSpPr/>
            <p:nvPr/>
          </p:nvSpPr>
          <p:spPr>
            <a:xfrm>
              <a:off x="-1" y="1959428"/>
              <a:ext cx="9143991" cy="1469572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B7AA63-2AE6-B15C-A300-2338A21C0EEB}"/>
                </a:ext>
              </a:extLst>
            </p:cNvPr>
            <p:cNvSpPr/>
            <p:nvPr/>
          </p:nvSpPr>
          <p:spPr>
            <a:xfrm>
              <a:off x="-2" y="3429000"/>
              <a:ext cx="9143991" cy="34290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5ABB1F9-0985-F545-E848-FD192165EDF2}"/>
                </a:ext>
              </a:extLst>
            </p:cNvPr>
            <p:cNvSpPr/>
            <p:nvPr/>
          </p:nvSpPr>
          <p:spPr>
            <a:xfrm flipH="1">
              <a:off x="2543102" y="1056904"/>
              <a:ext cx="45719" cy="5801096"/>
            </a:xfrm>
            <a:custGeom>
              <a:avLst/>
              <a:gdLst>
                <a:gd name="csX0" fmla="*/ 0 w 0"/>
                <a:gd name="csY0" fmla="*/ 0 h 4845132"/>
                <a:gd name="csX1" fmla="*/ 0 w 0"/>
                <a:gd name="csY1" fmla="*/ 4845132 h 4845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4845132">
                  <a:moveTo>
                    <a:pt x="0" y="0"/>
                  </a:moveTo>
                  <a:lnTo>
                    <a:pt x="0" y="4845132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DF2126-0DAE-B5B7-E5C2-869BB0ECAF8A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1" y="1959429"/>
              <a:ext cx="1745673" cy="14695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96F4DA-E191-4BCB-9594-84AA7D5DD8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494" y="3429000"/>
              <a:ext cx="1656602" cy="3429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E4E53F4-C8D2-A466-A651-4BF3922B3F66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1959429"/>
              <a:ext cx="1282535" cy="15200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86BF3C3-E7CB-BD3D-F6A7-0B66FFA0CD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959429"/>
              <a:ext cx="9144000" cy="0"/>
            </a:xfrm>
            <a:prstGeom prst="line">
              <a:avLst/>
            </a:prstGeom>
            <a:ln w="1270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9F62F6-6B25-2DCE-3659-92F60004DB88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1531917"/>
              <a:ext cx="154380" cy="42751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054DE1C-B3F6-8F1A-2C40-AE1023FE664E}"/>
                </a:ext>
              </a:extLst>
            </p:cNvPr>
            <p:cNvCxnSpPr>
              <a:cxnSpLocks/>
            </p:cNvCxnSpPr>
            <p:nvPr/>
          </p:nvCxnSpPr>
          <p:spPr>
            <a:xfrm>
              <a:off x="4025735" y="3476501"/>
              <a:ext cx="3598223" cy="33814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04470D-CA2A-597F-7658-47F72775BC37}"/>
                </a:ext>
              </a:extLst>
            </p:cNvPr>
            <p:cNvSpPr/>
            <p:nvPr/>
          </p:nvSpPr>
          <p:spPr>
            <a:xfrm>
              <a:off x="1805049" y="1469572"/>
              <a:ext cx="213756" cy="774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61DD72-5CE8-14BA-6C12-39D262BEF149}"/>
                </a:ext>
              </a:extLst>
            </p:cNvPr>
            <p:cNvSpPr/>
            <p:nvPr/>
          </p:nvSpPr>
          <p:spPr>
            <a:xfrm>
              <a:off x="1805039" y="1947553"/>
              <a:ext cx="213756" cy="43379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4389718-4651-63DB-3505-2ABF609CAFEB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5544457"/>
              <a:ext cx="2781466" cy="0"/>
            </a:xfrm>
            <a:prstGeom prst="straightConnector1">
              <a:avLst/>
            </a:prstGeom>
            <a:ln w="349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D475873-C2A4-C8F7-7463-9ED857C7AD71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6190343"/>
              <a:ext cx="4334494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878E5B3-F996-82FB-E2DF-CE0F87E30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99115" y="5264149"/>
              <a:ext cx="355600" cy="1905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C2A4E0C-829E-0838-CFDB-6D2419A07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7052" y="5917290"/>
              <a:ext cx="266700" cy="1905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0D8B373-A173-A721-7F9C-71824D455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05650" y="1570268"/>
              <a:ext cx="1638300" cy="2921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FF6935D7-3AB2-07F1-88AF-EF7C4CE1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02565" y="2034724"/>
              <a:ext cx="2857500" cy="29210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6F51721-9AA4-57B6-2551-A2EF36E5E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10549" y="3503385"/>
              <a:ext cx="647700" cy="2286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B091C77-EB41-475F-A5EA-7B2BD00F4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3779" y="3082471"/>
              <a:ext cx="3327400" cy="228600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B707ED5F-EF81-5677-9FB4-C2D9FE36E269}"/>
                </a:ext>
              </a:extLst>
            </p:cNvPr>
            <p:cNvSpPr/>
            <p:nvPr/>
          </p:nvSpPr>
          <p:spPr>
            <a:xfrm>
              <a:off x="4921085" y="2427279"/>
              <a:ext cx="376630" cy="1597136"/>
            </a:xfrm>
            <a:prstGeom prst="rightBrace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6EDD563-67A4-B943-DB32-6DA156AE1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3118" y="2411968"/>
              <a:ext cx="1635776" cy="1531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9446E39-6277-01A5-603A-A66B500743BB}"/>
                </a:ext>
              </a:extLst>
            </p:cNvPr>
            <p:cNvCxnSpPr>
              <a:cxnSpLocks/>
            </p:cNvCxnSpPr>
            <p:nvPr/>
          </p:nvCxnSpPr>
          <p:spPr>
            <a:xfrm>
              <a:off x="4603752" y="4030312"/>
              <a:ext cx="268514" cy="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65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3603-5314-77F8-CC63-907FB3E47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4266F492-56AF-F14B-033F-B85DE09543A4}"/>
              </a:ext>
            </a:extLst>
          </p:cNvPr>
          <p:cNvGrpSpPr/>
          <p:nvPr/>
        </p:nvGrpSpPr>
        <p:grpSpPr>
          <a:xfrm>
            <a:off x="-3" y="616688"/>
            <a:ext cx="7825564" cy="6294475"/>
            <a:chOff x="-3" y="616688"/>
            <a:chExt cx="7825564" cy="629447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033B05-02B6-6B44-6047-6FA6EECD9D41}"/>
                </a:ext>
              </a:extLst>
            </p:cNvPr>
            <p:cNvSpPr/>
            <p:nvPr/>
          </p:nvSpPr>
          <p:spPr>
            <a:xfrm>
              <a:off x="-2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84A50E-A9E8-414A-8B3E-687BE1C537AE}"/>
                </a:ext>
              </a:extLst>
            </p:cNvPr>
            <p:cNvSpPr/>
            <p:nvPr/>
          </p:nvSpPr>
          <p:spPr>
            <a:xfrm>
              <a:off x="-3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2DF78836-2FC6-D2C1-829A-F6C1C2172768}"/>
                </a:ext>
              </a:extLst>
            </p:cNvPr>
            <p:cNvSpPr/>
            <p:nvPr/>
          </p:nvSpPr>
          <p:spPr>
            <a:xfrm>
              <a:off x="691117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66B9F9-0944-A750-44BC-C293A2AC4011}"/>
                </a:ext>
              </a:extLst>
            </p:cNvPr>
            <p:cNvCxnSpPr>
              <a:cxnSpLocks/>
            </p:cNvCxnSpPr>
            <p:nvPr/>
          </p:nvCxnSpPr>
          <p:spPr>
            <a:xfrm>
              <a:off x="-1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7DC5211-4FC9-0013-A044-6679B12B55E1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005AA3-525E-68EB-1D7D-7547AE313408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353686B8-2A8F-7F38-68C4-247E261C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384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62641DD-DD6E-65ED-E184-80F041C99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41789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1972957-2BAA-4A59-ACB8-9FD7C03E5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03811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4F88415-D611-9F5D-6BF3-E1EC60085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92434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B7F1690-5D56-6EA8-5EA0-D7F797C9D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07020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E4D949D-389B-8F57-2303-799FD8E1CB32}"/>
                </a:ext>
              </a:extLst>
            </p:cNvPr>
            <p:cNvSpPr/>
            <p:nvPr/>
          </p:nvSpPr>
          <p:spPr>
            <a:xfrm>
              <a:off x="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9E39C2C-5373-9D24-D764-F3E5C734E5BE}"/>
                </a:ext>
              </a:extLst>
            </p:cNvPr>
            <p:cNvSpPr/>
            <p:nvPr/>
          </p:nvSpPr>
          <p:spPr>
            <a:xfrm>
              <a:off x="308999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8FA731-65E9-836F-804D-0EA0147529E7}"/>
                </a:ext>
              </a:extLst>
            </p:cNvPr>
            <p:cNvSpPr/>
            <p:nvPr/>
          </p:nvSpPr>
          <p:spPr>
            <a:xfrm>
              <a:off x="261738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41FBD40-1B7C-8485-A701-8DE8B7D73EAA}"/>
                </a:ext>
              </a:extLst>
            </p:cNvPr>
            <p:cNvCxnSpPr>
              <a:cxnSpLocks/>
            </p:cNvCxnSpPr>
            <p:nvPr/>
          </p:nvCxnSpPr>
          <p:spPr>
            <a:xfrm>
              <a:off x="261738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D812F49-E34E-C98D-0A76-50F1039BEB86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261738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7E21A70-2434-BDCB-C25A-041147D6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1578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FCF569A-BE74-6E71-F2CB-704870881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718552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8FD35FA4-7C22-E8F3-4653-9353A317A1C6}"/>
                </a:ext>
              </a:extLst>
            </p:cNvPr>
            <p:cNvSpPr/>
            <p:nvPr/>
          </p:nvSpPr>
          <p:spPr>
            <a:xfrm>
              <a:off x="4873391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E9A9B9B3-65F4-8F48-F150-6157B27A537C}"/>
                </a:ext>
              </a:extLst>
            </p:cNvPr>
            <p:cNvSpPr/>
            <p:nvPr/>
          </p:nvSpPr>
          <p:spPr>
            <a:xfrm>
              <a:off x="296258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EC7C51C4-679C-2510-CF66-184473F1BBBC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2409787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4B70F7C-FF39-B5EE-478C-96EDA5CB9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572209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ADA2D3CD-A678-DECE-1869-2D463F683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6388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A7AE3845-96C5-ABF3-7FA3-129CEE1D4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137584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AA971547-A42C-750D-9EE5-22BB4F439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453877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79EF422E-2792-DE25-3EEF-1874B428C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74567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12611B9-C17C-C1C4-44E4-1778662FC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051444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501CD41C-F66D-AEF2-910D-CF77961EA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774460" y="5541040"/>
              <a:ext cx="190500" cy="177800"/>
            </a:xfrm>
            <a:prstGeom prst="rect">
              <a:avLst/>
            </a:prstGeom>
          </p:spPr>
        </p:pic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8EF47854-16F2-A426-C232-CD1A96BD1CDC}"/>
                </a:ext>
              </a:extLst>
            </p:cNvPr>
            <p:cNvCxnSpPr>
              <a:cxnSpLocks/>
            </p:cNvCxnSpPr>
            <p:nvPr/>
          </p:nvCxnSpPr>
          <p:spPr>
            <a:xfrm>
              <a:off x="244517" y="4016904"/>
              <a:ext cx="2083567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5A0D6FA-B40D-9323-A426-F14AD9107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6208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A622491-9BB8-7D95-9488-42AFD47C1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2627838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26950C82-954B-E46B-36F1-60C59FA979C4}"/>
                </a:ext>
              </a:extLst>
            </p:cNvPr>
            <p:cNvSpPr/>
            <p:nvPr/>
          </p:nvSpPr>
          <p:spPr>
            <a:xfrm>
              <a:off x="691116" y="3136605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0A0E7FA0-FEB9-7848-F038-27210814E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916965" y="4545866"/>
              <a:ext cx="2247900" cy="190500"/>
            </a:xfrm>
            <a:prstGeom prst="rect">
              <a:avLst/>
            </a:prstGeom>
            <a:solidFill>
              <a:schemeClr val="bg1"/>
            </a:solidFill>
          </p:spPr>
        </p:pic>
      </p:grpSp>
    </p:spTree>
    <p:extLst>
      <p:ext uri="{BB962C8B-B14F-4D97-AF65-F5344CB8AC3E}">
        <p14:creationId xmlns:p14="http://schemas.microsoft.com/office/powerpoint/2010/main" val="33092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04416-F391-082E-5D82-5989AACC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F496F00-5674-F67D-8BE9-CBEEF6CB192C}"/>
              </a:ext>
            </a:extLst>
          </p:cNvPr>
          <p:cNvGrpSpPr/>
          <p:nvPr/>
        </p:nvGrpSpPr>
        <p:grpSpPr>
          <a:xfrm>
            <a:off x="680484" y="616688"/>
            <a:ext cx="7857458" cy="6283842"/>
            <a:chOff x="680484" y="616688"/>
            <a:chExt cx="7857458" cy="628384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A8FFE7B-279A-967D-858E-02F48046941A}"/>
                </a:ext>
              </a:extLst>
            </p:cNvPr>
            <p:cNvSpPr/>
            <p:nvPr/>
          </p:nvSpPr>
          <p:spPr>
            <a:xfrm>
              <a:off x="712379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D69746-09BE-47B5-ABFC-B86ADC33F804}"/>
                </a:ext>
              </a:extLst>
            </p:cNvPr>
            <p:cNvSpPr/>
            <p:nvPr/>
          </p:nvSpPr>
          <p:spPr>
            <a:xfrm>
              <a:off x="712378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AFA469E-510A-99F0-B261-2DBA9891E83C}"/>
                </a:ext>
              </a:extLst>
            </p:cNvPr>
            <p:cNvSpPr/>
            <p:nvPr/>
          </p:nvSpPr>
          <p:spPr>
            <a:xfrm>
              <a:off x="1358917" y="3128165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1681167 w 4104168"/>
                <a:gd name="csY3" fmla="*/ 229718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1681167" y="2297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C8EB886-A6D5-3B94-6C6A-71588B7F13B4}"/>
                </a:ext>
              </a:extLst>
            </p:cNvPr>
            <p:cNvSpPr/>
            <p:nvPr/>
          </p:nvSpPr>
          <p:spPr>
            <a:xfrm>
              <a:off x="1344742" y="3113990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2006401" y="542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726B6DD1-8AEE-B3AA-0FB2-531935034683}"/>
                </a:ext>
              </a:extLst>
            </p:cNvPr>
            <p:cNvSpPr/>
            <p:nvPr/>
          </p:nvSpPr>
          <p:spPr>
            <a:xfrm>
              <a:off x="1371602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8204B85-3C9D-DAFF-8452-4BCC57A27249}"/>
                </a:ext>
              </a:extLst>
            </p:cNvPr>
            <p:cNvSpPr/>
            <p:nvPr/>
          </p:nvSpPr>
          <p:spPr>
            <a:xfrm>
              <a:off x="1333786" y="3115364"/>
              <a:ext cx="4177421" cy="2682918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371061 w 4104168"/>
                <a:gd name="csY3" fmla="*/ 914400 h 2647507"/>
                <a:gd name="csX4" fmla="*/ 0 w 4104168"/>
                <a:gd name="csY4" fmla="*/ 0 h 2647507"/>
                <a:gd name="csX0" fmla="*/ 0 w 4093748"/>
                <a:gd name="csY0" fmla="*/ 0 h 2668659"/>
                <a:gd name="csX1" fmla="*/ 1690789 w 4093748"/>
                <a:gd name="csY1" fmla="*/ 1743626 h 2668659"/>
                <a:gd name="csX2" fmla="*/ 4093748 w 4093748"/>
                <a:gd name="csY2" fmla="*/ 2668659 h 2668659"/>
                <a:gd name="csX3" fmla="*/ 2360641 w 4093748"/>
                <a:gd name="csY3" fmla="*/ 935552 h 2668659"/>
                <a:gd name="csX4" fmla="*/ 0 w 4093748"/>
                <a:gd name="csY4" fmla="*/ 0 h 2668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93748" h="2668659">
                  <a:moveTo>
                    <a:pt x="0" y="0"/>
                  </a:moveTo>
                  <a:lnTo>
                    <a:pt x="1690789" y="1743626"/>
                  </a:lnTo>
                  <a:lnTo>
                    <a:pt x="4093748" y="2668659"/>
                  </a:lnTo>
                  <a:lnTo>
                    <a:pt x="2360641" y="9355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25C1897-2A06-02F6-9EB2-4ACA02DA107C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9BCD68-6111-7681-BA96-2D692781E441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A25DAA9-83F8-F72F-D220-4D02049CDA8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3392789-352F-5F63-CA0E-4FB78B11E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6698BEB-504B-601C-DB97-B0E2C73E2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22274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46B9FB2E-D9A4-E87E-0333-E070C92A4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4296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D12BEE8-2A3E-F34C-C6F8-4C689A468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72919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6EECA26-C499-7D8F-8E03-E40A35B87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87505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566CF8A-D280-49C2-97C1-367C89284E4F}"/>
                </a:ext>
              </a:extLst>
            </p:cNvPr>
            <p:cNvSpPr/>
            <p:nvPr/>
          </p:nvSpPr>
          <p:spPr>
            <a:xfrm>
              <a:off x="712387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2BAA9833-CD1C-8F31-5C49-E89D3CCFB151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B9A2569-E19A-F71A-CA88-393EAB7E4187}"/>
                </a:ext>
              </a:extLst>
            </p:cNvPr>
            <p:cNvSpPr/>
            <p:nvPr/>
          </p:nvSpPr>
          <p:spPr>
            <a:xfrm>
              <a:off x="942223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E1B316-388E-5741-07B6-1C1A67592934}"/>
                </a:ext>
              </a:extLst>
            </p:cNvPr>
            <p:cNvCxnSpPr>
              <a:cxnSpLocks/>
            </p:cNvCxnSpPr>
            <p:nvPr/>
          </p:nvCxnSpPr>
          <p:spPr>
            <a:xfrm>
              <a:off x="942223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F1C2852-EC8B-D62F-3FE5-23EE2627B7EB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942223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FE1FCF8-2B1F-3CE5-6F62-77696034A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72063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B4278B-C22D-4591-404E-E7D23696F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A6596FBA-E116-7348-9C1C-07BED06D4C0D}"/>
                </a:ext>
              </a:extLst>
            </p:cNvPr>
            <p:cNvSpPr/>
            <p:nvPr/>
          </p:nvSpPr>
          <p:spPr>
            <a:xfrm>
              <a:off x="5553876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B36A09A2-5AB9-3447-946F-CE277E89FA87}"/>
                </a:ext>
              </a:extLst>
            </p:cNvPr>
            <p:cNvSpPr/>
            <p:nvPr/>
          </p:nvSpPr>
          <p:spPr>
            <a:xfrm>
              <a:off x="976743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697A289B-1C13-F1E2-898E-E8376E6E8C82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3090272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912305B2-A2A3-428A-0635-7A86CC3DA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1252694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5B63AD44-16B8-4955-A718-45120EE7C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C5BE205-0B30-94FE-7AE4-E6FDA24C9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818069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544F12-936A-6BE0-A441-29BFF535B7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134362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1BC2DF9E-A373-7814-2936-3C0211E9F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355052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BCCF6B7-5757-A115-419B-1A5670524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31929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4ADEE6E-EBA0-36C9-DCD6-5C77DA1B6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454945" y="5541040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00CE289-EA33-83D8-58ED-31FD74D9E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D2C985F-DA0C-7A93-0D69-835ABB44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2B1322E-1882-E820-E9B1-9AB203DFA6CC}"/>
                </a:ext>
              </a:extLst>
            </p:cNvPr>
            <p:cNvSpPr/>
            <p:nvPr/>
          </p:nvSpPr>
          <p:spPr>
            <a:xfrm>
              <a:off x="1339702" y="3125972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CF5AF0-79EE-10B8-E10A-D62DE04FBAAA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643998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FD0AC81-6B31-9EE2-137E-89208CF63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896386" y="3937740"/>
              <a:ext cx="266700" cy="2159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7C92127-9BB8-76BB-4EA5-DAD001596B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454101" y="3523069"/>
              <a:ext cx="279400" cy="2159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64714A3-6B1C-8539-5094-276C1739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67024" y="3246619"/>
              <a:ext cx="279400" cy="215900"/>
            </a:xfrm>
            <a:prstGeom prst="rect">
              <a:avLst/>
            </a:prstGeom>
          </p:spPr>
        </p:pic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43D7DF1-9A23-573B-891E-431B080C680F}"/>
                </a:ext>
              </a:extLst>
            </p:cNvPr>
            <p:cNvSpPr/>
            <p:nvPr/>
          </p:nvSpPr>
          <p:spPr>
            <a:xfrm>
              <a:off x="839985" y="3366810"/>
              <a:ext cx="149498" cy="1524167"/>
            </a:xfrm>
            <a:custGeom>
              <a:avLst/>
              <a:gdLst>
                <a:gd name="csX0" fmla="*/ 0 w 138223"/>
                <a:gd name="csY0" fmla="*/ 1765004 h 1775637"/>
                <a:gd name="csX1" fmla="*/ 85061 w 138223"/>
                <a:gd name="csY1" fmla="*/ 0 h 1775637"/>
                <a:gd name="csX2" fmla="*/ 138223 w 138223"/>
                <a:gd name="csY2" fmla="*/ 1775637 h 1775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38223" h="1775637">
                  <a:moveTo>
                    <a:pt x="0" y="1765004"/>
                  </a:moveTo>
                  <a:lnTo>
                    <a:pt x="85061" y="0"/>
                  </a:lnTo>
                  <a:lnTo>
                    <a:pt x="138223" y="1775637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70C9ED-F8D7-E160-1DF2-6E2908CA98F2}"/>
                </a:ext>
              </a:extLst>
            </p:cNvPr>
            <p:cNvSpPr/>
            <p:nvPr/>
          </p:nvSpPr>
          <p:spPr>
            <a:xfrm>
              <a:off x="839975" y="4710225"/>
              <a:ext cx="138223" cy="170121"/>
            </a:xfrm>
            <a:custGeom>
              <a:avLst/>
              <a:gdLst>
                <a:gd name="csX0" fmla="*/ 0 w 138223"/>
                <a:gd name="csY0" fmla="*/ 170121 h 170121"/>
                <a:gd name="csX1" fmla="*/ 21265 w 138223"/>
                <a:gd name="csY1" fmla="*/ 0 h 170121"/>
                <a:gd name="csX2" fmla="*/ 116958 w 138223"/>
                <a:gd name="csY2" fmla="*/ 0 h 170121"/>
                <a:gd name="csX3" fmla="*/ 138223 w 138223"/>
                <a:gd name="csY3" fmla="*/ 170121 h 170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8223" h="170121">
                  <a:moveTo>
                    <a:pt x="0" y="170121"/>
                  </a:moveTo>
                  <a:lnTo>
                    <a:pt x="21265" y="0"/>
                  </a:lnTo>
                  <a:lnTo>
                    <a:pt x="116958" y="0"/>
                  </a:lnTo>
                  <a:lnTo>
                    <a:pt x="138223" y="170121"/>
                  </a:lnTo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3170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48CE3-7516-28CC-EDE3-62AC1FC6D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41EF2EBC-DDE7-7D2C-7957-81C23A60979D}"/>
              </a:ext>
            </a:extLst>
          </p:cNvPr>
          <p:cNvGrpSpPr/>
          <p:nvPr/>
        </p:nvGrpSpPr>
        <p:grpSpPr>
          <a:xfrm>
            <a:off x="680484" y="90681"/>
            <a:ext cx="7889352" cy="6809848"/>
            <a:chOff x="680484" y="90681"/>
            <a:chExt cx="788935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8825B5-B8BF-6615-3298-40179D1F568E}"/>
                </a:ext>
              </a:extLst>
            </p:cNvPr>
            <p:cNvSpPr/>
            <p:nvPr/>
          </p:nvSpPr>
          <p:spPr>
            <a:xfrm>
              <a:off x="712379" y="55551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74DC7E-B145-63FD-4338-FBFF86AC6A1A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4E66953-021F-ABCA-4EC0-BDD717AF9E8B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240E6F9-BAD5-CA9F-8719-5B50379CE3B4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1799877-521D-1A90-606D-C7B89F018A91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9E2FF76-AE06-6A1B-8083-122AEE105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5557C18-42A6-E1D7-DB91-D3E6E7F3E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FA984D2-B235-D0BE-C08E-0E49653B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94741C9-E699-D582-E0DF-2637D7E3857F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AF57CDE6-2172-92ED-53FC-5568C21147F2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2C9D010-1C69-3156-E613-B99F74CADD18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755443-C8FD-DE1E-BABF-E2D8398B01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9D76F8F-06B2-73D7-634B-90940D205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5D8F60D4-3C78-8679-6BE5-7575B940C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63F1F572-7F2E-008C-8A57-F6FC03AA20B0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F2F1F0C-42DF-B928-123E-710ED456C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86E9FCC3-E183-D5F7-8774-6C1B61C77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CAEDA8F-D2A0-A15D-8ACB-B707889B7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1232CD-B88A-0F22-2D88-F8D2DC371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3A7A76C-8275-59DB-30E1-BD778950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61B7DFE-9A84-0329-FBBA-91D6B5C23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9726BA9-BD74-E77F-BF7F-F30F4671F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F1A9FC9E-9875-B474-2EE8-ABBF39EE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473C63-8FCC-52BE-82A5-1F45E027F120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F7549A5-3488-9D32-260F-048DDD7D572A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CB790EF-BD95-501D-0C67-045C4652A654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DA46620-1A4C-2745-1C39-3D29692DF2E5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6C96FFE-21C1-6709-2707-B99FC10E6A71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7C867EE-9CB1-B5EE-69EF-3E5CD9067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1003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50DD3-9E23-B437-3C39-F8B96783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061CD64-5CE3-5EB9-C573-F4701D4095A1}"/>
              </a:ext>
            </a:extLst>
          </p:cNvPr>
          <p:cNvGrpSpPr/>
          <p:nvPr/>
        </p:nvGrpSpPr>
        <p:grpSpPr>
          <a:xfrm>
            <a:off x="-202462" y="90681"/>
            <a:ext cx="8772298" cy="6809848"/>
            <a:chOff x="-202462" y="90681"/>
            <a:chExt cx="8772298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0ED6DE4-C9CF-642B-2EF0-726D65D452D6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3DC62A-A89F-E790-5CDC-29BE28CFF35D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6BF8018-5A77-FF02-3167-BE058F606979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ECE546-0935-1D87-EBB4-40628731DBD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9F645A0-4B80-FE8C-0578-1BC6683A104E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F96DA64-2571-73EB-6C0A-46D6F5A02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A61FFDB-69D3-BE10-B82C-2501C4736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399AA62-B6AA-DA47-C9CB-56928CF63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CEA784E-1B9D-30C5-F115-DD98AC108EE5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77D4B39-4573-BD6C-6EF7-A3EB37A91E06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2040CC1-723B-290C-A3F8-70C66DB17334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E360266-E7E0-1251-A514-C88552CE4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38514F29-C25B-436E-96DD-0DD6F577A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1ABB23A-CBFB-D9F9-9043-0BC82645C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0315C24-EAD6-8E5F-D3D0-BF14429E97E4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8EEC8F3-F8F7-BAC1-5031-8171720A0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E17D23A7-873E-1303-E8BF-A654A8E96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19838CA5-A09F-6555-B346-4CCB4DCC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22EA37B6-5416-429C-7B1E-E98634CA5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38DC44F-48E2-A91B-5556-FFF70B142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3240C3A-E8D5-20C9-D090-78F011D5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74036612-2E9D-ABD7-DF2A-153113A08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90724069-66FE-0D08-75F5-C123FF64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4EE977A-A308-003A-519F-166E5AFE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EB8B9D2-F008-829B-F64E-75D9873DBD48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979535-23F4-193F-9519-CE9253073EA8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435E902-931E-E7B9-2610-109D09DB4EF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82A197F-9B65-25C6-1825-4090462239E3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9AE6934-3562-2751-72A1-3C1913D98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6EC532B-C95E-8E25-C321-00258F6434E6}"/>
                </a:ext>
              </a:extLst>
            </p:cNvPr>
            <p:cNvSpPr/>
            <p:nvPr/>
          </p:nvSpPr>
          <p:spPr>
            <a:xfrm>
              <a:off x="-202462" y="5156208"/>
              <a:ext cx="2359310" cy="393028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17109" h="178687">
                  <a:moveTo>
                    <a:pt x="0" y="177432"/>
                  </a:moveTo>
                  <a:cubicBezTo>
                    <a:pt x="265814" y="140513"/>
                    <a:pt x="521574" y="-208"/>
                    <a:pt x="791092" y="1"/>
                  </a:cubicBezTo>
                  <a:cubicBezTo>
                    <a:pt x="1060610" y="210"/>
                    <a:pt x="1355725" y="138815"/>
                    <a:pt x="1617109" y="178687"/>
                  </a:cubicBezTo>
                </a:path>
              </a:pathLst>
            </a:custGeom>
            <a:solidFill>
              <a:srgbClr val="00B0F0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187DF51-C7CF-DE47-7CEB-0B2CAB25F758}"/>
                </a:ext>
              </a:extLst>
            </p:cNvPr>
            <p:cNvSpPr/>
            <p:nvPr/>
          </p:nvSpPr>
          <p:spPr>
            <a:xfrm>
              <a:off x="990600" y="2755900"/>
              <a:ext cx="4470400" cy="2374900"/>
            </a:xfrm>
            <a:custGeom>
              <a:avLst/>
              <a:gdLst>
                <a:gd name="csX0" fmla="*/ 0 w 4470400"/>
                <a:gd name="csY0" fmla="*/ 0 h 2374900"/>
                <a:gd name="csX1" fmla="*/ 342900 w 4470400"/>
                <a:gd name="csY1" fmla="*/ 393700 h 2374900"/>
                <a:gd name="csX2" fmla="*/ 4470400 w 4470400"/>
                <a:gd name="csY2" fmla="*/ 2374900 h 2374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70400" h="2374900">
                  <a:moveTo>
                    <a:pt x="0" y="0"/>
                  </a:moveTo>
                  <a:lnTo>
                    <a:pt x="342900" y="393700"/>
                  </a:lnTo>
                  <a:lnTo>
                    <a:pt x="4470400" y="2374900"/>
                  </a:ln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D61984-D8B1-3902-EA67-DBD073778A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3629" y="5130800"/>
              <a:ext cx="4497371" cy="10347"/>
            </a:xfrm>
            <a:prstGeom prst="line">
              <a:avLst/>
            </a:prstGeom>
            <a:ln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1AE0D61-445A-96A1-AFE0-DC311AAE6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581650" y="4991100"/>
              <a:ext cx="266700" cy="2286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915BCCE-0F3F-FEE4-1780-EAD17E7462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84300" y="3460750"/>
              <a:ext cx="279400" cy="215900"/>
            </a:xfrm>
            <a:prstGeom prst="rect">
              <a:avLst/>
            </a:prstGeom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6A96C3-0420-1AF1-6643-04290C42D210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1663700" y="3460750"/>
              <a:ext cx="4231563" cy="21189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4214B5B-BFC0-4452-A578-FBF1474871C6}"/>
                </a:ext>
              </a:extLst>
            </p:cNvPr>
            <p:cNvSpPr/>
            <p:nvPr/>
          </p:nvSpPr>
          <p:spPr>
            <a:xfrm>
              <a:off x="1346200" y="3149600"/>
              <a:ext cx="4546600" cy="2425700"/>
            </a:xfrm>
            <a:custGeom>
              <a:avLst/>
              <a:gdLst>
                <a:gd name="csX0" fmla="*/ 0 w 4546600"/>
                <a:gd name="csY0" fmla="*/ 0 h 2425700"/>
                <a:gd name="csX1" fmla="*/ 4546600 w 4546600"/>
                <a:gd name="csY1" fmla="*/ 2425700 h 2425700"/>
                <a:gd name="csX2" fmla="*/ 4140200 w 4546600"/>
                <a:gd name="csY2" fmla="*/ 2006600 h 2425700"/>
                <a:gd name="csX3" fmla="*/ 0 w 4546600"/>
                <a:gd name="csY3" fmla="*/ 0 h 2425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46600" h="2425700">
                  <a:moveTo>
                    <a:pt x="0" y="0"/>
                  </a:moveTo>
                  <a:lnTo>
                    <a:pt x="4546600" y="2425700"/>
                  </a:lnTo>
                  <a:lnTo>
                    <a:pt x="4140200" y="2006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C3106A65-22D2-256F-84CE-FFB68A02606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97745" y="5464840"/>
            <a:ext cx="190500" cy="17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2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B6D3F-80B7-8F1A-F75B-106379AD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9774AA2-5AB2-95D7-0659-77E62FDD11E7}"/>
              </a:ext>
            </a:extLst>
          </p:cNvPr>
          <p:cNvGrpSpPr/>
          <p:nvPr/>
        </p:nvGrpSpPr>
        <p:grpSpPr>
          <a:xfrm>
            <a:off x="546514" y="90681"/>
            <a:ext cx="8023322" cy="6809848"/>
            <a:chOff x="546514" y="90681"/>
            <a:chExt cx="802332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A67E5D-C6BE-3A4F-ECE9-121ED992580A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3C9246-A310-E3E2-4CBA-20FF84025636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5A7C741-0427-6673-8BDC-32947F164101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740DBF5-4103-697F-4D3A-279F71262498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CE1FD5D-B3C7-1C9F-49E8-CD5192423935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B1C88BDC-44F7-DCAF-6A7D-A4A242D07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C62E390-0773-0313-E920-A8A0804A9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A36EC8F-281B-E6E2-50C8-1F023EB78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9196FE-8E17-F5BA-18FC-67FBF6D4BE19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12F6AED4-07D0-C878-18FB-374FEB1196DB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9B99994-2223-7B93-30E8-9F4B6E2AC8B3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8B94EC-550E-3133-36E0-A05C7EB688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BCBA84A-D6C7-28AD-3E30-046F10733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EB8551-1272-F603-98A6-76002E34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457622F-1D1E-D4F8-2EAE-5B838C8D3B87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C5A686C6-D1CF-F5E6-5D61-15E9A63BB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F09405-83A3-9019-9B63-A8404409A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8F965AE-052A-43E6-0A35-560BE722F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F780558-E129-5A1D-3C2F-CB9E9A681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BA96AE7-D3F8-9696-F4C7-ED7D7F75D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7DF4B5B-7E9A-A27A-611B-C0B069CD3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A69EE21-2809-1D21-1D47-B98A6DC53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58CCFAE7-BFC8-57CF-982F-9E56D6215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478A380-03B5-A456-4C06-46587B5600E6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248B6CF-643C-4F12-4DAB-7EE5F0ABDA30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F9A899-F7B1-AF75-83EA-91741C2E421A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5321AEB-9D7E-A119-CFC2-60EE07A112B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1AD8C57-BFC7-977E-84A8-BDCD1C40D1EC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ED58226-3BB5-5D91-3F7A-3458F72F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D2B33833-0D09-C2AC-3740-7D1617C64BB3}"/>
                </a:ext>
              </a:extLst>
            </p:cNvPr>
            <p:cNvSpPr/>
            <p:nvPr/>
          </p:nvSpPr>
          <p:spPr>
            <a:xfrm>
              <a:off x="546514" y="3111853"/>
              <a:ext cx="298121" cy="2430559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  <a:gd name="csX0" fmla="*/ 0 w 1617109"/>
                <a:gd name="csY0" fmla="*/ 191339 h 192594"/>
                <a:gd name="csX1" fmla="*/ 791092 w 1617109"/>
                <a:gd name="csY1" fmla="*/ 13908 h 192594"/>
                <a:gd name="csX2" fmla="*/ 955000 w 1617109"/>
                <a:gd name="csY2" fmla="*/ 31745 h 192594"/>
                <a:gd name="csX3" fmla="*/ 1617109 w 1617109"/>
                <a:gd name="csY3" fmla="*/ 192594 h 192594"/>
                <a:gd name="csX0" fmla="*/ 0 w 1617109"/>
                <a:gd name="csY0" fmla="*/ 191339 h 192594"/>
                <a:gd name="csX1" fmla="*/ 589228 w 1617109"/>
                <a:gd name="csY1" fmla="*/ 30804 h 192594"/>
                <a:gd name="csX2" fmla="*/ 791092 w 1617109"/>
                <a:gd name="csY2" fmla="*/ 13908 h 192594"/>
                <a:gd name="csX3" fmla="*/ 955000 w 1617109"/>
                <a:gd name="csY3" fmla="*/ 31745 h 192594"/>
                <a:gd name="csX4" fmla="*/ 1617109 w 1617109"/>
                <a:gd name="csY4" fmla="*/ 192594 h 192594"/>
                <a:gd name="csX0" fmla="*/ 0 w 1617109"/>
                <a:gd name="csY0" fmla="*/ 180156 h 181411"/>
                <a:gd name="csX1" fmla="*/ 589228 w 1617109"/>
                <a:gd name="csY1" fmla="*/ 19621 h 181411"/>
                <a:gd name="csX2" fmla="*/ 955000 w 1617109"/>
                <a:gd name="csY2" fmla="*/ 20562 h 181411"/>
                <a:gd name="csX3" fmla="*/ 1617109 w 1617109"/>
                <a:gd name="csY3" fmla="*/ 181411 h 181411"/>
                <a:gd name="csX0" fmla="*/ 0 w 1617109"/>
                <a:gd name="csY0" fmla="*/ 171832 h 173087"/>
                <a:gd name="csX1" fmla="*/ 589228 w 1617109"/>
                <a:gd name="csY1" fmla="*/ 11297 h 173087"/>
                <a:gd name="csX2" fmla="*/ 955000 w 1617109"/>
                <a:gd name="csY2" fmla="*/ 12238 h 173087"/>
                <a:gd name="csX3" fmla="*/ 1617109 w 1617109"/>
                <a:gd name="csY3" fmla="*/ 173087 h 173087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955000 w 1617109"/>
                <a:gd name="csY2" fmla="*/ 941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124724"/>
                <a:gd name="csY0" fmla="*/ 160535 h 161084"/>
                <a:gd name="csX1" fmla="*/ 589228 w 1124724"/>
                <a:gd name="csY1" fmla="*/ 0 h 161084"/>
                <a:gd name="csX2" fmla="*/ 1046443 w 1124724"/>
                <a:gd name="csY2" fmla="*/ 0 h 161084"/>
                <a:gd name="csX3" fmla="*/ 1124724 w 1124724"/>
                <a:gd name="csY3" fmla="*/ 161084 h 161084"/>
                <a:gd name="csX0" fmla="*/ 0 w 653441"/>
                <a:gd name="csY0" fmla="*/ 161476 h 161476"/>
                <a:gd name="csX1" fmla="*/ 117945 w 653441"/>
                <a:gd name="csY1" fmla="*/ 0 h 161476"/>
                <a:gd name="csX2" fmla="*/ 575160 w 653441"/>
                <a:gd name="csY2" fmla="*/ 0 h 161476"/>
                <a:gd name="csX3" fmla="*/ 653441 w 653441"/>
                <a:gd name="csY3" fmla="*/ 161084 h 161476"/>
                <a:gd name="csX0" fmla="*/ 0 w 653441"/>
                <a:gd name="csY0" fmla="*/ 161476 h 162731"/>
                <a:gd name="csX1" fmla="*/ 117945 w 653441"/>
                <a:gd name="csY1" fmla="*/ 0 h 162731"/>
                <a:gd name="csX2" fmla="*/ 575160 w 653441"/>
                <a:gd name="csY2" fmla="*/ 0 h 162731"/>
                <a:gd name="csX3" fmla="*/ 653441 w 653441"/>
                <a:gd name="csY3" fmla="*/ 162731 h 162731"/>
                <a:gd name="csX0" fmla="*/ 0 w 660475"/>
                <a:gd name="csY0" fmla="*/ 161476 h 161476"/>
                <a:gd name="csX1" fmla="*/ 117945 w 660475"/>
                <a:gd name="csY1" fmla="*/ 0 h 161476"/>
                <a:gd name="csX2" fmla="*/ 575160 w 660475"/>
                <a:gd name="csY2" fmla="*/ 0 h 161476"/>
                <a:gd name="csX3" fmla="*/ 660475 w 660475"/>
                <a:gd name="csY3" fmla="*/ 161320 h 161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60475" h="161476">
                  <a:moveTo>
                    <a:pt x="0" y="161476"/>
                  </a:moveTo>
                  <a:cubicBezTo>
                    <a:pt x="98205" y="134720"/>
                    <a:pt x="92425" y="27775"/>
                    <a:pt x="117945" y="0"/>
                  </a:cubicBezTo>
                  <a:lnTo>
                    <a:pt x="575160" y="0"/>
                  </a:lnTo>
                  <a:cubicBezTo>
                    <a:pt x="558078" y="30722"/>
                    <a:pt x="550123" y="134512"/>
                    <a:pt x="660475" y="161320"/>
                  </a:cubicBezTo>
                </a:path>
              </a:pathLst>
            </a:custGeom>
            <a:pattFill prst="sphere">
              <a:fgClr>
                <a:srgbClr val="FFC000"/>
              </a:fgClr>
              <a:bgClr>
                <a:srgbClr val="00B0F0"/>
              </a:bgClr>
            </a:patt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351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A8319626-4FCB-503E-9C6A-5FE36B58081C}"/>
              </a:ext>
            </a:extLst>
          </p:cNvPr>
          <p:cNvGrpSpPr/>
          <p:nvPr/>
        </p:nvGrpSpPr>
        <p:grpSpPr>
          <a:xfrm>
            <a:off x="1410182" y="460978"/>
            <a:ext cx="5538805" cy="3852589"/>
            <a:chOff x="1410182" y="460978"/>
            <a:chExt cx="5538805" cy="3852589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5210F3F-9B1E-FE2D-FE21-A1A8443A15B4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1403498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7AD9660-6959-F528-243D-4BA43EFE6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4823" y="1018067"/>
              <a:ext cx="622300" cy="2286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D2B8C9-072D-C504-F2AC-E11465F9F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544" y="4059567"/>
              <a:ext cx="241300" cy="254000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ECA1E16-15D0-B71A-FE7B-3CE06BC1E8DD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2918637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54D325D0-45BF-6FDF-A246-3DC82BED8F8F}"/>
                </a:ext>
              </a:extLst>
            </p:cNvPr>
            <p:cNvSpPr/>
            <p:nvPr/>
          </p:nvSpPr>
          <p:spPr>
            <a:xfrm>
              <a:off x="2062719" y="1217425"/>
              <a:ext cx="580750" cy="146463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3EE77622-4949-7011-3702-7C68BEEB4E83}"/>
                </a:ext>
              </a:extLst>
            </p:cNvPr>
            <p:cNvSpPr/>
            <p:nvPr/>
          </p:nvSpPr>
          <p:spPr>
            <a:xfrm>
              <a:off x="2066260" y="2783952"/>
              <a:ext cx="580750" cy="127561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6E3EBFE-FCE9-0AEE-9CBB-61AD22112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44322" y="3320901"/>
              <a:ext cx="254000" cy="152400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C09E97-224A-24BD-78A1-6993C00D77FB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1393852"/>
              <a:ext cx="0" cy="834654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AC9AC2E-ECEB-6517-5F73-4BCC387B3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14595" y="1008421"/>
              <a:ext cx="622300" cy="2286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8208DA6-195F-2140-50B8-7D581117D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3316" y="4049921"/>
              <a:ext cx="241300" cy="254000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1F412-702C-A148-FEE9-77F3C70D88B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2682060"/>
              <a:ext cx="0" cy="1247656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086EA95A-07D1-7963-C614-13E302030B0B}"/>
                </a:ext>
              </a:extLst>
            </p:cNvPr>
            <p:cNvSpPr/>
            <p:nvPr/>
          </p:nvSpPr>
          <p:spPr>
            <a:xfrm>
              <a:off x="5062491" y="1207780"/>
              <a:ext cx="580750" cy="1020726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e 23">
              <a:extLst>
                <a:ext uri="{FF2B5EF4-FFF2-40B4-BE49-F238E27FC236}">
                  <a16:creationId xmlns:a16="http://schemas.microsoft.com/office/drawing/2014/main" id="{7B3FCEBA-076B-BCB3-371D-6D95B1746A63}"/>
                </a:ext>
              </a:extLst>
            </p:cNvPr>
            <p:cNvSpPr/>
            <p:nvPr/>
          </p:nvSpPr>
          <p:spPr>
            <a:xfrm>
              <a:off x="5066032" y="2424224"/>
              <a:ext cx="538608" cy="1625698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63406FD-0E73-7795-84C0-5CE25B155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09369" y="3160784"/>
              <a:ext cx="254000" cy="1524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231EC986-EE35-18A2-8850-8CE21BE74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80224" y="1691270"/>
              <a:ext cx="203200" cy="165100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8FADC2-DB57-9A9A-6850-49D610175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70579" y="3035861"/>
              <a:ext cx="203200" cy="1651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7E7297D-8889-6EE7-E871-F63363EC6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5405" y="1830170"/>
              <a:ext cx="254000" cy="1651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49FE63C6-E15E-1319-45F3-BE310B3E1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7333" y="3255784"/>
              <a:ext cx="254000" cy="165100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B171879-A2EC-ED53-8BBB-905474110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942464" y="2538069"/>
              <a:ext cx="596900" cy="2540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8160F0F-036C-71A0-D1B7-C9D3CF671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51949" y="2271851"/>
              <a:ext cx="558800" cy="254000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68B358-A5E4-E587-F00C-11D09526C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08421" y="1620698"/>
              <a:ext cx="520700" cy="190500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4D77164-BBD8-CCA3-A559-608C443EB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491527" y="1852195"/>
              <a:ext cx="558800" cy="19050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51724FF9-FB4B-670F-F260-B9C63199D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10182" y="460978"/>
              <a:ext cx="2133600" cy="2413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39B240F-595F-16D5-E2B1-F27BA2A3A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764587" y="507279"/>
              <a:ext cx="21844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1942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1320</TotalTime>
  <Words>18</Words>
  <Application>Microsoft Macintosh PowerPoint</Application>
  <PresentationFormat>On-screen Show (4:3)</PresentationFormat>
  <Paragraphs>11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Plaatjes RWS-ARK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 Olsthoorn</dc:creator>
  <cp:lastModifiedBy>Theo Olsthoorn</cp:lastModifiedBy>
  <cp:revision>3</cp:revision>
  <dcterms:created xsi:type="dcterms:W3CDTF">2026-04-18T15:34:43Z</dcterms:created>
  <dcterms:modified xsi:type="dcterms:W3CDTF">2026-06-12T23:46:32Z</dcterms:modified>
</cp:coreProperties>
</file>