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6" r:id="rId12"/>
    <p:sldId id="267" r:id="rId13"/>
    <p:sldId id="269" r:id="rId14"/>
    <p:sldId id="268" r:id="rId15"/>
    <p:sldId id="265" r:id="rId16"/>
    <p:sldId id="270" r:id="rId17"/>
    <p:sldId id="272" r:id="rId18"/>
    <p:sldId id="273" r:id="rId19"/>
    <p:sldId id="277" r:id="rId20"/>
    <p:sldId id="278" r:id="rId21"/>
    <p:sldId id="274" r:id="rId22"/>
    <p:sldId id="275" r:id="rId23"/>
    <p:sldId id="276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51"/>
    <a:srgbClr val="0191C9"/>
    <a:srgbClr val="C64100"/>
    <a:srgbClr val="AAFFF5"/>
    <a:srgbClr val="D18228"/>
    <a:srgbClr val="982F0B"/>
    <a:srgbClr val="941100"/>
    <a:srgbClr val="FFFF50"/>
    <a:srgbClr val="29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41"/>
    <p:restoredTop sz="94674"/>
  </p:normalViewPr>
  <p:slideViewPr>
    <p:cSldViewPr showGuides="1">
      <p:cViewPr>
        <p:scale>
          <a:sx n="79" d="100"/>
          <a:sy n="79" d="100"/>
        </p:scale>
        <p:origin x="2744" y="17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48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0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2AFF-9C84-4369-3E08-C3021EC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BAA38-B859-6072-62A0-A09FE915B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252DF-C4BF-8C58-140D-DF24AECB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5897E-65DA-C40A-C436-6C3AA3269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32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431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029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98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13" Type="http://schemas.openxmlformats.org/officeDocument/2006/relationships/image" Target="../media/image34.emf"/><Relationship Id="rId18" Type="http://schemas.openxmlformats.org/officeDocument/2006/relationships/image" Target="../media/image39.emf"/><Relationship Id="rId3" Type="http://schemas.openxmlformats.org/officeDocument/2006/relationships/image" Target="../media/image24.emf"/><Relationship Id="rId21" Type="http://schemas.openxmlformats.org/officeDocument/2006/relationships/image" Target="../media/image42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17" Type="http://schemas.openxmlformats.org/officeDocument/2006/relationships/image" Target="../media/image38.emf"/><Relationship Id="rId2" Type="http://schemas.openxmlformats.org/officeDocument/2006/relationships/image" Target="../media/image23.emf"/><Relationship Id="rId16" Type="http://schemas.openxmlformats.org/officeDocument/2006/relationships/image" Target="../media/image37.emf"/><Relationship Id="rId20" Type="http://schemas.openxmlformats.org/officeDocument/2006/relationships/image" Target="../media/image4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5" Type="http://schemas.openxmlformats.org/officeDocument/2006/relationships/image" Target="../media/image36.emf"/><Relationship Id="rId10" Type="http://schemas.openxmlformats.org/officeDocument/2006/relationships/image" Target="../media/image31.emf"/><Relationship Id="rId19" Type="http://schemas.openxmlformats.org/officeDocument/2006/relationships/image" Target="../media/image40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Relationship Id="rId14" Type="http://schemas.openxmlformats.org/officeDocument/2006/relationships/image" Target="../media/image35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12" Type="http://schemas.openxmlformats.org/officeDocument/2006/relationships/image" Target="../media/image53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11" Type="http://schemas.openxmlformats.org/officeDocument/2006/relationships/image" Target="../media/image52.emf"/><Relationship Id="rId5" Type="http://schemas.openxmlformats.org/officeDocument/2006/relationships/image" Target="../media/image46.emf"/><Relationship Id="rId10" Type="http://schemas.openxmlformats.org/officeDocument/2006/relationships/image" Target="../media/image51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0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emf"/><Relationship Id="rId3" Type="http://schemas.openxmlformats.org/officeDocument/2006/relationships/image" Target="../media/image65.png"/><Relationship Id="rId7" Type="http://schemas.openxmlformats.org/officeDocument/2006/relationships/image" Target="../media/image69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emf"/><Relationship Id="rId5" Type="http://schemas.openxmlformats.org/officeDocument/2006/relationships/image" Target="../media/image67.emf"/><Relationship Id="rId10" Type="http://schemas.openxmlformats.org/officeDocument/2006/relationships/image" Target="../media/image72.emf"/><Relationship Id="rId4" Type="http://schemas.openxmlformats.org/officeDocument/2006/relationships/image" Target="../media/image66.emf"/><Relationship Id="rId9" Type="http://schemas.openxmlformats.org/officeDocument/2006/relationships/image" Target="../media/image71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5BCEF2C-F326-C0AD-3E90-8917C7947A22}"/>
              </a:ext>
            </a:extLst>
          </p:cNvPr>
          <p:cNvGrpSpPr/>
          <p:nvPr/>
        </p:nvGrpSpPr>
        <p:grpSpPr>
          <a:xfrm>
            <a:off x="323410" y="336890"/>
            <a:ext cx="4320600" cy="4100250"/>
            <a:chOff x="323410" y="336890"/>
            <a:chExt cx="4320600" cy="4100250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7B81E39-58C9-4687-1C85-7644E621AE84}"/>
                </a:ext>
              </a:extLst>
            </p:cNvPr>
            <p:cNvGrpSpPr/>
            <p:nvPr/>
          </p:nvGrpSpPr>
          <p:grpSpPr>
            <a:xfrm>
              <a:off x="669819" y="1772273"/>
              <a:ext cx="3110052" cy="2574120"/>
              <a:chOff x="669819" y="1772273"/>
              <a:chExt cx="3110052" cy="257412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9E3DE5-C5E8-8BD4-A878-C7CF5389E1C9}"/>
                  </a:ext>
                </a:extLst>
              </p:cNvPr>
              <p:cNvSpPr/>
              <p:nvPr/>
            </p:nvSpPr>
            <p:spPr>
              <a:xfrm>
                <a:off x="683459" y="2058990"/>
                <a:ext cx="3096411" cy="1145695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03BB2F92-EB25-9511-FB76-500193C4E70B}"/>
                  </a:ext>
                </a:extLst>
              </p:cNvPr>
              <p:cNvSpPr/>
              <p:nvPr/>
            </p:nvSpPr>
            <p:spPr>
              <a:xfrm>
                <a:off x="669819" y="1772273"/>
                <a:ext cx="3096411" cy="28661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1987D5B-C3FC-C98E-4A7F-BB64356E6BE8}"/>
                  </a:ext>
                </a:extLst>
              </p:cNvPr>
              <p:cNvSpPr/>
              <p:nvPr/>
            </p:nvSpPr>
            <p:spPr>
              <a:xfrm>
                <a:off x="683460" y="3200698"/>
                <a:ext cx="3096411" cy="1145695"/>
              </a:xfrm>
              <a:prstGeom prst="rect">
                <a:avLst/>
              </a:prstGeom>
              <a:solidFill>
                <a:srgbClr val="FFFF00">
                  <a:alpha val="2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64BE177-4A0C-F605-30E6-1BD832D0717C}"/>
                </a:ext>
              </a:extLst>
            </p:cNvPr>
            <p:cNvSpPr/>
            <p:nvPr/>
          </p:nvSpPr>
          <p:spPr>
            <a:xfrm>
              <a:off x="675773" y="2060810"/>
              <a:ext cx="223713" cy="365156"/>
            </a:xfrm>
            <a:custGeom>
              <a:avLst/>
              <a:gdLst>
                <a:gd name="csX0" fmla="*/ 0 w 211016"/>
                <a:gd name="csY0" fmla="*/ 228600 h 237392"/>
                <a:gd name="csX1" fmla="*/ 158262 w 211016"/>
                <a:gd name="csY1" fmla="*/ 237392 h 237392"/>
                <a:gd name="csX2" fmla="*/ 211016 w 211016"/>
                <a:gd name="csY2" fmla="*/ 0 h 237392"/>
                <a:gd name="csX3" fmla="*/ 17585 w 211016"/>
                <a:gd name="csY3" fmla="*/ 0 h 237392"/>
                <a:gd name="csX0" fmla="*/ 17340 w 193431"/>
                <a:gd name="csY0" fmla="*/ 241300 h 241300"/>
                <a:gd name="csX1" fmla="*/ 140677 w 193431"/>
                <a:gd name="csY1" fmla="*/ 237392 h 241300"/>
                <a:gd name="csX2" fmla="*/ 193431 w 193431"/>
                <a:gd name="csY2" fmla="*/ 0 h 241300"/>
                <a:gd name="csX3" fmla="*/ 0 w 193431"/>
                <a:gd name="csY3" fmla="*/ 0 h 241300"/>
                <a:gd name="csX0" fmla="*/ 4640 w 193431"/>
                <a:gd name="csY0" fmla="*/ 238125 h 238125"/>
                <a:gd name="csX1" fmla="*/ 140677 w 193431"/>
                <a:gd name="csY1" fmla="*/ 237392 h 238125"/>
                <a:gd name="csX2" fmla="*/ 193431 w 193431"/>
                <a:gd name="csY2" fmla="*/ 0 h 238125"/>
                <a:gd name="csX3" fmla="*/ 0 w 193431"/>
                <a:gd name="csY3" fmla="*/ 0 h 238125"/>
                <a:gd name="csX0" fmla="*/ 0 w 198316"/>
                <a:gd name="csY0" fmla="*/ 238125 h 238125"/>
                <a:gd name="csX1" fmla="*/ 145562 w 198316"/>
                <a:gd name="csY1" fmla="*/ 237392 h 238125"/>
                <a:gd name="csX2" fmla="*/ 198316 w 198316"/>
                <a:gd name="csY2" fmla="*/ 0 h 238125"/>
                <a:gd name="csX3" fmla="*/ 4885 w 198316"/>
                <a:gd name="csY3" fmla="*/ 0 h 238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98316" h="238125">
                  <a:moveTo>
                    <a:pt x="0" y="238125"/>
                  </a:moveTo>
                  <a:lnTo>
                    <a:pt x="145562" y="237392"/>
                  </a:lnTo>
                  <a:lnTo>
                    <a:pt x="198316" y="0"/>
                  </a:lnTo>
                  <a:lnTo>
                    <a:pt x="4885" y="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E62664D-7BB1-622F-47BE-51BA740ADB14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302480"/>
              <a:ext cx="0" cy="313466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986B24-EE43-539C-536A-1B3D0D4FBC4A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F410A8-D0B8-68AB-E880-B3596FDB12B2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3212970"/>
              <a:ext cx="281076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5D70E98-DEBD-1AF7-43EF-3DAFF9A6F3E0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2687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E99425E-6872-7E8E-346C-D0649ED5E9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9888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BC7E54-0E80-D2CB-8FA7-D8E818B34A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27089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4437F07-7722-59AE-516C-1AE480673ECC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34290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CB32668-0B5D-4421-46A9-A305C3C760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41491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F4505D0-B5C0-EF53-4CEF-AA8DE6FA236B}"/>
                </a:ext>
              </a:extLst>
            </p:cNvPr>
            <p:cNvSpPr/>
            <p:nvPr/>
          </p:nvSpPr>
          <p:spPr>
            <a:xfrm>
              <a:off x="683460" y="1772771"/>
              <a:ext cx="263769" cy="647988"/>
            </a:xfrm>
            <a:custGeom>
              <a:avLst/>
              <a:gdLst>
                <a:gd name="csX0" fmla="*/ 0 w 263769"/>
                <a:gd name="csY0" fmla="*/ 677007 h 677007"/>
                <a:gd name="csX1" fmla="*/ 140677 w 263769"/>
                <a:gd name="csY1" fmla="*/ 677007 h 677007"/>
                <a:gd name="csX2" fmla="*/ 263769 w 263769"/>
                <a:gd name="csY2" fmla="*/ 0 h 677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63769" h="677007">
                  <a:moveTo>
                    <a:pt x="0" y="677007"/>
                  </a:moveTo>
                  <a:lnTo>
                    <a:pt x="140677" y="677007"/>
                  </a:lnTo>
                  <a:lnTo>
                    <a:pt x="263769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70A9539-6B2A-6803-93AF-AB0463940AFB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947229" y="1772771"/>
              <a:ext cx="28350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5C5E24D-E597-1606-444D-E9E27626F44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877148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CB6D648-B70D-3289-7EFE-B47783E4AA4B}"/>
                </a:ext>
              </a:extLst>
            </p:cNvPr>
            <p:cNvCxnSpPr>
              <a:cxnSpLocks/>
            </p:cNvCxnSpPr>
            <p:nvPr/>
          </p:nvCxnSpPr>
          <p:spPr>
            <a:xfrm>
              <a:off x="971710" y="1773270"/>
              <a:ext cx="252350" cy="28754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13CC207-8038-01ED-1843-6D0C9E8B8B3B}"/>
                </a:ext>
              </a:extLst>
            </p:cNvPr>
            <p:cNvCxnSpPr>
              <a:cxnSpLocks/>
            </p:cNvCxnSpPr>
            <p:nvPr/>
          </p:nvCxnSpPr>
          <p:spPr>
            <a:xfrm>
              <a:off x="1224060" y="2061310"/>
              <a:ext cx="1216956" cy="116459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9E2D42C-ED81-AF99-8A16-18FFBA0E7CA5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53218"/>
              <a:ext cx="1584000" cy="1168132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7A0F833-D598-7EEF-C55E-9AA5A7E8FDA3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772770"/>
              <a:ext cx="1518235" cy="1448485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64BE027-95F7-657D-9968-092E1E129629}"/>
                </a:ext>
              </a:extLst>
            </p:cNvPr>
            <p:cNvCxnSpPr>
              <a:cxnSpLocks/>
            </p:cNvCxnSpPr>
            <p:nvPr/>
          </p:nvCxnSpPr>
          <p:spPr>
            <a:xfrm>
              <a:off x="2483710" y="3213071"/>
              <a:ext cx="1298550" cy="65217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6E1EC8B-2441-88F1-1235-4C9461A9D3F5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00" y="3212970"/>
              <a:ext cx="1296180" cy="65228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87F3E22-C759-8084-CB7C-6BCB5EE628FA}"/>
                </a:ext>
              </a:extLst>
            </p:cNvPr>
            <p:cNvCxnSpPr>
              <a:cxnSpLocks/>
            </p:cNvCxnSpPr>
            <p:nvPr/>
          </p:nvCxnSpPr>
          <p:spPr>
            <a:xfrm>
              <a:off x="2522616" y="3197503"/>
              <a:ext cx="656278" cy="667747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C9BE51A-9DD9-F412-9B83-71C0F8164550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359650" cy="35994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EB04AE-340F-AAA9-8A13-7EB1A5F6BCF0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0" y="2420860"/>
              <a:ext cx="1149078" cy="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74CFE9E-9C2C-6B1C-EC37-9E3F9D24D75A}"/>
                </a:ext>
              </a:extLst>
            </p:cNvPr>
            <p:cNvCxnSpPr>
              <a:cxnSpLocks/>
            </p:cNvCxnSpPr>
            <p:nvPr/>
          </p:nvCxnSpPr>
          <p:spPr>
            <a:xfrm>
              <a:off x="1331150" y="2420759"/>
              <a:ext cx="1109866" cy="80515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46A3849-7C3D-C24D-8933-4DE2BF239753}"/>
                </a:ext>
              </a:extLst>
            </p:cNvPr>
            <p:cNvSpPr/>
            <p:nvPr/>
          </p:nvSpPr>
          <p:spPr>
            <a:xfrm>
              <a:off x="988965" y="2068192"/>
              <a:ext cx="1667897" cy="1271526"/>
            </a:xfrm>
            <a:custGeom>
              <a:avLst/>
              <a:gdLst>
                <a:gd name="csX0" fmla="*/ 0 w 1667897"/>
                <a:gd name="csY0" fmla="*/ 0 h 1271526"/>
                <a:gd name="csX1" fmla="*/ 349277 w 1667897"/>
                <a:gd name="csY1" fmla="*/ 361051 h 1271526"/>
                <a:gd name="csX2" fmla="*/ 1448127 w 1667897"/>
                <a:gd name="csY2" fmla="*/ 1161641 h 1271526"/>
                <a:gd name="csX3" fmla="*/ 1667897 w 1667897"/>
                <a:gd name="csY3" fmla="*/ 1271526 h 1271526"/>
                <a:gd name="csX4" fmla="*/ 1546238 w 1667897"/>
                <a:gd name="csY4" fmla="*/ 1138095 h 1271526"/>
                <a:gd name="csX5" fmla="*/ 0 w 1667897"/>
                <a:gd name="csY5" fmla="*/ 0 h 127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67897" h="1271526">
                  <a:moveTo>
                    <a:pt x="0" y="0"/>
                  </a:moveTo>
                  <a:lnTo>
                    <a:pt x="349277" y="361051"/>
                  </a:lnTo>
                  <a:lnTo>
                    <a:pt x="1448127" y="1161641"/>
                  </a:lnTo>
                  <a:lnTo>
                    <a:pt x="1667897" y="1271526"/>
                  </a:lnTo>
                  <a:lnTo>
                    <a:pt x="1546238" y="113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49639F-3541-E432-E866-4668A5D23ECA}"/>
                </a:ext>
              </a:extLst>
            </p:cNvPr>
            <p:cNvSpPr/>
            <p:nvPr/>
          </p:nvSpPr>
          <p:spPr>
            <a:xfrm>
              <a:off x="2083890" y="2876632"/>
              <a:ext cx="576896" cy="463086"/>
            </a:xfrm>
            <a:custGeom>
              <a:avLst/>
              <a:gdLst>
                <a:gd name="csX0" fmla="*/ 0 w 576896"/>
                <a:gd name="csY0" fmla="*/ 0 h 463086"/>
                <a:gd name="csX1" fmla="*/ 341428 w 576896"/>
                <a:gd name="csY1" fmla="*/ 337504 h 463086"/>
                <a:gd name="csX2" fmla="*/ 576896 w 576896"/>
                <a:gd name="csY2" fmla="*/ 463086 h 463086"/>
                <a:gd name="csX3" fmla="*/ 451313 w 576896"/>
                <a:gd name="csY3" fmla="*/ 325730 h 463086"/>
                <a:gd name="csX4" fmla="*/ 0 w 576896"/>
                <a:gd name="csY4" fmla="*/ 0 h 4630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6896" h="463086">
                  <a:moveTo>
                    <a:pt x="0" y="0"/>
                  </a:moveTo>
                  <a:lnTo>
                    <a:pt x="341428" y="337504"/>
                  </a:lnTo>
                  <a:lnTo>
                    <a:pt x="576896" y="463086"/>
                  </a:lnTo>
                  <a:lnTo>
                    <a:pt x="451313" y="3257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083176B5-E371-A302-195E-70E376F05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8180" y="2132820"/>
              <a:ext cx="1409700" cy="203200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6CCD587-53E0-1E9E-47DC-B183EDD4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6490" y="4225430"/>
              <a:ext cx="533400" cy="139700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5E4629C-D204-76EA-CAFB-E4CF4C4B3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95670" y="1883010"/>
              <a:ext cx="1473200" cy="177800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17C2EB87-B617-2688-28CF-081373E87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84230" y="3801880"/>
              <a:ext cx="863600" cy="2032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6BE7D5DA-605A-7B08-FF2D-6BC10EA5B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96210" y="3369820"/>
              <a:ext cx="1447800" cy="203200"/>
            </a:xfrm>
            <a:prstGeom prst="rect">
              <a:avLst/>
            </a:prstGeom>
          </p:spPr>
        </p:pic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AF5D5919-FB42-A5DA-DDA3-B2713C0EF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8050" y="2636890"/>
              <a:ext cx="1193800" cy="13970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8E4F414E-5A3D-4FE9-E5EC-CC4BC1F0B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01870" y="3038980"/>
              <a:ext cx="1193800" cy="139700"/>
            </a:xfrm>
            <a:prstGeom prst="rect">
              <a:avLst/>
            </a:prstGeom>
          </p:spPr>
        </p:pic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F8817E9C-A173-1D29-A2EF-B19DC5216E76}"/>
                </a:ext>
              </a:extLst>
            </p:cNvPr>
            <p:cNvSpPr/>
            <p:nvPr/>
          </p:nvSpPr>
          <p:spPr>
            <a:xfrm>
              <a:off x="2411730" y="2868930"/>
              <a:ext cx="1085850" cy="240030"/>
            </a:xfrm>
            <a:custGeom>
              <a:avLst/>
              <a:gdLst>
                <a:gd name="csX0" fmla="*/ 1085850 w 1085850"/>
                <a:gd name="csY0" fmla="*/ 0 h 240030"/>
                <a:gd name="csX1" fmla="*/ 0 w 1085850"/>
                <a:gd name="csY1" fmla="*/ 11430 h 240030"/>
                <a:gd name="csX2" fmla="*/ 11430 w 1085850"/>
                <a:gd name="csY2" fmla="*/ 240030 h 240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5850" h="240030">
                  <a:moveTo>
                    <a:pt x="1085850" y="0"/>
                  </a:moveTo>
                  <a:lnTo>
                    <a:pt x="0" y="11430"/>
                  </a:lnTo>
                  <a:lnTo>
                    <a:pt x="11430" y="240030"/>
                  </a:lnTo>
                </a:path>
              </a:pathLst>
            </a:custGeom>
            <a:noFill/>
            <a:ln w="6350"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9F57121A-FA75-8C6A-1CFE-7469FA880D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00" y="2732489"/>
              <a:ext cx="339400" cy="306491"/>
            </a:xfrm>
            <a:prstGeom prst="straightConnector1">
              <a:avLst/>
            </a:prstGeom>
            <a:ln w="635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1FB6D986-C094-9A34-4C6E-A9DE9BA18510}"/>
                </a:ext>
              </a:extLst>
            </p:cNvPr>
            <p:cNvGrpSpPr/>
            <p:nvPr/>
          </p:nvGrpSpPr>
          <p:grpSpPr>
            <a:xfrm>
              <a:off x="827480" y="979262"/>
              <a:ext cx="3312460" cy="419058"/>
              <a:chOff x="827480" y="260560"/>
              <a:chExt cx="3312460" cy="419058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99CD4F2F-7A6F-2779-E9C6-7CB668B6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548600"/>
                <a:ext cx="316844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8A48026-BDED-6293-2B50-ED16904F5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80" y="548600"/>
                <a:ext cx="144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04AC92D7-CAA5-A8C9-B3A0-1CF538118041}"/>
                  </a:ext>
                </a:extLst>
              </p:cNvPr>
              <p:cNvGrpSpPr/>
              <p:nvPr/>
            </p:nvGrpSpPr>
            <p:grpSpPr>
              <a:xfrm>
                <a:off x="1691600" y="463588"/>
                <a:ext cx="2160300" cy="216030"/>
                <a:chOff x="1691600" y="548600"/>
                <a:chExt cx="2160300" cy="216030"/>
              </a:xfrm>
            </p:grpSpPr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035D6059-AEC6-6F30-4391-5BD7D1BDF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16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42184E50-416E-F320-702F-EFF785AB07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117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670916D-F279-39CA-3E1E-29E8B0E7E3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519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6D799A0-31B8-9373-7126-46CCBC1E62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318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B1CC1CA4-CEA2-E216-C4B9-8BD5A7D7D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07510" y="260560"/>
                <a:ext cx="76200" cy="139700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A0B39139-994C-D5B4-76E2-770DE02F0C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7780" y="260560"/>
                <a:ext cx="228600" cy="139700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A84ED780-8CAD-3F47-8BF6-8A5B79C6C3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9890" y="260560"/>
                <a:ext cx="88900" cy="139700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599D7B9F-B546-9A35-39C0-E361FA3041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7020" y="260560"/>
                <a:ext cx="228600" cy="139700"/>
              </a:xfrm>
              <a:prstGeom prst="rect">
                <a:avLst/>
              </a:prstGeom>
            </p:spPr>
          </p:pic>
        </p:grpSp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A4B859FD-FF6B-9D68-8352-6921F26A7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23410" y="836640"/>
              <a:ext cx="419100" cy="13970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48352A4-9495-32E8-8C13-0B7C8584A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627730" y="692620"/>
              <a:ext cx="1282700" cy="203200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A61A58A9-0E57-F42F-232D-C375CBFAC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67430" y="1201010"/>
              <a:ext cx="228600" cy="139700"/>
            </a:xfrm>
            <a:prstGeom prst="rect">
              <a:avLst/>
            </a:prstGeom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CF346885-8DC6-279A-68D9-6920118A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5420" y="1921110"/>
              <a:ext cx="228600" cy="139700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E4A6912C-CEC5-9550-233F-443C2F0E4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7430" y="2636890"/>
              <a:ext cx="228600" cy="139700"/>
            </a:xfrm>
            <a:prstGeom prst="rect">
              <a:avLst/>
            </a:prstGeom>
          </p:spPr>
        </p:pic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F0DE002D-EA8A-12FC-F84F-B6B02E0E2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7430" y="3359150"/>
              <a:ext cx="241300" cy="139700"/>
            </a:xfrm>
            <a:prstGeom prst="rect">
              <a:avLst/>
            </a:prstGeom>
          </p:spPr>
        </p:pic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CD5A4F8B-290C-7B83-F1DE-4AC8C4468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67430" y="4081410"/>
              <a:ext cx="228600" cy="139700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614FD519-064A-8A42-E237-76C86159D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907630" y="336890"/>
              <a:ext cx="1181100" cy="139700"/>
            </a:xfrm>
            <a:prstGeom prst="rect">
              <a:avLst/>
            </a:prstGeom>
          </p:spPr>
        </p:pic>
      </p:grpSp>
      <p:pic>
        <p:nvPicPr>
          <p:cNvPr id="150" name="Picture 149">
            <a:extLst>
              <a:ext uri="{FF2B5EF4-FFF2-40B4-BE49-F238E27FC236}">
                <a16:creationId xmlns:a16="http://schemas.microsoft.com/office/drawing/2014/main" id="{6A99C529-4DCF-D692-C0D4-67D0ACF1DEE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5610" y="2636890"/>
            <a:ext cx="368300" cy="13970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7398CEDB-57DA-0F6E-0C6A-FA55CB01ED3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3510" y="3212970"/>
            <a:ext cx="914400" cy="13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579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99B90-6DED-84EA-B474-CE7F94CDA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4917"/>
            <a:ext cx="7772400" cy="47481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BD3AB-0A5E-F861-C636-6E4FFCA0C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49" y="1877942"/>
            <a:ext cx="1168998" cy="82201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08C5896-BB3E-FB9C-D7CE-498393E743CA}"/>
              </a:ext>
            </a:extLst>
          </p:cNvPr>
          <p:cNvGrpSpPr/>
          <p:nvPr/>
        </p:nvGrpSpPr>
        <p:grpSpPr>
          <a:xfrm>
            <a:off x="685392" y="1593775"/>
            <a:ext cx="532992" cy="426250"/>
            <a:chOff x="294203" y="2026688"/>
            <a:chExt cx="532992" cy="89565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863880-873A-6D32-B3F7-6904EB1A8BA8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02668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D765E-54E8-6175-7FAB-7A2B9CD2877E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175964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59AA0B9-0D7C-849F-C44E-2786E5100EA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325240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BF2044-3623-4F0A-78FA-CA2113730AC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474516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C3579A-EE76-23B6-A013-B537E5422870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623792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50371B-E2C9-E1BF-B8B8-64EF26DE08B9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77306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BDB0D35-AC71-66F1-C460-F8A058E0A0AA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922343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D28136-BBC4-3386-8CAE-090B01ACE696}"/>
              </a:ext>
            </a:extLst>
          </p:cNvPr>
          <p:cNvGrpSpPr/>
          <p:nvPr/>
        </p:nvGrpSpPr>
        <p:grpSpPr>
          <a:xfrm>
            <a:off x="1273967" y="1507871"/>
            <a:ext cx="6915170" cy="1455864"/>
            <a:chOff x="1273967" y="1507871"/>
            <a:chExt cx="6915170" cy="145586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6CB120A-8E3C-66C6-773A-1C0DD07A8721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870CFA2-D585-B1FA-BF3E-ADA1D6F37FCB}"/>
                </a:ext>
              </a:extLst>
            </p:cNvPr>
            <p:cNvGrpSpPr/>
            <p:nvPr/>
          </p:nvGrpSpPr>
          <p:grpSpPr>
            <a:xfrm>
              <a:off x="1273967" y="1591981"/>
              <a:ext cx="6915170" cy="851177"/>
              <a:chOff x="1273967" y="1591981"/>
              <a:chExt cx="6915170" cy="851177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C0BE2B20-F5AF-8071-79DB-81C08D061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731" y="2443158"/>
                <a:ext cx="690800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933216A-B997-6BE0-7AA4-B148EB50E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3967" y="2016908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9387D16-9C52-EC10-E295-573E6B0D8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755" y="1591981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C348182-70D2-BD82-6323-7E0D246B0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1130" y="1651145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C4B9178-13B5-7870-5A5F-53BD4025EF79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6D5EE85-2EA7-06F4-B974-A2ABCD72FD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E2A573A-E3C3-B069-B645-B6E8A962C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3B86A15-A115-54C1-376F-CC451F7EA3B8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84F3505-0657-4F4B-9106-029A2B71478F}"/>
              </a:ext>
            </a:extLst>
          </p:cNvPr>
          <p:cNvSpPr/>
          <p:nvPr/>
        </p:nvSpPr>
        <p:spPr>
          <a:xfrm>
            <a:off x="4485939" y="2352942"/>
            <a:ext cx="86061" cy="60548"/>
          </a:xfrm>
          <a:prstGeom prst="rect">
            <a:avLst/>
          </a:prstGeom>
          <a:solidFill>
            <a:srgbClr val="C00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3DC1F7-191E-3E9A-1792-C355277DE69D}"/>
              </a:ext>
            </a:extLst>
          </p:cNvPr>
          <p:cNvSpPr/>
          <p:nvPr/>
        </p:nvSpPr>
        <p:spPr>
          <a:xfrm>
            <a:off x="4479589" y="2209800"/>
            <a:ext cx="86061" cy="143138"/>
          </a:xfrm>
          <a:custGeom>
            <a:avLst/>
            <a:gdLst>
              <a:gd name="csX0" fmla="*/ 0 w 86061"/>
              <a:gd name="csY0" fmla="*/ 0 h 124315"/>
              <a:gd name="csX1" fmla="*/ 86061 w 86061"/>
              <a:gd name="csY1" fmla="*/ 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  <a:gd name="csX0" fmla="*/ 0 w 86061"/>
              <a:gd name="csY0" fmla="*/ 0 h 124315"/>
              <a:gd name="csX1" fmla="*/ 73361 w 86061"/>
              <a:gd name="csY1" fmla="*/ 635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061" h="124315">
                <a:moveTo>
                  <a:pt x="0" y="0"/>
                </a:moveTo>
                <a:lnTo>
                  <a:pt x="73361" y="6350"/>
                </a:lnTo>
                <a:lnTo>
                  <a:pt x="86061" y="124315"/>
                </a:lnTo>
                <a:lnTo>
                  <a:pt x="0" y="124315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D3C7BA-1431-BA7C-724B-6441AEE015A0}"/>
              </a:ext>
            </a:extLst>
          </p:cNvPr>
          <p:cNvSpPr/>
          <p:nvPr/>
        </p:nvSpPr>
        <p:spPr>
          <a:xfrm>
            <a:off x="4485939" y="1922582"/>
            <a:ext cx="54311" cy="301011"/>
          </a:xfrm>
          <a:custGeom>
            <a:avLst/>
            <a:gdLst>
              <a:gd name="csX0" fmla="*/ 0 w 86061"/>
              <a:gd name="csY0" fmla="*/ 0 h 301011"/>
              <a:gd name="csX1" fmla="*/ 86061 w 86061"/>
              <a:gd name="csY1" fmla="*/ 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86061"/>
              <a:gd name="csY0" fmla="*/ 0 h 301011"/>
              <a:gd name="csX1" fmla="*/ 6686 w 86061"/>
              <a:gd name="csY1" fmla="*/ 635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54311"/>
              <a:gd name="csY0" fmla="*/ 0 h 301011"/>
              <a:gd name="csX1" fmla="*/ 6686 w 54311"/>
              <a:gd name="csY1" fmla="*/ 6350 h 301011"/>
              <a:gd name="csX2" fmla="*/ 54311 w 54311"/>
              <a:gd name="csY2" fmla="*/ 288311 h 301011"/>
              <a:gd name="csX3" fmla="*/ 0 w 54311"/>
              <a:gd name="csY3" fmla="*/ 301011 h 301011"/>
              <a:gd name="csX4" fmla="*/ 0 w 54311"/>
              <a:gd name="csY4" fmla="*/ 0 h 3010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311" h="301011">
                <a:moveTo>
                  <a:pt x="0" y="0"/>
                </a:moveTo>
                <a:lnTo>
                  <a:pt x="6686" y="6350"/>
                </a:lnTo>
                <a:lnTo>
                  <a:pt x="54311" y="288311"/>
                </a:lnTo>
                <a:lnTo>
                  <a:pt x="0" y="301011"/>
                </a:lnTo>
                <a:lnTo>
                  <a:pt x="0" y="0"/>
                </a:lnTo>
                <a:close/>
              </a:path>
            </a:pathLst>
          </a:custGeom>
          <a:solidFill>
            <a:srgbClr val="29FFDD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14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0FAFF00-D1A2-CFF7-CE74-895E9A18F6A7}"/>
              </a:ext>
            </a:extLst>
          </p:cNvPr>
          <p:cNvGrpSpPr/>
          <p:nvPr/>
        </p:nvGrpSpPr>
        <p:grpSpPr>
          <a:xfrm>
            <a:off x="3692324" y="300942"/>
            <a:ext cx="2002420" cy="5515658"/>
            <a:chOff x="4473239" y="1507871"/>
            <a:chExt cx="995256" cy="14558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FD2C1D-0A6E-694C-9228-2E88CDCA9323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07B64C-B344-D3B5-7B92-8A1E0640B51D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DA89DC5-351B-E84B-79EC-5A60E7F88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D6C4620-1A7E-261B-0EE6-642DDB297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EE3F8C-6A3A-4891-2D1B-CBC81A0EABED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9E96479-BC23-A0FC-99C5-76C0B0C716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5939" y="158750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AA0AA7-0F53-3367-23D6-6C101E139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89" y="16446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8EEA4C-6DC2-26B6-2277-0FD34828EA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6414" y="20129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47F3CD-C6C7-91A7-43E7-B2503E8F2682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89" y="2439706"/>
              <a:ext cx="988906" cy="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D56693F-635A-66A7-665A-B0FC97683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239" y="2505075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3155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94BE1E-AC79-90AB-206D-CF903E839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" y="1073150"/>
            <a:ext cx="8762036" cy="4711700"/>
          </a:xfrm>
          <a:prstGeom prst="rect">
            <a:avLst/>
          </a:prstGeom>
          <a:solidFill>
            <a:srgbClr val="941100"/>
          </a:solidFill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D785B7-03EA-BBB1-943F-74B3ADB823CA}"/>
              </a:ext>
            </a:extLst>
          </p:cNvPr>
          <p:cNvSpPr txBox="1"/>
          <p:nvPr/>
        </p:nvSpPr>
        <p:spPr>
          <a:xfrm>
            <a:off x="457200" y="217714"/>
            <a:ext cx="194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Raai</a:t>
            </a:r>
            <a:r>
              <a:rPr lang="en-US" dirty="0"/>
              <a:t> 5,  Y=475100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034D50-D91B-CDD2-066A-5646EB742A48}"/>
              </a:ext>
            </a:extLst>
          </p:cNvPr>
          <p:cNvGrpSpPr/>
          <p:nvPr/>
        </p:nvGrpSpPr>
        <p:grpSpPr>
          <a:xfrm>
            <a:off x="3104417" y="104717"/>
            <a:ext cx="3689922" cy="6012270"/>
            <a:chOff x="3104417" y="104717"/>
            <a:chExt cx="3689922" cy="601227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3D1086-B336-CCDE-A911-73692E5848F5}"/>
                </a:ext>
              </a:extLst>
            </p:cNvPr>
            <p:cNvGrpSpPr/>
            <p:nvPr/>
          </p:nvGrpSpPr>
          <p:grpSpPr>
            <a:xfrm>
              <a:off x="3130596" y="2159515"/>
              <a:ext cx="3642422" cy="1899771"/>
              <a:chOff x="3130596" y="2159515"/>
              <a:chExt cx="3642422" cy="1899771"/>
            </a:xfrm>
          </p:grpSpPr>
          <p:sp>
            <p:nvSpPr>
              <p:cNvPr id="26" name="Triangle 25">
                <a:extLst>
                  <a:ext uri="{FF2B5EF4-FFF2-40B4-BE49-F238E27FC236}">
                    <a16:creationId xmlns:a16="http://schemas.microsoft.com/office/drawing/2014/main" id="{3708F1E4-4B7A-5FF1-4632-290EF2DFA4C6}"/>
                  </a:ext>
                </a:extLst>
              </p:cNvPr>
              <p:cNvSpPr/>
              <p:nvPr/>
            </p:nvSpPr>
            <p:spPr>
              <a:xfrm>
                <a:off x="3130596" y="2159515"/>
                <a:ext cx="273542" cy="1350199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22179 w 1082883"/>
                  <a:gd name="csY0" fmla="*/ 1350199 h 1350199"/>
                  <a:gd name="csX1" fmla="*/ 0 w 1082883"/>
                  <a:gd name="csY1" fmla="*/ 0 h 1350199"/>
                  <a:gd name="csX2" fmla="*/ 1082883 w 1082883"/>
                  <a:gd name="csY2" fmla="*/ 1350199 h 1350199"/>
                  <a:gd name="csX3" fmla="*/ 22179 w 1082883"/>
                  <a:gd name="csY3" fmla="*/ 1350199 h 1350199"/>
                  <a:gd name="csX0" fmla="*/ 22179 w 273542"/>
                  <a:gd name="csY0" fmla="*/ 1350199 h 1361872"/>
                  <a:gd name="csX1" fmla="*/ 0 w 273542"/>
                  <a:gd name="csY1" fmla="*/ 0 h 1361872"/>
                  <a:gd name="csX2" fmla="*/ 273542 w 273542"/>
                  <a:gd name="csY2" fmla="*/ 1361872 h 1361872"/>
                  <a:gd name="csX3" fmla="*/ 22179 w 273542"/>
                  <a:gd name="csY3" fmla="*/ 1350199 h 1361872"/>
                  <a:gd name="csX0" fmla="*/ 22179 w 269651"/>
                  <a:gd name="csY0" fmla="*/ 1350199 h 1350199"/>
                  <a:gd name="csX1" fmla="*/ 0 w 269651"/>
                  <a:gd name="csY1" fmla="*/ 0 h 1350199"/>
                  <a:gd name="csX2" fmla="*/ 269651 w 269651"/>
                  <a:gd name="csY2" fmla="*/ 1350199 h 1350199"/>
                  <a:gd name="csX3" fmla="*/ 22179 w 269651"/>
                  <a:gd name="csY3" fmla="*/ 1350199 h 1350199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269651 w 269651"/>
                  <a:gd name="csY2" fmla="*/ 1350199 h 1354090"/>
                  <a:gd name="csX3" fmla="*/ 10506 w 269651"/>
                  <a:gd name="csY3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71750 w 269651"/>
                  <a:gd name="csY2" fmla="*/ 350221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32839 w 269651"/>
                  <a:gd name="csY2" fmla="*/ 15589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4397 w 273542"/>
                  <a:gd name="csY0" fmla="*/ 1338526 h 1338526"/>
                  <a:gd name="csX1" fmla="*/ 0 w 273542"/>
                  <a:gd name="csY1" fmla="*/ 0 h 1338526"/>
                  <a:gd name="csX2" fmla="*/ 36730 w 273542"/>
                  <a:gd name="csY2" fmla="*/ 25 h 1338526"/>
                  <a:gd name="csX3" fmla="*/ 273542 w 273542"/>
                  <a:gd name="csY3" fmla="*/ 1334635 h 1338526"/>
                  <a:gd name="csX4" fmla="*/ 14397 w 273542"/>
                  <a:gd name="csY4" fmla="*/ 1338526 h 1338526"/>
                  <a:gd name="csX0" fmla="*/ 14397 w 273542"/>
                  <a:gd name="csY0" fmla="*/ 1338526 h 1346309"/>
                  <a:gd name="csX1" fmla="*/ 0 w 273542"/>
                  <a:gd name="csY1" fmla="*/ 0 h 1346309"/>
                  <a:gd name="csX2" fmla="*/ 36730 w 273542"/>
                  <a:gd name="csY2" fmla="*/ 25 h 1346309"/>
                  <a:gd name="csX3" fmla="*/ 273542 w 273542"/>
                  <a:gd name="csY3" fmla="*/ 1346309 h 1346309"/>
                  <a:gd name="csX4" fmla="*/ 14397 w 273542"/>
                  <a:gd name="csY4" fmla="*/ 1338526 h 1346309"/>
                  <a:gd name="csX0" fmla="*/ 14397 w 273542"/>
                  <a:gd name="csY0" fmla="*/ 1350199 h 1350199"/>
                  <a:gd name="csX1" fmla="*/ 0 w 273542"/>
                  <a:gd name="csY1" fmla="*/ 0 h 1350199"/>
                  <a:gd name="csX2" fmla="*/ 36730 w 273542"/>
                  <a:gd name="csY2" fmla="*/ 25 h 1350199"/>
                  <a:gd name="csX3" fmla="*/ 273542 w 273542"/>
                  <a:gd name="csY3" fmla="*/ 1346309 h 1350199"/>
                  <a:gd name="csX4" fmla="*/ 14397 w 273542"/>
                  <a:gd name="csY4" fmla="*/ 1350199 h 1350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3542" h="1350199">
                    <a:moveTo>
                      <a:pt x="14397" y="1350199"/>
                    </a:moveTo>
                    <a:lnTo>
                      <a:pt x="0" y="0"/>
                    </a:lnTo>
                    <a:lnTo>
                      <a:pt x="36730" y="25"/>
                    </a:lnTo>
                    <a:lnTo>
                      <a:pt x="273542" y="1346309"/>
                    </a:lnTo>
                    <a:lnTo>
                      <a:pt x="14397" y="1350199"/>
                    </a:lnTo>
                    <a:close/>
                  </a:path>
                </a:pathLst>
              </a:custGeom>
              <a:solidFill>
                <a:srgbClr val="D18228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49ADEF-9909-DDFD-A107-865B155CEB34}"/>
                  </a:ext>
                </a:extLst>
              </p:cNvPr>
              <p:cNvSpPr/>
              <p:nvPr/>
            </p:nvSpPr>
            <p:spPr>
              <a:xfrm>
                <a:off x="3149076" y="3497124"/>
                <a:ext cx="297861" cy="27959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3400" h="275685">
                    <a:moveTo>
                      <a:pt x="0" y="0"/>
                    </a:moveTo>
                    <a:lnTo>
                      <a:pt x="250598" y="0"/>
                    </a:lnTo>
                    <a:lnTo>
                      <a:pt x="293400" y="271794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82F0B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6">
                <a:extLst>
                  <a:ext uri="{FF2B5EF4-FFF2-40B4-BE49-F238E27FC236}">
                    <a16:creationId xmlns:a16="http://schemas.microsoft.com/office/drawing/2014/main" id="{BAEEFF79-60AA-F7A7-CE40-867901C62B7B}"/>
                  </a:ext>
                </a:extLst>
              </p:cNvPr>
              <p:cNvSpPr/>
              <p:nvPr/>
            </p:nvSpPr>
            <p:spPr>
              <a:xfrm>
                <a:off x="3149076" y="3783600"/>
                <a:ext cx="487953" cy="275686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71169 w 293400"/>
                  <a:gd name="csY2" fmla="*/ 130811 h 275685"/>
                  <a:gd name="csX3" fmla="*/ 293400 w 293400"/>
                  <a:gd name="csY3" fmla="*/ 271794 h 275685"/>
                  <a:gd name="csX4" fmla="*/ 0 w 293400"/>
                  <a:gd name="csY4" fmla="*/ 275685 h 275685"/>
                  <a:gd name="csX5" fmla="*/ 0 w 293400"/>
                  <a:gd name="csY5" fmla="*/ 0 h 275685"/>
                  <a:gd name="csX0" fmla="*/ 0 w 321753"/>
                  <a:gd name="csY0" fmla="*/ 0 h 275685"/>
                  <a:gd name="csX1" fmla="*/ 250598 w 321753"/>
                  <a:gd name="csY1" fmla="*/ 0 h 275685"/>
                  <a:gd name="csX2" fmla="*/ 321753 w 321753"/>
                  <a:gd name="csY2" fmla="*/ 126920 h 275685"/>
                  <a:gd name="csX3" fmla="*/ 293400 w 321753"/>
                  <a:gd name="csY3" fmla="*/ 271794 h 275685"/>
                  <a:gd name="csX4" fmla="*/ 0 w 321753"/>
                  <a:gd name="csY4" fmla="*/ 275685 h 275685"/>
                  <a:gd name="csX5" fmla="*/ 0 w 321753"/>
                  <a:gd name="csY5" fmla="*/ 0 h 275685"/>
                  <a:gd name="csX0" fmla="*/ 0 w 487953"/>
                  <a:gd name="csY0" fmla="*/ 0 h 275686"/>
                  <a:gd name="csX1" fmla="*/ 250598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  <a:gd name="csX0" fmla="*/ 0 w 487953"/>
                  <a:gd name="csY0" fmla="*/ 0 h 275686"/>
                  <a:gd name="csX1" fmla="*/ 293399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7953" h="275686">
                    <a:moveTo>
                      <a:pt x="0" y="0"/>
                    </a:moveTo>
                    <a:lnTo>
                      <a:pt x="293399" y="0"/>
                    </a:lnTo>
                    <a:lnTo>
                      <a:pt x="321753" y="126920"/>
                    </a:lnTo>
                    <a:lnTo>
                      <a:pt x="487953" y="275686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6">
                <a:extLst>
                  <a:ext uri="{FF2B5EF4-FFF2-40B4-BE49-F238E27FC236}">
                    <a16:creationId xmlns:a16="http://schemas.microsoft.com/office/drawing/2014/main" id="{555367BF-FE2F-4925-18B0-D321D345A032}"/>
                  </a:ext>
                </a:extLst>
              </p:cNvPr>
              <p:cNvSpPr/>
              <p:nvPr/>
            </p:nvSpPr>
            <p:spPr>
              <a:xfrm>
                <a:off x="6279816" y="3500213"/>
                <a:ext cx="491844" cy="548060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26848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0 w 293400"/>
                  <a:gd name="csY4" fmla="*/ 26848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116732 w 293400"/>
                  <a:gd name="csY4" fmla="*/ 1556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58726 w 293400"/>
                  <a:gd name="csY4" fmla="*/ 285793 h 544169"/>
                  <a:gd name="csX5" fmla="*/ 116732 w 293400"/>
                  <a:gd name="csY5" fmla="*/ 15564 h 544169"/>
                  <a:gd name="csX0" fmla="*/ 151391 w 328059"/>
                  <a:gd name="csY0" fmla="*/ 15564 h 544169"/>
                  <a:gd name="csX1" fmla="*/ 328059 w 328059"/>
                  <a:gd name="csY1" fmla="*/ 0 h 544169"/>
                  <a:gd name="csX2" fmla="*/ 328059 w 328059"/>
                  <a:gd name="csY2" fmla="*/ 540278 h 544169"/>
                  <a:gd name="csX3" fmla="*/ 34659 w 328059"/>
                  <a:gd name="csY3" fmla="*/ 544169 h 544169"/>
                  <a:gd name="csX4" fmla="*/ 0 w 328059"/>
                  <a:gd name="csY4" fmla="*/ 196299 h 544169"/>
                  <a:gd name="csX5" fmla="*/ 151391 w 328059"/>
                  <a:gd name="csY5" fmla="*/ 15564 h 544169"/>
                  <a:gd name="csX0" fmla="*/ 315176 w 491844"/>
                  <a:gd name="csY0" fmla="*/ 15564 h 548060"/>
                  <a:gd name="csX1" fmla="*/ 491844 w 491844"/>
                  <a:gd name="csY1" fmla="*/ 0 h 548060"/>
                  <a:gd name="csX2" fmla="*/ 491844 w 491844"/>
                  <a:gd name="csY2" fmla="*/ 540278 h 548060"/>
                  <a:gd name="csX3" fmla="*/ 0 w 491844"/>
                  <a:gd name="csY3" fmla="*/ 548060 h 548060"/>
                  <a:gd name="csX4" fmla="*/ 163785 w 491844"/>
                  <a:gd name="csY4" fmla="*/ 196299 h 548060"/>
                  <a:gd name="csX5" fmla="*/ 315176 w 491844"/>
                  <a:gd name="csY5" fmla="*/ 15564 h 548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91844" h="548060">
                    <a:moveTo>
                      <a:pt x="315176" y="15564"/>
                    </a:moveTo>
                    <a:lnTo>
                      <a:pt x="491844" y="0"/>
                    </a:lnTo>
                    <a:lnTo>
                      <a:pt x="491844" y="540278"/>
                    </a:lnTo>
                    <a:lnTo>
                      <a:pt x="0" y="548060"/>
                    </a:lnTo>
                    <a:lnTo>
                      <a:pt x="163785" y="196299"/>
                    </a:lnTo>
                    <a:lnTo>
                      <a:pt x="315176" y="15564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6">
                <a:extLst>
                  <a:ext uri="{FF2B5EF4-FFF2-40B4-BE49-F238E27FC236}">
                    <a16:creationId xmlns:a16="http://schemas.microsoft.com/office/drawing/2014/main" id="{0908DB35-7B1D-B582-0E14-E820C7B81F15}"/>
                  </a:ext>
                </a:extLst>
              </p:cNvPr>
              <p:cNvSpPr/>
              <p:nvPr/>
            </p:nvSpPr>
            <p:spPr>
              <a:xfrm>
                <a:off x="6604132" y="3357072"/>
                <a:ext cx="168886" cy="15895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89509 w 293400"/>
                  <a:gd name="csY1" fmla="*/ 124514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186771 w 293400"/>
                  <a:gd name="csY0" fmla="*/ 73930 h 151171"/>
                  <a:gd name="csX1" fmla="*/ 289509 w 293400"/>
                  <a:gd name="csY1" fmla="*/ 0 h 151171"/>
                  <a:gd name="csX2" fmla="*/ 293400 w 293400"/>
                  <a:gd name="csY2" fmla="*/ 147280 h 151171"/>
                  <a:gd name="csX3" fmla="*/ 0 w 293400"/>
                  <a:gd name="csY3" fmla="*/ 151171 h 151171"/>
                  <a:gd name="csX4" fmla="*/ 186771 w 293400"/>
                  <a:gd name="csY4" fmla="*/ 73930 h 151171"/>
                  <a:gd name="csX0" fmla="*/ 62257 w 168886"/>
                  <a:gd name="csY0" fmla="*/ 73930 h 158954"/>
                  <a:gd name="csX1" fmla="*/ 164995 w 168886"/>
                  <a:gd name="csY1" fmla="*/ 0 h 158954"/>
                  <a:gd name="csX2" fmla="*/ 168886 w 168886"/>
                  <a:gd name="csY2" fmla="*/ 147280 h 158954"/>
                  <a:gd name="csX3" fmla="*/ 0 w 168886"/>
                  <a:gd name="csY3" fmla="*/ 158954 h 158954"/>
                  <a:gd name="csX4" fmla="*/ 62257 w 168886"/>
                  <a:gd name="csY4" fmla="*/ 73930 h 158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886" h="158954">
                    <a:moveTo>
                      <a:pt x="62257" y="73930"/>
                    </a:moveTo>
                    <a:lnTo>
                      <a:pt x="164995" y="0"/>
                    </a:lnTo>
                    <a:lnTo>
                      <a:pt x="168886" y="147280"/>
                    </a:lnTo>
                    <a:lnTo>
                      <a:pt x="0" y="158954"/>
                    </a:lnTo>
                    <a:lnTo>
                      <a:pt x="62257" y="73930"/>
                    </a:lnTo>
                    <a:close/>
                  </a:path>
                </a:pathLst>
              </a:custGeom>
              <a:solidFill>
                <a:srgbClr val="941100"/>
              </a:solidFill>
              <a:ln w="6350">
                <a:solidFill>
                  <a:srgbClr val="982F0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BA2F38-27F6-2880-6FBB-B80C12477F5E}"/>
                </a:ext>
              </a:extLst>
            </p:cNvPr>
            <p:cNvGrpSpPr/>
            <p:nvPr/>
          </p:nvGrpSpPr>
          <p:grpSpPr>
            <a:xfrm>
              <a:off x="3113591" y="335665"/>
              <a:ext cx="3680748" cy="5578996"/>
              <a:chOff x="4473239" y="1507832"/>
              <a:chExt cx="995256" cy="1455827"/>
            </a:xfrm>
            <a:solidFill>
              <a:srgbClr val="00B0F0"/>
            </a:solidFill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CD64D48-FB90-BFD7-0A11-1EB6E387A608}"/>
                  </a:ext>
                </a:extLst>
              </p:cNvPr>
              <p:cNvGrpSpPr/>
              <p:nvPr/>
            </p:nvGrpSpPr>
            <p:grpSpPr>
              <a:xfrm>
                <a:off x="4478770" y="1507832"/>
                <a:ext cx="986887" cy="1455827"/>
                <a:chOff x="4478770" y="1507871"/>
                <a:chExt cx="986887" cy="1455864"/>
              </a:xfrm>
              <a:grpFill/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8CD3D8E3-1DEA-160E-758A-9202752D5AF5}"/>
                    </a:ext>
                  </a:extLst>
                </p:cNvPr>
                <p:cNvSpPr/>
                <p:nvPr/>
              </p:nvSpPr>
              <p:spPr>
                <a:xfrm>
                  <a:off x="4479816" y="1646446"/>
                  <a:ext cx="985841" cy="951849"/>
                </a:xfrm>
                <a:custGeom>
                  <a:avLst/>
                  <a:gdLst>
                    <a:gd name="csX0" fmla="*/ 0 w 1212850"/>
                    <a:gd name="csY0" fmla="*/ 0 h 1320800"/>
                    <a:gd name="csX1" fmla="*/ 327025 w 1212850"/>
                    <a:gd name="csY1" fmla="*/ 1158875 h 1320800"/>
                    <a:gd name="csX2" fmla="*/ 431800 w 1212850"/>
                    <a:gd name="csY2" fmla="*/ 1260475 h 1320800"/>
                    <a:gd name="csX3" fmla="*/ 488950 w 1212850"/>
                    <a:gd name="csY3" fmla="*/ 1279525 h 1320800"/>
                    <a:gd name="csX4" fmla="*/ 546100 w 1212850"/>
                    <a:gd name="csY4" fmla="*/ 1257300 h 1320800"/>
                    <a:gd name="csX5" fmla="*/ 606425 w 1212850"/>
                    <a:gd name="csY5" fmla="*/ 1228725 h 1320800"/>
                    <a:gd name="csX6" fmla="*/ 679450 w 1212850"/>
                    <a:gd name="csY6" fmla="*/ 1212850 h 1320800"/>
                    <a:gd name="csX7" fmla="*/ 746125 w 1212850"/>
                    <a:gd name="csY7" fmla="*/ 1209675 h 1320800"/>
                    <a:gd name="csX8" fmla="*/ 822325 w 1212850"/>
                    <a:gd name="csY8" fmla="*/ 1222375 h 1320800"/>
                    <a:gd name="csX9" fmla="*/ 876300 w 1212850"/>
                    <a:gd name="csY9" fmla="*/ 1238250 h 1320800"/>
                    <a:gd name="csX10" fmla="*/ 914400 w 1212850"/>
                    <a:gd name="csY10" fmla="*/ 1276350 h 1320800"/>
                    <a:gd name="csX11" fmla="*/ 942975 w 1212850"/>
                    <a:gd name="csY11" fmla="*/ 1320800 h 1320800"/>
                    <a:gd name="csX12" fmla="*/ 965200 w 1212850"/>
                    <a:gd name="csY12" fmla="*/ 1301750 h 1320800"/>
                    <a:gd name="csX13" fmla="*/ 1006475 w 1212850"/>
                    <a:gd name="csY13" fmla="*/ 1311275 h 1320800"/>
                    <a:gd name="csX14" fmla="*/ 1006475 w 1212850"/>
                    <a:gd name="csY14" fmla="*/ 1311275 h 1320800"/>
                    <a:gd name="csX15" fmla="*/ 1089025 w 1212850"/>
                    <a:gd name="csY15" fmla="*/ 1190625 h 1320800"/>
                    <a:gd name="csX16" fmla="*/ 1127125 w 1212850"/>
                    <a:gd name="csY16" fmla="*/ 1108075 h 1320800"/>
                    <a:gd name="csX17" fmla="*/ 1187450 w 1212850"/>
                    <a:gd name="csY17" fmla="*/ 1038225 h 1320800"/>
                    <a:gd name="csX18" fmla="*/ 1212850 w 1212850"/>
                    <a:gd name="csY18" fmla="*/ 1003300 h 1320800"/>
                    <a:gd name="csX0" fmla="*/ 0 w 968375"/>
                    <a:gd name="csY0" fmla="*/ 0 h 692150"/>
                    <a:gd name="csX1" fmla="*/ 82550 w 968375"/>
                    <a:gd name="csY1" fmla="*/ 530225 h 692150"/>
                    <a:gd name="csX2" fmla="*/ 187325 w 968375"/>
                    <a:gd name="csY2" fmla="*/ 631825 h 692150"/>
                    <a:gd name="csX3" fmla="*/ 244475 w 968375"/>
                    <a:gd name="csY3" fmla="*/ 650875 h 692150"/>
                    <a:gd name="csX4" fmla="*/ 301625 w 968375"/>
                    <a:gd name="csY4" fmla="*/ 628650 h 692150"/>
                    <a:gd name="csX5" fmla="*/ 361950 w 968375"/>
                    <a:gd name="csY5" fmla="*/ 600075 h 692150"/>
                    <a:gd name="csX6" fmla="*/ 434975 w 968375"/>
                    <a:gd name="csY6" fmla="*/ 584200 h 692150"/>
                    <a:gd name="csX7" fmla="*/ 501650 w 968375"/>
                    <a:gd name="csY7" fmla="*/ 581025 h 692150"/>
                    <a:gd name="csX8" fmla="*/ 577850 w 968375"/>
                    <a:gd name="csY8" fmla="*/ 593725 h 692150"/>
                    <a:gd name="csX9" fmla="*/ 631825 w 968375"/>
                    <a:gd name="csY9" fmla="*/ 609600 h 692150"/>
                    <a:gd name="csX10" fmla="*/ 669925 w 968375"/>
                    <a:gd name="csY10" fmla="*/ 647700 h 692150"/>
                    <a:gd name="csX11" fmla="*/ 698500 w 968375"/>
                    <a:gd name="csY11" fmla="*/ 692150 h 692150"/>
                    <a:gd name="csX12" fmla="*/ 720725 w 968375"/>
                    <a:gd name="csY12" fmla="*/ 673100 h 692150"/>
                    <a:gd name="csX13" fmla="*/ 762000 w 968375"/>
                    <a:gd name="csY13" fmla="*/ 682625 h 692150"/>
                    <a:gd name="csX14" fmla="*/ 762000 w 968375"/>
                    <a:gd name="csY14" fmla="*/ 682625 h 692150"/>
                    <a:gd name="csX15" fmla="*/ 844550 w 968375"/>
                    <a:gd name="csY15" fmla="*/ 561975 h 692150"/>
                    <a:gd name="csX16" fmla="*/ 882650 w 968375"/>
                    <a:gd name="csY16" fmla="*/ 479425 h 692150"/>
                    <a:gd name="csX17" fmla="*/ 942975 w 968375"/>
                    <a:gd name="csY17" fmla="*/ 409575 h 692150"/>
                    <a:gd name="csX18" fmla="*/ 968375 w 968375"/>
                    <a:gd name="csY18" fmla="*/ 374650 h 692150"/>
                    <a:gd name="csX0" fmla="*/ 0 w 968375"/>
                    <a:gd name="csY0" fmla="*/ 0 h 692150"/>
                    <a:gd name="csX1" fmla="*/ 8827 w 968375"/>
                    <a:gd name="csY1" fmla="*/ 82970 h 692150"/>
                    <a:gd name="csX2" fmla="*/ 82550 w 968375"/>
                    <a:gd name="csY2" fmla="*/ 530225 h 692150"/>
                    <a:gd name="csX3" fmla="*/ 187325 w 968375"/>
                    <a:gd name="csY3" fmla="*/ 631825 h 692150"/>
                    <a:gd name="csX4" fmla="*/ 244475 w 968375"/>
                    <a:gd name="csY4" fmla="*/ 650875 h 692150"/>
                    <a:gd name="csX5" fmla="*/ 301625 w 968375"/>
                    <a:gd name="csY5" fmla="*/ 628650 h 692150"/>
                    <a:gd name="csX6" fmla="*/ 361950 w 968375"/>
                    <a:gd name="csY6" fmla="*/ 600075 h 692150"/>
                    <a:gd name="csX7" fmla="*/ 434975 w 968375"/>
                    <a:gd name="csY7" fmla="*/ 584200 h 692150"/>
                    <a:gd name="csX8" fmla="*/ 501650 w 968375"/>
                    <a:gd name="csY8" fmla="*/ 581025 h 692150"/>
                    <a:gd name="csX9" fmla="*/ 577850 w 968375"/>
                    <a:gd name="csY9" fmla="*/ 593725 h 692150"/>
                    <a:gd name="csX10" fmla="*/ 631825 w 968375"/>
                    <a:gd name="csY10" fmla="*/ 609600 h 692150"/>
                    <a:gd name="csX11" fmla="*/ 669925 w 968375"/>
                    <a:gd name="csY11" fmla="*/ 647700 h 692150"/>
                    <a:gd name="csX12" fmla="*/ 698500 w 968375"/>
                    <a:gd name="csY12" fmla="*/ 692150 h 692150"/>
                    <a:gd name="csX13" fmla="*/ 720725 w 968375"/>
                    <a:gd name="csY13" fmla="*/ 673100 h 692150"/>
                    <a:gd name="csX14" fmla="*/ 762000 w 968375"/>
                    <a:gd name="csY14" fmla="*/ 682625 h 692150"/>
                    <a:gd name="csX15" fmla="*/ 762000 w 968375"/>
                    <a:gd name="csY15" fmla="*/ 682625 h 692150"/>
                    <a:gd name="csX16" fmla="*/ 844550 w 968375"/>
                    <a:gd name="csY16" fmla="*/ 561975 h 692150"/>
                    <a:gd name="csX17" fmla="*/ 882650 w 968375"/>
                    <a:gd name="csY17" fmla="*/ 479425 h 692150"/>
                    <a:gd name="csX18" fmla="*/ 942975 w 968375"/>
                    <a:gd name="csY18" fmla="*/ 409575 h 692150"/>
                    <a:gd name="csX19" fmla="*/ 968375 w 968375"/>
                    <a:gd name="csY19" fmla="*/ 374650 h 692150"/>
                    <a:gd name="csX0" fmla="*/ 0 w 974634"/>
                    <a:gd name="csY0" fmla="*/ 0 h 942849"/>
                    <a:gd name="csX1" fmla="*/ 15086 w 974634"/>
                    <a:gd name="csY1" fmla="*/ 333669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74634"/>
                    <a:gd name="csY0" fmla="*/ 0 h 942849"/>
                    <a:gd name="csX1" fmla="*/ 5697 w 974634"/>
                    <a:gd name="csY1" fmla="*/ 297423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21428 w 949234"/>
                    <a:gd name="csY19" fmla="*/ 546817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38358 w 949234"/>
                    <a:gd name="csY19" fmla="*/ 608532 h 942849"/>
                    <a:gd name="csX20" fmla="*/ 921428 w 949234"/>
                    <a:gd name="csY20" fmla="*/ 546817 h 942849"/>
                    <a:gd name="csX0" fmla="*/ 0 w 985304"/>
                    <a:gd name="csY0" fmla="*/ 0 h 942849"/>
                    <a:gd name="csX1" fmla="*/ 5697 w 985304"/>
                    <a:gd name="csY1" fmla="*/ 297423 h 942849"/>
                    <a:gd name="csX2" fmla="*/ 88809 w 985304"/>
                    <a:gd name="csY2" fmla="*/ 780924 h 942849"/>
                    <a:gd name="csX3" fmla="*/ 193584 w 985304"/>
                    <a:gd name="csY3" fmla="*/ 882524 h 942849"/>
                    <a:gd name="csX4" fmla="*/ 250734 w 985304"/>
                    <a:gd name="csY4" fmla="*/ 901574 h 942849"/>
                    <a:gd name="csX5" fmla="*/ 307884 w 985304"/>
                    <a:gd name="csY5" fmla="*/ 879349 h 942849"/>
                    <a:gd name="csX6" fmla="*/ 368209 w 985304"/>
                    <a:gd name="csY6" fmla="*/ 850774 h 942849"/>
                    <a:gd name="csX7" fmla="*/ 441234 w 985304"/>
                    <a:gd name="csY7" fmla="*/ 834899 h 942849"/>
                    <a:gd name="csX8" fmla="*/ 507909 w 985304"/>
                    <a:gd name="csY8" fmla="*/ 831724 h 942849"/>
                    <a:gd name="csX9" fmla="*/ 584109 w 985304"/>
                    <a:gd name="csY9" fmla="*/ 844424 h 942849"/>
                    <a:gd name="csX10" fmla="*/ 638084 w 985304"/>
                    <a:gd name="csY10" fmla="*/ 860299 h 942849"/>
                    <a:gd name="csX11" fmla="*/ 676184 w 985304"/>
                    <a:gd name="csY11" fmla="*/ 898399 h 942849"/>
                    <a:gd name="csX12" fmla="*/ 704759 w 985304"/>
                    <a:gd name="csY12" fmla="*/ 942849 h 942849"/>
                    <a:gd name="csX13" fmla="*/ 726984 w 985304"/>
                    <a:gd name="csY13" fmla="*/ 923799 h 942849"/>
                    <a:gd name="csX14" fmla="*/ 768259 w 985304"/>
                    <a:gd name="csY14" fmla="*/ 933324 h 942849"/>
                    <a:gd name="csX15" fmla="*/ 768259 w 985304"/>
                    <a:gd name="csY15" fmla="*/ 933324 h 942849"/>
                    <a:gd name="csX16" fmla="*/ 850809 w 985304"/>
                    <a:gd name="csY16" fmla="*/ 812674 h 942849"/>
                    <a:gd name="csX17" fmla="*/ 888909 w 985304"/>
                    <a:gd name="csY17" fmla="*/ 730124 h 942849"/>
                    <a:gd name="csX18" fmla="*/ 949234 w 985304"/>
                    <a:gd name="csY18" fmla="*/ 660274 h 942849"/>
                    <a:gd name="csX19" fmla="*/ 985304 w 985304"/>
                    <a:gd name="csY19" fmla="*/ 635716 h 942849"/>
                    <a:gd name="csX20" fmla="*/ 921428 w 985304"/>
                    <a:gd name="csY20" fmla="*/ 546817 h 942849"/>
                    <a:gd name="csX0" fmla="*/ 0 w 985304"/>
                    <a:gd name="csY0" fmla="*/ 2908 h 945757"/>
                    <a:gd name="csX1" fmla="*/ 5697 w 985304"/>
                    <a:gd name="csY1" fmla="*/ 300331 h 945757"/>
                    <a:gd name="csX2" fmla="*/ 88809 w 985304"/>
                    <a:gd name="csY2" fmla="*/ 783832 h 945757"/>
                    <a:gd name="csX3" fmla="*/ 193584 w 985304"/>
                    <a:gd name="csY3" fmla="*/ 885432 h 945757"/>
                    <a:gd name="csX4" fmla="*/ 250734 w 985304"/>
                    <a:gd name="csY4" fmla="*/ 904482 h 945757"/>
                    <a:gd name="csX5" fmla="*/ 307884 w 985304"/>
                    <a:gd name="csY5" fmla="*/ 882257 h 945757"/>
                    <a:gd name="csX6" fmla="*/ 368209 w 985304"/>
                    <a:gd name="csY6" fmla="*/ 853682 h 945757"/>
                    <a:gd name="csX7" fmla="*/ 441234 w 985304"/>
                    <a:gd name="csY7" fmla="*/ 837807 h 945757"/>
                    <a:gd name="csX8" fmla="*/ 507909 w 985304"/>
                    <a:gd name="csY8" fmla="*/ 834632 h 945757"/>
                    <a:gd name="csX9" fmla="*/ 584109 w 985304"/>
                    <a:gd name="csY9" fmla="*/ 847332 h 945757"/>
                    <a:gd name="csX10" fmla="*/ 638084 w 985304"/>
                    <a:gd name="csY10" fmla="*/ 863207 h 945757"/>
                    <a:gd name="csX11" fmla="*/ 676184 w 985304"/>
                    <a:gd name="csY11" fmla="*/ 901307 h 945757"/>
                    <a:gd name="csX12" fmla="*/ 704759 w 985304"/>
                    <a:gd name="csY12" fmla="*/ 945757 h 945757"/>
                    <a:gd name="csX13" fmla="*/ 726984 w 985304"/>
                    <a:gd name="csY13" fmla="*/ 926707 h 945757"/>
                    <a:gd name="csX14" fmla="*/ 768259 w 985304"/>
                    <a:gd name="csY14" fmla="*/ 936232 h 945757"/>
                    <a:gd name="csX15" fmla="*/ 768259 w 985304"/>
                    <a:gd name="csY15" fmla="*/ 936232 h 945757"/>
                    <a:gd name="csX16" fmla="*/ 850809 w 985304"/>
                    <a:gd name="csY16" fmla="*/ 815582 h 945757"/>
                    <a:gd name="csX17" fmla="*/ 888909 w 985304"/>
                    <a:gd name="csY17" fmla="*/ 733032 h 945757"/>
                    <a:gd name="csX18" fmla="*/ 949234 w 985304"/>
                    <a:gd name="csY18" fmla="*/ 663182 h 945757"/>
                    <a:gd name="csX19" fmla="*/ 985304 w 985304"/>
                    <a:gd name="csY19" fmla="*/ 638624 h 945757"/>
                    <a:gd name="csX20" fmla="*/ 977763 w 985304"/>
                    <a:gd name="csY20" fmla="*/ 0 h 945757"/>
                    <a:gd name="csX0" fmla="*/ 0 w 978991"/>
                    <a:gd name="csY0" fmla="*/ 2908 h 945757"/>
                    <a:gd name="csX1" fmla="*/ 5697 w 978991"/>
                    <a:gd name="csY1" fmla="*/ 300331 h 945757"/>
                    <a:gd name="csX2" fmla="*/ 88809 w 978991"/>
                    <a:gd name="csY2" fmla="*/ 783832 h 945757"/>
                    <a:gd name="csX3" fmla="*/ 193584 w 978991"/>
                    <a:gd name="csY3" fmla="*/ 885432 h 945757"/>
                    <a:gd name="csX4" fmla="*/ 250734 w 978991"/>
                    <a:gd name="csY4" fmla="*/ 904482 h 945757"/>
                    <a:gd name="csX5" fmla="*/ 307884 w 978991"/>
                    <a:gd name="csY5" fmla="*/ 882257 h 945757"/>
                    <a:gd name="csX6" fmla="*/ 368209 w 978991"/>
                    <a:gd name="csY6" fmla="*/ 853682 h 945757"/>
                    <a:gd name="csX7" fmla="*/ 441234 w 978991"/>
                    <a:gd name="csY7" fmla="*/ 837807 h 945757"/>
                    <a:gd name="csX8" fmla="*/ 507909 w 978991"/>
                    <a:gd name="csY8" fmla="*/ 834632 h 945757"/>
                    <a:gd name="csX9" fmla="*/ 584109 w 978991"/>
                    <a:gd name="csY9" fmla="*/ 847332 h 945757"/>
                    <a:gd name="csX10" fmla="*/ 638084 w 978991"/>
                    <a:gd name="csY10" fmla="*/ 863207 h 945757"/>
                    <a:gd name="csX11" fmla="*/ 676184 w 978991"/>
                    <a:gd name="csY11" fmla="*/ 901307 h 945757"/>
                    <a:gd name="csX12" fmla="*/ 704759 w 978991"/>
                    <a:gd name="csY12" fmla="*/ 945757 h 945757"/>
                    <a:gd name="csX13" fmla="*/ 726984 w 978991"/>
                    <a:gd name="csY13" fmla="*/ 926707 h 945757"/>
                    <a:gd name="csX14" fmla="*/ 768259 w 978991"/>
                    <a:gd name="csY14" fmla="*/ 936232 h 945757"/>
                    <a:gd name="csX15" fmla="*/ 768259 w 978991"/>
                    <a:gd name="csY15" fmla="*/ 936232 h 945757"/>
                    <a:gd name="csX16" fmla="*/ 850809 w 978991"/>
                    <a:gd name="csY16" fmla="*/ 815582 h 945757"/>
                    <a:gd name="csX17" fmla="*/ 888909 w 978991"/>
                    <a:gd name="csY17" fmla="*/ 733032 h 945757"/>
                    <a:gd name="csX18" fmla="*/ 949234 w 978991"/>
                    <a:gd name="csY18" fmla="*/ 663182 h 945757"/>
                    <a:gd name="csX19" fmla="*/ 978991 w 978991"/>
                    <a:gd name="csY19" fmla="*/ 641670 h 945757"/>
                    <a:gd name="csX20" fmla="*/ 977763 w 978991"/>
                    <a:gd name="csY20" fmla="*/ 0 h 945757"/>
                    <a:gd name="csX0" fmla="*/ 2720 w 981711"/>
                    <a:gd name="csY0" fmla="*/ 2908 h 945757"/>
                    <a:gd name="csX1" fmla="*/ 0 w 981711"/>
                    <a:gd name="csY1" fmla="*/ 290177 h 945757"/>
                    <a:gd name="csX2" fmla="*/ 91529 w 981711"/>
                    <a:gd name="csY2" fmla="*/ 783832 h 945757"/>
                    <a:gd name="csX3" fmla="*/ 196304 w 981711"/>
                    <a:gd name="csY3" fmla="*/ 885432 h 945757"/>
                    <a:gd name="csX4" fmla="*/ 253454 w 981711"/>
                    <a:gd name="csY4" fmla="*/ 904482 h 945757"/>
                    <a:gd name="csX5" fmla="*/ 310604 w 981711"/>
                    <a:gd name="csY5" fmla="*/ 882257 h 945757"/>
                    <a:gd name="csX6" fmla="*/ 370929 w 981711"/>
                    <a:gd name="csY6" fmla="*/ 853682 h 945757"/>
                    <a:gd name="csX7" fmla="*/ 443954 w 981711"/>
                    <a:gd name="csY7" fmla="*/ 837807 h 945757"/>
                    <a:gd name="csX8" fmla="*/ 510629 w 981711"/>
                    <a:gd name="csY8" fmla="*/ 834632 h 945757"/>
                    <a:gd name="csX9" fmla="*/ 586829 w 981711"/>
                    <a:gd name="csY9" fmla="*/ 847332 h 945757"/>
                    <a:gd name="csX10" fmla="*/ 640804 w 981711"/>
                    <a:gd name="csY10" fmla="*/ 863207 h 945757"/>
                    <a:gd name="csX11" fmla="*/ 678904 w 981711"/>
                    <a:gd name="csY11" fmla="*/ 901307 h 945757"/>
                    <a:gd name="csX12" fmla="*/ 707479 w 981711"/>
                    <a:gd name="csY12" fmla="*/ 945757 h 945757"/>
                    <a:gd name="csX13" fmla="*/ 729704 w 981711"/>
                    <a:gd name="csY13" fmla="*/ 926707 h 945757"/>
                    <a:gd name="csX14" fmla="*/ 770979 w 981711"/>
                    <a:gd name="csY14" fmla="*/ 936232 h 945757"/>
                    <a:gd name="csX15" fmla="*/ 770979 w 981711"/>
                    <a:gd name="csY15" fmla="*/ 936232 h 945757"/>
                    <a:gd name="csX16" fmla="*/ 853529 w 981711"/>
                    <a:gd name="csY16" fmla="*/ 815582 h 945757"/>
                    <a:gd name="csX17" fmla="*/ 891629 w 981711"/>
                    <a:gd name="csY17" fmla="*/ 733032 h 945757"/>
                    <a:gd name="csX18" fmla="*/ 951954 w 981711"/>
                    <a:gd name="csY18" fmla="*/ 663182 h 945757"/>
                    <a:gd name="csX19" fmla="*/ 981711 w 981711"/>
                    <a:gd name="csY19" fmla="*/ 641670 h 945757"/>
                    <a:gd name="csX20" fmla="*/ 980483 w 981711"/>
                    <a:gd name="csY20" fmla="*/ 0 h 945757"/>
                    <a:gd name="csX0" fmla="*/ 219 w 982366"/>
                    <a:gd name="csY0" fmla="*/ 0 h 948941"/>
                    <a:gd name="csX1" fmla="*/ 655 w 982366"/>
                    <a:gd name="csY1" fmla="*/ 293361 h 948941"/>
                    <a:gd name="csX2" fmla="*/ 92184 w 982366"/>
                    <a:gd name="csY2" fmla="*/ 787016 h 948941"/>
                    <a:gd name="csX3" fmla="*/ 196959 w 982366"/>
                    <a:gd name="csY3" fmla="*/ 888616 h 948941"/>
                    <a:gd name="csX4" fmla="*/ 254109 w 982366"/>
                    <a:gd name="csY4" fmla="*/ 907666 h 948941"/>
                    <a:gd name="csX5" fmla="*/ 311259 w 982366"/>
                    <a:gd name="csY5" fmla="*/ 885441 h 948941"/>
                    <a:gd name="csX6" fmla="*/ 371584 w 982366"/>
                    <a:gd name="csY6" fmla="*/ 856866 h 948941"/>
                    <a:gd name="csX7" fmla="*/ 444609 w 982366"/>
                    <a:gd name="csY7" fmla="*/ 840991 h 948941"/>
                    <a:gd name="csX8" fmla="*/ 511284 w 982366"/>
                    <a:gd name="csY8" fmla="*/ 837816 h 948941"/>
                    <a:gd name="csX9" fmla="*/ 587484 w 982366"/>
                    <a:gd name="csY9" fmla="*/ 850516 h 948941"/>
                    <a:gd name="csX10" fmla="*/ 641459 w 982366"/>
                    <a:gd name="csY10" fmla="*/ 866391 h 948941"/>
                    <a:gd name="csX11" fmla="*/ 679559 w 982366"/>
                    <a:gd name="csY11" fmla="*/ 904491 h 948941"/>
                    <a:gd name="csX12" fmla="*/ 708134 w 982366"/>
                    <a:gd name="csY12" fmla="*/ 948941 h 948941"/>
                    <a:gd name="csX13" fmla="*/ 730359 w 982366"/>
                    <a:gd name="csY13" fmla="*/ 929891 h 948941"/>
                    <a:gd name="csX14" fmla="*/ 771634 w 982366"/>
                    <a:gd name="csY14" fmla="*/ 939416 h 948941"/>
                    <a:gd name="csX15" fmla="*/ 771634 w 982366"/>
                    <a:gd name="csY15" fmla="*/ 939416 h 948941"/>
                    <a:gd name="csX16" fmla="*/ 854184 w 982366"/>
                    <a:gd name="csY16" fmla="*/ 818766 h 948941"/>
                    <a:gd name="csX17" fmla="*/ 892284 w 982366"/>
                    <a:gd name="csY17" fmla="*/ 736216 h 948941"/>
                    <a:gd name="csX18" fmla="*/ 952609 w 982366"/>
                    <a:gd name="csY18" fmla="*/ 666366 h 948941"/>
                    <a:gd name="csX19" fmla="*/ 982366 w 982366"/>
                    <a:gd name="csY19" fmla="*/ 644854 h 948941"/>
                    <a:gd name="csX20" fmla="*/ 981138 w 982366"/>
                    <a:gd name="csY20" fmla="*/ 3184 h 948941"/>
                    <a:gd name="csX0" fmla="*/ 219 w 985841"/>
                    <a:gd name="csY0" fmla="*/ 2908 h 951849"/>
                    <a:gd name="csX1" fmla="*/ 655 w 985841"/>
                    <a:gd name="csY1" fmla="*/ 296269 h 951849"/>
                    <a:gd name="csX2" fmla="*/ 92184 w 985841"/>
                    <a:gd name="csY2" fmla="*/ 789924 h 951849"/>
                    <a:gd name="csX3" fmla="*/ 196959 w 985841"/>
                    <a:gd name="csY3" fmla="*/ 891524 h 951849"/>
                    <a:gd name="csX4" fmla="*/ 254109 w 985841"/>
                    <a:gd name="csY4" fmla="*/ 910574 h 951849"/>
                    <a:gd name="csX5" fmla="*/ 311259 w 985841"/>
                    <a:gd name="csY5" fmla="*/ 888349 h 951849"/>
                    <a:gd name="csX6" fmla="*/ 371584 w 985841"/>
                    <a:gd name="csY6" fmla="*/ 859774 h 951849"/>
                    <a:gd name="csX7" fmla="*/ 444609 w 985841"/>
                    <a:gd name="csY7" fmla="*/ 843899 h 951849"/>
                    <a:gd name="csX8" fmla="*/ 511284 w 985841"/>
                    <a:gd name="csY8" fmla="*/ 840724 h 951849"/>
                    <a:gd name="csX9" fmla="*/ 587484 w 985841"/>
                    <a:gd name="csY9" fmla="*/ 853424 h 951849"/>
                    <a:gd name="csX10" fmla="*/ 641459 w 985841"/>
                    <a:gd name="csY10" fmla="*/ 869299 h 951849"/>
                    <a:gd name="csX11" fmla="*/ 679559 w 985841"/>
                    <a:gd name="csY11" fmla="*/ 907399 h 951849"/>
                    <a:gd name="csX12" fmla="*/ 708134 w 985841"/>
                    <a:gd name="csY12" fmla="*/ 951849 h 951849"/>
                    <a:gd name="csX13" fmla="*/ 730359 w 985841"/>
                    <a:gd name="csY13" fmla="*/ 932799 h 951849"/>
                    <a:gd name="csX14" fmla="*/ 771634 w 985841"/>
                    <a:gd name="csY14" fmla="*/ 942324 h 951849"/>
                    <a:gd name="csX15" fmla="*/ 771634 w 985841"/>
                    <a:gd name="csY15" fmla="*/ 942324 h 951849"/>
                    <a:gd name="csX16" fmla="*/ 854184 w 985841"/>
                    <a:gd name="csY16" fmla="*/ 821674 h 951849"/>
                    <a:gd name="csX17" fmla="*/ 892284 w 985841"/>
                    <a:gd name="csY17" fmla="*/ 739124 h 951849"/>
                    <a:gd name="csX18" fmla="*/ 952609 w 985841"/>
                    <a:gd name="csY18" fmla="*/ 669274 h 951849"/>
                    <a:gd name="csX19" fmla="*/ 982366 w 985841"/>
                    <a:gd name="csY19" fmla="*/ 647762 h 951849"/>
                    <a:gd name="csX20" fmla="*/ 985347 w 985841"/>
                    <a:gd name="csY20" fmla="*/ 0 h 95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985841" h="951849">
                      <a:moveTo>
                        <a:pt x="219" y="2908"/>
                      </a:moveTo>
                      <a:cubicBezTo>
                        <a:pt x="-688" y="98664"/>
                        <a:pt x="1562" y="200513"/>
                        <a:pt x="655" y="296269"/>
                      </a:cubicBezTo>
                      <a:lnTo>
                        <a:pt x="92184" y="789924"/>
                      </a:lnTo>
                      <a:lnTo>
                        <a:pt x="196959" y="891524"/>
                      </a:lnTo>
                      <a:lnTo>
                        <a:pt x="254109" y="910574"/>
                      </a:lnTo>
                      <a:lnTo>
                        <a:pt x="311259" y="888349"/>
                      </a:lnTo>
                      <a:lnTo>
                        <a:pt x="371584" y="859774"/>
                      </a:lnTo>
                      <a:lnTo>
                        <a:pt x="444609" y="843899"/>
                      </a:lnTo>
                      <a:lnTo>
                        <a:pt x="511284" y="840724"/>
                      </a:lnTo>
                      <a:lnTo>
                        <a:pt x="587484" y="853424"/>
                      </a:lnTo>
                      <a:lnTo>
                        <a:pt x="641459" y="869299"/>
                      </a:lnTo>
                      <a:lnTo>
                        <a:pt x="679559" y="907399"/>
                      </a:lnTo>
                      <a:lnTo>
                        <a:pt x="708134" y="951849"/>
                      </a:lnTo>
                      <a:lnTo>
                        <a:pt x="730359" y="932799"/>
                      </a:lnTo>
                      <a:lnTo>
                        <a:pt x="771634" y="942324"/>
                      </a:lnTo>
                      <a:lnTo>
                        <a:pt x="771634" y="942324"/>
                      </a:lnTo>
                      <a:lnTo>
                        <a:pt x="854184" y="821674"/>
                      </a:lnTo>
                      <a:lnTo>
                        <a:pt x="892284" y="739124"/>
                      </a:lnTo>
                      <a:lnTo>
                        <a:pt x="952609" y="669274"/>
                      </a:lnTo>
                      <a:lnTo>
                        <a:pt x="982366" y="647762"/>
                      </a:lnTo>
                      <a:cubicBezTo>
                        <a:pt x="979852" y="434887"/>
                        <a:pt x="987861" y="212875"/>
                        <a:pt x="985347" y="0"/>
                      </a:cubicBezTo>
                    </a:path>
                  </a:pathLst>
                </a:custGeom>
                <a:solidFill>
                  <a:srgbClr val="00B0F0">
                    <a:alpha val="78000"/>
                  </a:srgbClr>
                </a:solidFill>
                <a:ln w="63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EF1DB74-EF01-F37F-9407-F1A97B3C71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8770" y="1507871"/>
                  <a:ext cx="0" cy="1455864"/>
                </a:xfrm>
                <a:prstGeom prst="line">
                  <a:avLst/>
                </a:prstGeom>
                <a:grpFill/>
                <a:ln w="508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D07CBF-F5B8-15E6-7F92-56E9D533D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3097" y="1507871"/>
                  <a:ext cx="0" cy="1455864"/>
                </a:xfrm>
                <a:prstGeom prst="line">
                  <a:avLst/>
                </a:prstGeom>
                <a:grpFill/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C1D1A5E-5057-6CF1-8886-C3EE3F5CA5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85939" y="1587459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C212098-262F-081B-C389-EE0B27F113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9589" y="164460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DA9EA07-C978-255D-2273-9032C21C4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6414" y="201289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BFB7C0-FBF5-4CE9-F985-BE2D01C4E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589" y="2439646"/>
                <a:ext cx="988906" cy="0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435F7F6-AC4D-0E08-D3A0-2CF3EBDB47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3239" y="2505075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0B21486-DEC3-8AF3-250E-EDF9F9DD1CA0}"/>
                </a:ext>
              </a:extLst>
            </p:cNvPr>
            <p:cNvSpPr txBox="1"/>
            <p:nvPr/>
          </p:nvSpPr>
          <p:spPr>
            <a:xfrm>
              <a:off x="4680857" y="33566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E62944-AF1D-4FEA-7AF2-C582C78A596D}"/>
                </a:ext>
              </a:extLst>
            </p:cNvPr>
            <p:cNvSpPr txBox="1"/>
            <p:nvPr/>
          </p:nvSpPr>
          <p:spPr>
            <a:xfrm>
              <a:off x="5545266" y="599461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5A023A3-8059-62EA-E4F0-6083C19FA2D7}"/>
                </a:ext>
              </a:extLst>
            </p:cNvPr>
            <p:cNvSpPr txBox="1"/>
            <p:nvPr/>
          </p:nvSpPr>
          <p:spPr>
            <a:xfrm>
              <a:off x="5545265" y="1995149"/>
              <a:ext cx="575799" cy="369332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2E5D42-24A9-540F-A842-74525EB70194}"/>
                </a:ext>
              </a:extLst>
            </p:cNvPr>
            <p:cNvSpPr txBox="1"/>
            <p:nvPr/>
          </p:nvSpPr>
          <p:spPr>
            <a:xfrm>
              <a:off x="5513925" y="3639475"/>
              <a:ext cx="575799" cy="369332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AEC3C09-6839-01AC-0639-DBFF0F057164}"/>
                </a:ext>
              </a:extLst>
            </p:cNvPr>
            <p:cNvCxnSpPr>
              <a:cxnSpLocks/>
            </p:cNvCxnSpPr>
            <p:nvPr/>
          </p:nvCxnSpPr>
          <p:spPr>
            <a:xfrm>
              <a:off x="3104417" y="4439947"/>
              <a:ext cx="3657264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6CE98E4-32B9-0E81-D706-C9EF9C229EF9}"/>
                </a:ext>
              </a:extLst>
            </p:cNvPr>
            <p:cNvSpPr txBox="1"/>
            <p:nvPr/>
          </p:nvSpPr>
          <p:spPr>
            <a:xfrm>
              <a:off x="6177952" y="4172877"/>
              <a:ext cx="575799" cy="369332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693726-447D-96EB-2319-AAB5632B886A}"/>
                </a:ext>
              </a:extLst>
            </p:cNvPr>
            <p:cNvSpPr txBox="1"/>
            <p:nvPr/>
          </p:nvSpPr>
          <p:spPr>
            <a:xfrm>
              <a:off x="3135086" y="5747655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BBCEE4-E749-9F43-149E-B0D422334C65}"/>
                </a:ext>
              </a:extLst>
            </p:cNvPr>
            <p:cNvSpPr txBox="1"/>
            <p:nvPr/>
          </p:nvSpPr>
          <p:spPr>
            <a:xfrm>
              <a:off x="5522822" y="104717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6B67B84-6351-286C-DBDB-F54E44EA9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9816" y="357781"/>
              <a:ext cx="496832" cy="2374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94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AAE345B5-D89A-06B5-20DD-3A544A215F28}"/>
              </a:ext>
            </a:extLst>
          </p:cNvPr>
          <p:cNvGrpSpPr/>
          <p:nvPr/>
        </p:nvGrpSpPr>
        <p:grpSpPr>
          <a:xfrm>
            <a:off x="97971" y="13132"/>
            <a:ext cx="8839200" cy="6095568"/>
            <a:chOff x="97971" y="13132"/>
            <a:chExt cx="8839200" cy="60955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7216-9FFB-EAD5-A493-F61619102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71" y="749300"/>
              <a:ext cx="8839200" cy="5359400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10C724-72C3-AA75-E1A9-D7E92D28B17D}"/>
                </a:ext>
              </a:extLst>
            </p:cNvPr>
            <p:cNvSpPr/>
            <p:nvPr/>
          </p:nvSpPr>
          <p:spPr>
            <a:xfrm>
              <a:off x="3462589" y="1687725"/>
              <a:ext cx="3210964" cy="1973691"/>
            </a:xfrm>
            <a:prstGeom prst="rect">
              <a:avLst/>
            </a:prstGeom>
            <a:solidFill>
              <a:srgbClr val="D182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DFA80F-DAF2-C240-A019-5CD57B53D003}"/>
                </a:ext>
              </a:extLst>
            </p:cNvPr>
            <p:cNvSpPr/>
            <p:nvPr/>
          </p:nvSpPr>
          <p:spPr>
            <a:xfrm>
              <a:off x="3454284" y="489429"/>
              <a:ext cx="3236935" cy="3561014"/>
            </a:xfrm>
            <a:custGeom>
              <a:avLst/>
              <a:gdLst>
                <a:gd name="csX0" fmla="*/ 0 w 6553200"/>
                <a:gd name="csY0" fmla="*/ 1665515 h 3940629"/>
                <a:gd name="csX1" fmla="*/ 141514 w 6553200"/>
                <a:gd name="csY1" fmla="*/ 2296886 h 3940629"/>
                <a:gd name="csX2" fmla="*/ 272143 w 6553200"/>
                <a:gd name="csY2" fmla="*/ 2852057 h 3940629"/>
                <a:gd name="csX3" fmla="*/ 457200 w 6553200"/>
                <a:gd name="csY3" fmla="*/ 3145972 h 3940629"/>
                <a:gd name="csX4" fmla="*/ 696686 w 6553200"/>
                <a:gd name="csY4" fmla="*/ 3287486 h 3940629"/>
                <a:gd name="csX5" fmla="*/ 914400 w 6553200"/>
                <a:gd name="csY5" fmla="*/ 3363686 h 3940629"/>
                <a:gd name="csX6" fmla="*/ 1077686 w 6553200"/>
                <a:gd name="csY6" fmla="*/ 3526972 h 3940629"/>
                <a:gd name="csX7" fmla="*/ 1262743 w 6553200"/>
                <a:gd name="csY7" fmla="*/ 3733800 h 3940629"/>
                <a:gd name="csX8" fmla="*/ 1415143 w 6553200"/>
                <a:gd name="csY8" fmla="*/ 3766457 h 3940629"/>
                <a:gd name="csX9" fmla="*/ 1621971 w 6553200"/>
                <a:gd name="csY9" fmla="*/ 3744686 h 3940629"/>
                <a:gd name="csX10" fmla="*/ 1894114 w 6553200"/>
                <a:gd name="csY10" fmla="*/ 3712029 h 3940629"/>
                <a:gd name="csX11" fmla="*/ 2177143 w 6553200"/>
                <a:gd name="csY11" fmla="*/ 3614057 h 3940629"/>
                <a:gd name="csX12" fmla="*/ 2579914 w 6553200"/>
                <a:gd name="csY12" fmla="*/ 3603172 h 3940629"/>
                <a:gd name="csX13" fmla="*/ 2917371 w 6553200"/>
                <a:gd name="csY13" fmla="*/ 3548743 h 3940629"/>
                <a:gd name="csX14" fmla="*/ 3156857 w 6553200"/>
                <a:gd name="csY14" fmla="*/ 3483429 h 3940629"/>
                <a:gd name="csX15" fmla="*/ 3494314 w 6553200"/>
                <a:gd name="csY15" fmla="*/ 3472543 h 3940629"/>
                <a:gd name="csX16" fmla="*/ 3973286 w 6553200"/>
                <a:gd name="csY16" fmla="*/ 3570515 h 3940629"/>
                <a:gd name="csX17" fmla="*/ 4299857 w 6553200"/>
                <a:gd name="csY17" fmla="*/ 3701143 h 3940629"/>
                <a:gd name="csX18" fmla="*/ 4474029 w 6553200"/>
                <a:gd name="csY18" fmla="*/ 3842657 h 3940629"/>
                <a:gd name="csX19" fmla="*/ 4648200 w 6553200"/>
                <a:gd name="csY19" fmla="*/ 3929743 h 3940629"/>
                <a:gd name="csX20" fmla="*/ 4767943 w 6553200"/>
                <a:gd name="csY20" fmla="*/ 3940629 h 3940629"/>
                <a:gd name="csX21" fmla="*/ 4876800 w 6553200"/>
                <a:gd name="csY21" fmla="*/ 3864429 h 3940629"/>
                <a:gd name="csX22" fmla="*/ 4963886 w 6553200"/>
                <a:gd name="csY22" fmla="*/ 3788229 h 3940629"/>
                <a:gd name="csX23" fmla="*/ 5127171 w 6553200"/>
                <a:gd name="csY23" fmla="*/ 3788229 h 3940629"/>
                <a:gd name="csX24" fmla="*/ 5279571 w 6553200"/>
                <a:gd name="csY24" fmla="*/ 3766457 h 3940629"/>
                <a:gd name="csX25" fmla="*/ 5410200 w 6553200"/>
                <a:gd name="csY25" fmla="*/ 3668486 h 3940629"/>
                <a:gd name="csX26" fmla="*/ 5584371 w 6553200"/>
                <a:gd name="csY26" fmla="*/ 3505200 h 3940629"/>
                <a:gd name="csX27" fmla="*/ 5747657 w 6553200"/>
                <a:gd name="csY27" fmla="*/ 3385457 h 3940629"/>
                <a:gd name="csX28" fmla="*/ 5910943 w 6553200"/>
                <a:gd name="csY28" fmla="*/ 3113315 h 3940629"/>
                <a:gd name="csX29" fmla="*/ 6041571 w 6553200"/>
                <a:gd name="csY29" fmla="*/ 2939143 h 3940629"/>
                <a:gd name="csX30" fmla="*/ 6193971 w 6553200"/>
                <a:gd name="csY30" fmla="*/ 2797629 h 3940629"/>
                <a:gd name="csX31" fmla="*/ 6357257 w 6553200"/>
                <a:gd name="csY31" fmla="*/ 2579915 h 3940629"/>
                <a:gd name="csX32" fmla="*/ 6411686 w 6553200"/>
                <a:gd name="csY32" fmla="*/ 2449286 h 3940629"/>
                <a:gd name="csX33" fmla="*/ 6509657 w 6553200"/>
                <a:gd name="csY33" fmla="*/ 2166257 h 3940629"/>
                <a:gd name="csX34" fmla="*/ 6542314 w 6553200"/>
                <a:gd name="csY34" fmla="*/ 2024743 h 3940629"/>
                <a:gd name="csX35" fmla="*/ 6553200 w 6553200"/>
                <a:gd name="csY35" fmla="*/ 1883229 h 3940629"/>
                <a:gd name="csX36" fmla="*/ 6531429 w 6553200"/>
                <a:gd name="csY36" fmla="*/ 0 h 3940629"/>
                <a:gd name="csX0" fmla="*/ 0 w 6553200"/>
                <a:gd name="csY0" fmla="*/ 0 h 4191000"/>
                <a:gd name="csX1" fmla="*/ 141514 w 6553200"/>
                <a:gd name="csY1" fmla="*/ 2547257 h 4191000"/>
                <a:gd name="csX2" fmla="*/ 272143 w 6553200"/>
                <a:gd name="csY2" fmla="*/ 3102428 h 4191000"/>
                <a:gd name="csX3" fmla="*/ 457200 w 6553200"/>
                <a:gd name="csY3" fmla="*/ 3396343 h 4191000"/>
                <a:gd name="csX4" fmla="*/ 696686 w 6553200"/>
                <a:gd name="csY4" fmla="*/ 3537857 h 4191000"/>
                <a:gd name="csX5" fmla="*/ 914400 w 6553200"/>
                <a:gd name="csY5" fmla="*/ 3614057 h 4191000"/>
                <a:gd name="csX6" fmla="*/ 1077686 w 6553200"/>
                <a:gd name="csY6" fmla="*/ 3777343 h 4191000"/>
                <a:gd name="csX7" fmla="*/ 1262743 w 6553200"/>
                <a:gd name="csY7" fmla="*/ 3984171 h 4191000"/>
                <a:gd name="csX8" fmla="*/ 1415143 w 6553200"/>
                <a:gd name="csY8" fmla="*/ 4016828 h 4191000"/>
                <a:gd name="csX9" fmla="*/ 1621971 w 6553200"/>
                <a:gd name="csY9" fmla="*/ 3995057 h 4191000"/>
                <a:gd name="csX10" fmla="*/ 1894114 w 6553200"/>
                <a:gd name="csY10" fmla="*/ 3962400 h 4191000"/>
                <a:gd name="csX11" fmla="*/ 2177143 w 6553200"/>
                <a:gd name="csY11" fmla="*/ 3864428 h 4191000"/>
                <a:gd name="csX12" fmla="*/ 2579914 w 6553200"/>
                <a:gd name="csY12" fmla="*/ 3853543 h 4191000"/>
                <a:gd name="csX13" fmla="*/ 2917371 w 6553200"/>
                <a:gd name="csY13" fmla="*/ 3799114 h 4191000"/>
                <a:gd name="csX14" fmla="*/ 3156857 w 6553200"/>
                <a:gd name="csY14" fmla="*/ 3733800 h 4191000"/>
                <a:gd name="csX15" fmla="*/ 3494314 w 6553200"/>
                <a:gd name="csY15" fmla="*/ 3722914 h 4191000"/>
                <a:gd name="csX16" fmla="*/ 3973286 w 6553200"/>
                <a:gd name="csY16" fmla="*/ 3820886 h 4191000"/>
                <a:gd name="csX17" fmla="*/ 4299857 w 6553200"/>
                <a:gd name="csY17" fmla="*/ 3951514 h 4191000"/>
                <a:gd name="csX18" fmla="*/ 4474029 w 6553200"/>
                <a:gd name="csY18" fmla="*/ 4093028 h 4191000"/>
                <a:gd name="csX19" fmla="*/ 4648200 w 6553200"/>
                <a:gd name="csY19" fmla="*/ 4180114 h 4191000"/>
                <a:gd name="csX20" fmla="*/ 4767943 w 6553200"/>
                <a:gd name="csY20" fmla="*/ 4191000 h 4191000"/>
                <a:gd name="csX21" fmla="*/ 4876800 w 6553200"/>
                <a:gd name="csY21" fmla="*/ 4114800 h 4191000"/>
                <a:gd name="csX22" fmla="*/ 4963886 w 6553200"/>
                <a:gd name="csY22" fmla="*/ 4038600 h 4191000"/>
                <a:gd name="csX23" fmla="*/ 5127171 w 6553200"/>
                <a:gd name="csY23" fmla="*/ 4038600 h 4191000"/>
                <a:gd name="csX24" fmla="*/ 5279571 w 6553200"/>
                <a:gd name="csY24" fmla="*/ 4016828 h 4191000"/>
                <a:gd name="csX25" fmla="*/ 5410200 w 6553200"/>
                <a:gd name="csY25" fmla="*/ 3918857 h 4191000"/>
                <a:gd name="csX26" fmla="*/ 5584371 w 6553200"/>
                <a:gd name="csY26" fmla="*/ 3755571 h 4191000"/>
                <a:gd name="csX27" fmla="*/ 5747657 w 6553200"/>
                <a:gd name="csY27" fmla="*/ 3635828 h 4191000"/>
                <a:gd name="csX28" fmla="*/ 5910943 w 6553200"/>
                <a:gd name="csY28" fmla="*/ 3363686 h 4191000"/>
                <a:gd name="csX29" fmla="*/ 6041571 w 6553200"/>
                <a:gd name="csY29" fmla="*/ 3189514 h 4191000"/>
                <a:gd name="csX30" fmla="*/ 6193971 w 6553200"/>
                <a:gd name="csY30" fmla="*/ 3048000 h 4191000"/>
                <a:gd name="csX31" fmla="*/ 6357257 w 6553200"/>
                <a:gd name="csY31" fmla="*/ 2830286 h 4191000"/>
                <a:gd name="csX32" fmla="*/ 6411686 w 6553200"/>
                <a:gd name="csY32" fmla="*/ 2699657 h 4191000"/>
                <a:gd name="csX33" fmla="*/ 6509657 w 6553200"/>
                <a:gd name="csY33" fmla="*/ 2416628 h 4191000"/>
                <a:gd name="csX34" fmla="*/ 6542314 w 6553200"/>
                <a:gd name="csY34" fmla="*/ 2275114 h 4191000"/>
                <a:gd name="csX35" fmla="*/ 6553200 w 6553200"/>
                <a:gd name="csY35" fmla="*/ 2133600 h 4191000"/>
                <a:gd name="csX36" fmla="*/ 6531429 w 6553200"/>
                <a:gd name="csY36" fmla="*/ 250371 h 4191000"/>
                <a:gd name="csX0" fmla="*/ 0 w 6553200"/>
                <a:gd name="csY0" fmla="*/ 0 h 4191000"/>
                <a:gd name="csX1" fmla="*/ 76200 w 6553200"/>
                <a:gd name="csY1" fmla="*/ 1382486 h 4191000"/>
                <a:gd name="csX2" fmla="*/ 141514 w 6553200"/>
                <a:gd name="csY2" fmla="*/ 2547257 h 4191000"/>
                <a:gd name="csX3" fmla="*/ 272143 w 6553200"/>
                <a:gd name="csY3" fmla="*/ 3102428 h 4191000"/>
                <a:gd name="csX4" fmla="*/ 457200 w 6553200"/>
                <a:gd name="csY4" fmla="*/ 3396343 h 4191000"/>
                <a:gd name="csX5" fmla="*/ 696686 w 6553200"/>
                <a:gd name="csY5" fmla="*/ 3537857 h 4191000"/>
                <a:gd name="csX6" fmla="*/ 914400 w 6553200"/>
                <a:gd name="csY6" fmla="*/ 3614057 h 4191000"/>
                <a:gd name="csX7" fmla="*/ 1077686 w 6553200"/>
                <a:gd name="csY7" fmla="*/ 3777343 h 4191000"/>
                <a:gd name="csX8" fmla="*/ 1262743 w 6553200"/>
                <a:gd name="csY8" fmla="*/ 3984171 h 4191000"/>
                <a:gd name="csX9" fmla="*/ 1415143 w 6553200"/>
                <a:gd name="csY9" fmla="*/ 4016828 h 4191000"/>
                <a:gd name="csX10" fmla="*/ 1621971 w 6553200"/>
                <a:gd name="csY10" fmla="*/ 3995057 h 4191000"/>
                <a:gd name="csX11" fmla="*/ 1894114 w 6553200"/>
                <a:gd name="csY11" fmla="*/ 3962400 h 4191000"/>
                <a:gd name="csX12" fmla="*/ 2177143 w 6553200"/>
                <a:gd name="csY12" fmla="*/ 3864428 h 4191000"/>
                <a:gd name="csX13" fmla="*/ 2579914 w 6553200"/>
                <a:gd name="csY13" fmla="*/ 3853543 h 4191000"/>
                <a:gd name="csX14" fmla="*/ 2917371 w 6553200"/>
                <a:gd name="csY14" fmla="*/ 3799114 h 4191000"/>
                <a:gd name="csX15" fmla="*/ 3156857 w 6553200"/>
                <a:gd name="csY15" fmla="*/ 3733800 h 4191000"/>
                <a:gd name="csX16" fmla="*/ 3494314 w 6553200"/>
                <a:gd name="csY16" fmla="*/ 3722914 h 4191000"/>
                <a:gd name="csX17" fmla="*/ 3973286 w 6553200"/>
                <a:gd name="csY17" fmla="*/ 3820886 h 4191000"/>
                <a:gd name="csX18" fmla="*/ 4299857 w 6553200"/>
                <a:gd name="csY18" fmla="*/ 3951514 h 4191000"/>
                <a:gd name="csX19" fmla="*/ 4474029 w 6553200"/>
                <a:gd name="csY19" fmla="*/ 4093028 h 4191000"/>
                <a:gd name="csX20" fmla="*/ 4648200 w 6553200"/>
                <a:gd name="csY20" fmla="*/ 4180114 h 4191000"/>
                <a:gd name="csX21" fmla="*/ 4767943 w 6553200"/>
                <a:gd name="csY21" fmla="*/ 4191000 h 4191000"/>
                <a:gd name="csX22" fmla="*/ 4876800 w 6553200"/>
                <a:gd name="csY22" fmla="*/ 4114800 h 4191000"/>
                <a:gd name="csX23" fmla="*/ 4963886 w 6553200"/>
                <a:gd name="csY23" fmla="*/ 4038600 h 4191000"/>
                <a:gd name="csX24" fmla="*/ 5127171 w 6553200"/>
                <a:gd name="csY24" fmla="*/ 4038600 h 4191000"/>
                <a:gd name="csX25" fmla="*/ 5279571 w 6553200"/>
                <a:gd name="csY25" fmla="*/ 4016828 h 4191000"/>
                <a:gd name="csX26" fmla="*/ 5410200 w 6553200"/>
                <a:gd name="csY26" fmla="*/ 3918857 h 4191000"/>
                <a:gd name="csX27" fmla="*/ 5584371 w 6553200"/>
                <a:gd name="csY27" fmla="*/ 3755571 h 4191000"/>
                <a:gd name="csX28" fmla="*/ 5747657 w 6553200"/>
                <a:gd name="csY28" fmla="*/ 3635828 h 4191000"/>
                <a:gd name="csX29" fmla="*/ 5910943 w 6553200"/>
                <a:gd name="csY29" fmla="*/ 3363686 h 4191000"/>
                <a:gd name="csX30" fmla="*/ 6041571 w 6553200"/>
                <a:gd name="csY30" fmla="*/ 3189514 h 4191000"/>
                <a:gd name="csX31" fmla="*/ 6193971 w 6553200"/>
                <a:gd name="csY31" fmla="*/ 3048000 h 4191000"/>
                <a:gd name="csX32" fmla="*/ 6357257 w 6553200"/>
                <a:gd name="csY32" fmla="*/ 2830286 h 4191000"/>
                <a:gd name="csX33" fmla="*/ 6411686 w 6553200"/>
                <a:gd name="csY33" fmla="*/ 2699657 h 4191000"/>
                <a:gd name="csX34" fmla="*/ 6509657 w 6553200"/>
                <a:gd name="csY34" fmla="*/ 2416628 h 4191000"/>
                <a:gd name="csX35" fmla="*/ 6542314 w 6553200"/>
                <a:gd name="csY35" fmla="*/ 2275114 h 4191000"/>
                <a:gd name="csX36" fmla="*/ 6553200 w 6553200"/>
                <a:gd name="csY36" fmla="*/ 2133600 h 4191000"/>
                <a:gd name="csX37" fmla="*/ 6531429 w 6553200"/>
                <a:gd name="csY37" fmla="*/ 250371 h 4191000"/>
                <a:gd name="csX0" fmla="*/ 32657 w 6585857"/>
                <a:gd name="csY0" fmla="*/ 0 h 4191000"/>
                <a:gd name="csX1" fmla="*/ 0 w 6585857"/>
                <a:gd name="csY1" fmla="*/ 1948543 h 4191000"/>
                <a:gd name="csX2" fmla="*/ 174171 w 6585857"/>
                <a:gd name="csY2" fmla="*/ 2547257 h 4191000"/>
                <a:gd name="csX3" fmla="*/ 304800 w 6585857"/>
                <a:gd name="csY3" fmla="*/ 3102428 h 4191000"/>
                <a:gd name="csX4" fmla="*/ 489857 w 6585857"/>
                <a:gd name="csY4" fmla="*/ 3396343 h 4191000"/>
                <a:gd name="csX5" fmla="*/ 729343 w 6585857"/>
                <a:gd name="csY5" fmla="*/ 3537857 h 4191000"/>
                <a:gd name="csX6" fmla="*/ 947057 w 6585857"/>
                <a:gd name="csY6" fmla="*/ 3614057 h 4191000"/>
                <a:gd name="csX7" fmla="*/ 1110343 w 6585857"/>
                <a:gd name="csY7" fmla="*/ 3777343 h 4191000"/>
                <a:gd name="csX8" fmla="*/ 1295400 w 6585857"/>
                <a:gd name="csY8" fmla="*/ 3984171 h 4191000"/>
                <a:gd name="csX9" fmla="*/ 1447800 w 6585857"/>
                <a:gd name="csY9" fmla="*/ 4016828 h 4191000"/>
                <a:gd name="csX10" fmla="*/ 1654628 w 6585857"/>
                <a:gd name="csY10" fmla="*/ 3995057 h 4191000"/>
                <a:gd name="csX11" fmla="*/ 1926771 w 6585857"/>
                <a:gd name="csY11" fmla="*/ 3962400 h 4191000"/>
                <a:gd name="csX12" fmla="*/ 2209800 w 6585857"/>
                <a:gd name="csY12" fmla="*/ 3864428 h 4191000"/>
                <a:gd name="csX13" fmla="*/ 2612571 w 6585857"/>
                <a:gd name="csY13" fmla="*/ 3853543 h 4191000"/>
                <a:gd name="csX14" fmla="*/ 2950028 w 6585857"/>
                <a:gd name="csY14" fmla="*/ 3799114 h 4191000"/>
                <a:gd name="csX15" fmla="*/ 3189514 w 6585857"/>
                <a:gd name="csY15" fmla="*/ 3733800 h 4191000"/>
                <a:gd name="csX16" fmla="*/ 3526971 w 6585857"/>
                <a:gd name="csY16" fmla="*/ 3722914 h 4191000"/>
                <a:gd name="csX17" fmla="*/ 4005943 w 6585857"/>
                <a:gd name="csY17" fmla="*/ 3820886 h 4191000"/>
                <a:gd name="csX18" fmla="*/ 4332514 w 6585857"/>
                <a:gd name="csY18" fmla="*/ 3951514 h 4191000"/>
                <a:gd name="csX19" fmla="*/ 4506686 w 6585857"/>
                <a:gd name="csY19" fmla="*/ 4093028 h 4191000"/>
                <a:gd name="csX20" fmla="*/ 4680857 w 6585857"/>
                <a:gd name="csY20" fmla="*/ 4180114 h 4191000"/>
                <a:gd name="csX21" fmla="*/ 4800600 w 6585857"/>
                <a:gd name="csY21" fmla="*/ 4191000 h 4191000"/>
                <a:gd name="csX22" fmla="*/ 4909457 w 6585857"/>
                <a:gd name="csY22" fmla="*/ 4114800 h 4191000"/>
                <a:gd name="csX23" fmla="*/ 4996543 w 6585857"/>
                <a:gd name="csY23" fmla="*/ 4038600 h 4191000"/>
                <a:gd name="csX24" fmla="*/ 5159828 w 6585857"/>
                <a:gd name="csY24" fmla="*/ 4038600 h 4191000"/>
                <a:gd name="csX25" fmla="*/ 5312228 w 6585857"/>
                <a:gd name="csY25" fmla="*/ 4016828 h 4191000"/>
                <a:gd name="csX26" fmla="*/ 5442857 w 6585857"/>
                <a:gd name="csY26" fmla="*/ 3918857 h 4191000"/>
                <a:gd name="csX27" fmla="*/ 5617028 w 6585857"/>
                <a:gd name="csY27" fmla="*/ 3755571 h 4191000"/>
                <a:gd name="csX28" fmla="*/ 5780314 w 6585857"/>
                <a:gd name="csY28" fmla="*/ 3635828 h 4191000"/>
                <a:gd name="csX29" fmla="*/ 5943600 w 6585857"/>
                <a:gd name="csY29" fmla="*/ 3363686 h 4191000"/>
                <a:gd name="csX30" fmla="*/ 6074228 w 6585857"/>
                <a:gd name="csY30" fmla="*/ 3189514 h 4191000"/>
                <a:gd name="csX31" fmla="*/ 6226628 w 6585857"/>
                <a:gd name="csY31" fmla="*/ 3048000 h 4191000"/>
                <a:gd name="csX32" fmla="*/ 6389914 w 6585857"/>
                <a:gd name="csY32" fmla="*/ 2830286 h 4191000"/>
                <a:gd name="csX33" fmla="*/ 6444343 w 6585857"/>
                <a:gd name="csY33" fmla="*/ 2699657 h 4191000"/>
                <a:gd name="csX34" fmla="*/ 6542314 w 6585857"/>
                <a:gd name="csY34" fmla="*/ 2416628 h 4191000"/>
                <a:gd name="csX35" fmla="*/ 6574971 w 6585857"/>
                <a:gd name="csY35" fmla="*/ 2275114 h 4191000"/>
                <a:gd name="csX36" fmla="*/ 6585857 w 6585857"/>
                <a:gd name="csY36" fmla="*/ 2133600 h 4191000"/>
                <a:gd name="csX37" fmla="*/ 6564086 w 6585857"/>
                <a:gd name="csY37" fmla="*/ 250371 h 4191000"/>
                <a:gd name="csX0" fmla="*/ 0 w 6618515"/>
                <a:gd name="csY0" fmla="*/ 0 h 4191000"/>
                <a:gd name="csX1" fmla="*/ 32658 w 6618515"/>
                <a:gd name="csY1" fmla="*/ 1948543 h 4191000"/>
                <a:gd name="csX2" fmla="*/ 206829 w 6618515"/>
                <a:gd name="csY2" fmla="*/ 2547257 h 4191000"/>
                <a:gd name="csX3" fmla="*/ 337458 w 6618515"/>
                <a:gd name="csY3" fmla="*/ 3102428 h 4191000"/>
                <a:gd name="csX4" fmla="*/ 522515 w 6618515"/>
                <a:gd name="csY4" fmla="*/ 3396343 h 4191000"/>
                <a:gd name="csX5" fmla="*/ 762001 w 6618515"/>
                <a:gd name="csY5" fmla="*/ 3537857 h 4191000"/>
                <a:gd name="csX6" fmla="*/ 979715 w 6618515"/>
                <a:gd name="csY6" fmla="*/ 3614057 h 4191000"/>
                <a:gd name="csX7" fmla="*/ 1143001 w 6618515"/>
                <a:gd name="csY7" fmla="*/ 3777343 h 4191000"/>
                <a:gd name="csX8" fmla="*/ 1328058 w 6618515"/>
                <a:gd name="csY8" fmla="*/ 3984171 h 4191000"/>
                <a:gd name="csX9" fmla="*/ 1480458 w 6618515"/>
                <a:gd name="csY9" fmla="*/ 4016828 h 4191000"/>
                <a:gd name="csX10" fmla="*/ 1687286 w 6618515"/>
                <a:gd name="csY10" fmla="*/ 3995057 h 4191000"/>
                <a:gd name="csX11" fmla="*/ 1959429 w 6618515"/>
                <a:gd name="csY11" fmla="*/ 3962400 h 4191000"/>
                <a:gd name="csX12" fmla="*/ 2242458 w 6618515"/>
                <a:gd name="csY12" fmla="*/ 3864428 h 4191000"/>
                <a:gd name="csX13" fmla="*/ 2645229 w 6618515"/>
                <a:gd name="csY13" fmla="*/ 3853543 h 4191000"/>
                <a:gd name="csX14" fmla="*/ 2982686 w 6618515"/>
                <a:gd name="csY14" fmla="*/ 3799114 h 4191000"/>
                <a:gd name="csX15" fmla="*/ 3222172 w 6618515"/>
                <a:gd name="csY15" fmla="*/ 3733800 h 4191000"/>
                <a:gd name="csX16" fmla="*/ 3559629 w 6618515"/>
                <a:gd name="csY16" fmla="*/ 3722914 h 4191000"/>
                <a:gd name="csX17" fmla="*/ 4038601 w 6618515"/>
                <a:gd name="csY17" fmla="*/ 3820886 h 4191000"/>
                <a:gd name="csX18" fmla="*/ 4365172 w 6618515"/>
                <a:gd name="csY18" fmla="*/ 3951514 h 4191000"/>
                <a:gd name="csX19" fmla="*/ 4539344 w 6618515"/>
                <a:gd name="csY19" fmla="*/ 4093028 h 4191000"/>
                <a:gd name="csX20" fmla="*/ 4713515 w 6618515"/>
                <a:gd name="csY20" fmla="*/ 4180114 h 4191000"/>
                <a:gd name="csX21" fmla="*/ 4833258 w 6618515"/>
                <a:gd name="csY21" fmla="*/ 4191000 h 4191000"/>
                <a:gd name="csX22" fmla="*/ 4942115 w 6618515"/>
                <a:gd name="csY22" fmla="*/ 4114800 h 4191000"/>
                <a:gd name="csX23" fmla="*/ 5029201 w 6618515"/>
                <a:gd name="csY23" fmla="*/ 4038600 h 4191000"/>
                <a:gd name="csX24" fmla="*/ 5192486 w 6618515"/>
                <a:gd name="csY24" fmla="*/ 4038600 h 4191000"/>
                <a:gd name="csX25" fmla="*/ 5344886 w 6618515"/>
                <a:gd name="csY25" fmla="*/ 4016828 h 4191000"/>
                <a:gd name="csX26" fmla="*/ 5475515 w 6618515"/>
                <a:gd name="csY26" fmla="*/ 3918857 h 4191000"/>
                <a:gd name="csX27" fmla="*/ 5649686 w 6618515"/>
                <a:gd name="csY27" fmla="*/ 3755571 h 4191000"/>
                <a:gd name="csX28" fmla="*/ 5812972 w 6618515"/>
                <a:gd name="csY28" fmla="*/ 3635828 h 4191000"/>
                <a:gd name="csX29" fmla="*/ 5976258 w 6618515"/>
                <a:gd name="csY29" fmla="*/ 3363686 h 4191000"/>
                <a:gd name="csX30" fmla="*/ 6106886 w 6618515"/>
                <a:gd name="csY30" fmla="*/ 3189514 h 4191000"/>
                <a:gd name="csX31" fmla="*/ 6259286 w 6618515"/>
                <a:gd name="csY31" fmla="*/ 3048000 h 4191000"/>
                <a:gd name="csX32" fmla="*/ 6422572 w 6618515"/>
                <a:gd name="csY32" fmla="*/ 2830286 h 4191000"/>
                <a:gd name="csX33" fmla="*/ 6477001 w 6618515"/>
                <a:gd name="csY33" fmla="*/ 2699657 h 4191000"/>
                <a:gd name="csX34" fmla="*/ 6574972 w 6618515"/>
                <a:gd name="csY34" fmla="*/ 2416628 h 4191000"/>
                <a:gd name="csX35" fmla="*/ 6607629 w 6618515"/>
                <a:gd name="csY35" fmla="*/ 2275114 h 4191000"/>
                <a:gd name="csX36" fmla="*/ 6618515 w 6618515"/>
                <a:gd name="csY36" fmla="*/ 2133600 h 4191000"/>
                <a:gd name="csX37" fmla="*/ 6596744 w 6618515"/>
                <a:gd name="csY37" fmla="*/ 250371 h 4191000"/>
                <a:gd name="csX0" fmla="*/ 0 w 6607630"/>
                <a:gd name="csY0" fmla="*/ 576944 h 3940629"/>
                <a:gd name="csX1" fmla="*/ 21773 w 6607630"/>
                <a:gd name="csY1" fmla="*/ 1698172 h 3940629"/>
                <a:gd name="csX2" fmla="*/ 195944 w 6607630"/>
                <a:gd name="csY2" fmla="*/ 2296886 h 3940629"/>
                <a:gd name="csX3" fmla="*/ 326573 w 6607630"/>
                <a:gd name="csY3" fmla="*/ 2852057 h 3940629"/>
                <a:gd name="csX4" fmla="*/ 511630 w 6607630"/>
                <a:gd name="csY4" fmla="*/ 3145972 h 3940629"/>
                <a:gd name="csX5" fmla="*/ 751116 w 6607630"/>
                <a:gd name="csY5" fmla="*/ 3287486 h 3940629"/>
                <a:gd name="csX6" fmla="*/ 968830 w 6607630"/>
                <a:gd name="csY6" fmla="*/ 3363686 h 3940629"/>
                <a:gd name="csX7" fmla="*/ 1132116 w 6607630"/>
                <a:gd name="csY7" fmla="*/ 3526972 h 3940629"/>
                <a:gd name="csX8" fmla="*/ 1317173 w 6607630"/>
                <a:gd name="csY8" fmla="*/ 3733800 h 3940629"/>
                <a:gd name="csX9" fmla="*/ 1469573 w 6607630"/>
                <a:gd name="csY9" fmla="*/ 3766457 h 3940629"/>
                <a:gd name="csX10" fmla="*/ 1676401 w 6607630"/>
                <a:gd name="csY10" fmla="*/ 3744686 h 3940629"/>
                <a:gd name="csX11" fmla="*/ 1948544 w 6607630"/>
                <a:gd name="csY11" fmla="*/ 3712029 h 3940629"/>
                <a:gd name="csX12" fmla="*/ 2231573 w 6607630"/>
                <a:gd name="csY12" fmla="*/ 3614057 h 3940629"/>
                <a:gd name="csX13" fmla="*/ 2634344 w 6607630"/>
                <a:gd name="csY13" fmla="*/ 3603172 h 3940629"/>
                <a:gd name="csX14" fmla="*/ 2971801 w 6607630"/>
                <a:gd name="csY14" fmla="*/ 3548743 h 3940629"/>
                <a:gd name="csX15" fmla="*/ 3211287 w 6607630"/>
                <a:gd name="csY15" fmla="*/ 3483429 h 3940629"/>
                <a:gd name="csX16" fmla="*/ 3548744 w 6607630"/>
                <a:gd name="csY16" fmla="*/ 3472543 h 3940629"/>
                <a:gd name="csX17" fmla="*/ 4027716 w 6607630"/>
                <a:gd name="csY17" fmla="*/ 3570515 h 3940629"/>
                <a:gd name="csX18" fmla="*/ 4354287 w 6607630"/>
                <a:gd name="csY18" fmla="*/ 3701143 h 3940629"/>
                <a:gd name="csX19" fmla="*/ 4528459 w 6607630"/>
                <a:gd name="csY19" fmla="*/ 3842657 h 3940629"/>
                <a:gd name="csX20" fmla="*/ 4702630 w 6607630"/>
                <a:gd name="csY20" fmla="*/ 3929743 h 3940629"/>
                <a:gd name="csX21" fmla="*/ 4822373 w 6607630"/>
                <a:gd name="csY21" fmla="*/ 3940629 h 3940629"/>
                <a:gd name="csX22" fmla="*/ 4931230 w 6607630"/>
                <a:gd name="csY22" fmla="*/ 3864429 h 3940629"/>
                <a:gd name="csX23" fmla="*/ 5018316 w 6607630"/>
                <a:gd name="csY23" fmla="*/ 3788229 h 3940629"/>
                <a:gd name="csX24" fmla="*/ 5181601 w 6607630"/>
                <a:gd name="csY24" fmla="*/ 3788229 h 3940629"/>
                <a:gd name="csX25" fmla="*/ 5334001 w 6607630"/>
                <a:gd name="csY25" fmla="*/ 3766457 h 3940629"/>
                <a:gd name="csX26" fmla="*/ 5464630 w 6607630"/>
                <a:gd name="csY26" fmla="*/ 3668486 h 3940629"/>
                <a:gd name="csX27" fmla="*/ 5638801 w 6607630"/>
                <a:gd name="csY27" fmla="*/ 3505200 h 3940629"/>
                <a:gd name="csX28" fmla="*/ 5802087 w 6607630"/>
                <a:gd name="csY28" fmla="*/ 3385457 h 3940629"/>
                <a:gd name="csX29" fmla="*/ 5965373 w 6607630"/>
                <a:gd name="csY29" fmla="*/ 3113315 h 3940629"/>
                <a:gd name="csX30" fmla="*/ 6096001 w 6607630"/>
                <a:gd name="csY30" fmla="*/ 2939143 h 3940629"/>
                <a:gd name="csX31" fmla="*/ 6248401 w 6607630"/>
                <a:gd name="csY31" fmla="*/ 2797629 h 3940629"/>
                <a:gd name="csX32" fmla="*/ 6411687 w 6607630"/>
                <a:gd name="csY32" fmla="*/ 2579915 h 3940629"/>
                <a:gd name="csX33" fmla="*/ 6466116 w 6607630"/>
                <a:gd name="csY33" fmla="*/ 2449286 h 3940629"/>
                <a:gd name="csX34" fmla="*/ 6564087 w 6607630"/>
                <a:gd name="csY34" fmla="*/ 2166257 h 3940629"/>
                <a:gd name="csX35" fmla="*/ 6596744 w 6607630"/>
                <a:gd name="csY35" fmla="*/ 2024743 h 3940629"/>
                <a:gd name="csX36" fmla="*/ 6607630 w 6607630"/>
                <a:gd name="csY36" fmla="*/ 1883229 h 3940629"/>
                <a:gd name="csX37" fmla="*/ 6585859 w 6607630"/>
                <a:gd name="csY37" fmla="*/ 0 h 3940629"/>
                <a:gd name="csX0" fmla="*/ 0 w 6607630"/>
                <a:gd name="csY0" fmla="*/ 0 h 3363685"/>
                <a:gd name="csX1" fmla="*/ 21773 w 6607630"/>
                <a:gd name="csY1" fmla="*/ 1121228 h 3363685"/>
                <a:gd name="csX2" fmla="*/ 195944 w 6607630"/>
                <a:gd name="csY2" fmla="*/ 1719942 h 3363685"/>
                <a:gd name="csX3" fmla="*/ 326573 w 6607630"/>
                <a:gd name="csY3" fmla="*/ 2275113 h 3363685"/>
                <a:gd name="csX4" fmla="*/ 511630 w 6607630"/>
                <a:gd name="csY4" fmla="*/ 2569028 h 3363685"/>
                <a:gd name="csX5" fmla="*/ 751116 w 6607630"/>
                <a:gd name="csY5" fmla="*/ 2710542 h 3363685"/>
                <a:gd name="csX6" fmla="*/ 968830 w 6607630"/>
                <a:gd name="csY6" fmla="*/ 2786742 h 3363685"/>
                <a:gd name="csX7" fmla="*/ 1132116 w 6607630"/>
                <a:gd name="csY7" fmla="*/ 2950028 h 3363685"/>
                <a:gd name="csX8" fmla="*/ 1317173 w 6607630"/>
                <a:gd name="csY8" fmla="*/ 3156856 h 3363685"/>
                <a:gd name="csX9" fmla="*/ 1469573 w 6607630"/>
                <a:gd name="csY9" fmla="*/ 3189513 h 3363685"/>
                <a:gd name="csX10" fmla="*/ 1676401 w 6607630"/>
                <a:gd name="csY10" fmla="*/ 3167742 h 3363685"/>
                <a:gd name="csX11" fmla="*/ 1948544 w 6607630"/>
                <a:gd name="csY11" fmla="*/ 3135085 h 3363685"/>
                <a:gd name="csX12" fmla="*/ 2231573 w 6607630"/>
                <a:gd name="csY12" fmla="*/ 3037113 h 3363685"/>
                <a:gd name="csX13" fmla="*/ 2634344 w 6607630"/>
                <a:gd name="csY13" fmla="*/ 3026228 h 3363685"/>
                <a:gd name="csX14" fmla="*/ 2971801 w 6607630"/>
                <a:gd name="csY14" fmla="*/ 2971799 h 3363685"/>
                <a:gd name="csX15" fmla="*/ 3211287 w 6607630"/>
                <a:gd name="csY15" fmla="*/ 2906485 h 3363685"/>
                <a:gd name="csX16" fmla="*/ 3548744 w 6607630"/>
                <a:gd name="csY16" fmla="*/ 2895599 h 3363685"/>
                <a:gd name="csX17" fmla="*/ 4027716 w 6607630"/>
                <a:gd name="csY17" fmla="*/ 2993571 h 3363685"/>
                <a:gd name="csX18" fmla="*/ 4354287 w 6607630"/>
                <a:gd name="csY18" fmla="*/ 3124199 h 3363685"/>
                <a:gd name="csX19" fmla="*/ 4528459 w 6607630"/>
                <a:gd name="csY19" fmla="*/ 3265713 h 3363685"/>
                <a:gd name="csX20" fmla="*/ 4702630 w 6607630"/>
                <a:gd name="csY20" fmla="*/ 3352799 h 3363685"/>
                <a:gd name="csX21" fmla="*/ 4822373 w 6607630"/>
                <a:gd name="csY21" fmla="*/ 3363685 h 3363685"/>
                <a:gd name="csX22" fmla="*/ 4931230 w 6607630"/>
                <a:gd name="csY22" fmla="*/ 3287485 h 3363685"/>
                <a:gd name="csX23" fmla="*/ 5018316 w 6607630"/>
                <a:gd name="csY23" fmla="*/ 3211285 h 3363685"/>
                <a:gd name="csX24" fmla="*/ 5181601 w 6607630"/>
                <a:gd name="csY24" fmla="*/ 3211285 h 3363685"/>
                <a:gd name="csX25" fmla="*/ 5334001 w 6607630"/>
                <a:gd name="csY25" fmla="*/ 3189513 h 3363685"/>
                <a:gd name="csX26" fmla="*/ 5464630 w 6607630"/>
                <a:gd name="csY26" fmla="*/ 3091542 h 3363685"/>
                <a:gd name="csX27" fmla="*/ 5638801 w 6607630"/>
                <a:gd name="csY27" fmla="*/ 2928256 h 3363685"/>
                <a:gd name="csX28" fmla="*/ 5802087 w 6607630"/>
                <a:gd name="csY28" fmla="*/ 2808513 h 3363685"/>
                <a:gd name="csX29" fmla="*/ 5965373 w 6607630"/>
                <a:gd name="csY29" fmla="*/ 2536371 h 3363685"/>
                <a:gd name="csX30" fmla="*/ 6096001 w 6607630"/>
                <a:gd name="csY30" fmla="*/ 2362199 h 3363685"/>
                <a:gd name="csX31" fmla="*/ 6248401 w 6607630"/>
                <a:gd name="csY31" fmla="*/ 2220685 h 3363685"/>
                <a:gd name="csX32" fmla="*/ 6411687 w 6607630"/>
                <a:gd name="csY32" fmla="*/ 2002971 h 3363685"/>
                <a:gd name="csX33" fmla="*/ 6466116 w 6607630"/>
                <a:gd name="csY33" fmla="*/ 1872342 h 3363685"/>
                <a:gd name="csX34" fmla="*/ 6564087 w 6607630"/>
                <a:gd name="csY34" fmla="*/ 1589313 h 3363685"/>
                <a:gd name="csX35" fmla="*/ 6596744 w 6607630"/>
                <a:gd name="csY35" fmla="*/ 1447799 h 3363685"/>
                <a:gd name="csX36" fmla="*/ 6607630 w 6607630"/>
                <a:gd name="csY36" fmla="*/ 1306285 h 3363685"/>
                <a:gd name="csX37" fmla="*/ 6585859 w 6607630"/>
                <a:gd name="csY37" fmla="*/ 21770 h 3363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607630" h="3363685">
                  <a:moveTo>
                    <a:pt x="0" y="0"/>
                  </a:moveTo>
                  <a:lnTo>
                    <a:pt x="21773" y="1121228"/>
                  </a:lnTo>
                  <a:lnTo>
                    <a:pt x="195944" y="1719942"/>
                  </a:lnTo>
                  <a:lnTo>
                    <a:pt x="326573" y="2275113"/>
                  </a:lnTo>
                  <a:lnTo>
                    <a:pt x="511630" y="2569028"/>
                  </a:lnTo>
                  <a:lnTo>
                    <a:pt x="751116" y="2710542"/>
                  </a:lnTo>
                  <a:lnTo>
                    <a:pt x="968830" y="2786742"/>
                  </a:lnTo>
                  <a:lnTo>
                    <a:pt x="1132116" y="2950028"/>
                  </a:lnTo>
                  <a:lnTo>
                    <a:pt x="1317173" y="3156856"/>
                  </a:lnTo>
                  <a:lnTo>
                    <a:pt x="1469573" y="3189513"/>
                  </a:lnTo>
                  <a:lnTo>
                    <a:pt x="1676401" y="3167742"/>
                  </a:lnTo>
                  <a:lnTo>
                    <a:pt x="1948544" y="3135085"/>
                  </a:lnTo>
                  <a:lnTo>
                    <a:pt x="2231573" y="3037113"/>
                  </a:lnTo>
                  <a:lnTo>
                    <a:pt x="2634344" y="3026228"/>
                  </a:lnTo>
                  <a:lnTo>
                    <a:pt x="2971801" y="2971799"/>
                  </a:lnTo>
                  <a:lnTo>
                    <a:pt x="3211287" y="2906485"/>
                  </a:lnTo>
                  <a:lnTo>
                    <a:pt x="3548744" y="2895599"/>
                  </a:lnTo>
                  <a:lnTo>
                    <a:pt x="4027716" y="2993571"/>
                  </a:lnTo>
                  <a:lnTo>
                    <a:pt x="4354287" y="3124199"/>
                  </a:lnTo>
                  <a:lnTo>
                    <a:pt x="4528459" y="3265713"/>
                  </a:lnTo>
                  <a:lnTo>
                    <a:pt x="4702630" y="3352799"/>
                  </a:lnTo>
                  <a:lnTo>
                    <a:pt x="4822373" y="3363685"/>
                  </a:lnTo>
                  <a:lnTo>
                    <a:pt x="4931230" y="3287485"/>
                  </a:lnTo>
                  <a:lnTo>
                    <a:pt x="5018316" y="3211285"/>
                  </a:lnTo>
                  <a:lnTo>
                    <a:pt x="5181601" y="3211285"/>
                  </a:lnTo>
                  <a:lnTo>
                    <a:pt x="5334001" y="3189513"/>
                  </a:lnTo>
                  <a:lnTo>
                    <a:pt x="5464630" y="3091542"/>
                  </a:lnTo>
                  <a:lnTo>
                    <a:pt x="5638801" y="2928256"/>
                  </a:lnTo>
                  <a:lnTo>
                    <a:pt x="5802087" y="2808513"/>
                  </a:lnTo>
                  <a:lnTo>
                    <a:pt x="5965373" y="2536371"/>
                  </a:lnTo>
                  <a:lnTo>
                    <a:pt x="6096001" y="2362199"/>
                  </a:lnTo>
                  <a:lnTo>
                    <a:pt x="6248401" y="2220685"/>
                  </a:lnTo>
                  <a:lnTo>
                    <a:pt x="6411687" y="2002971"/>
                  </a:lnTo>
                  <a:lnTo>
                    <a:pt x="6466116" y="1872342"/>
                  </a:lnTo>
                  <a:lnTo>
                    <a:pt x="6564087" y="1589313"/>
                  </a:lnTo>
                  <a:lnTo>
                    <a:pt x="6596744" y="1447799"/>
                  </a:lnTo>
                  <a:lnTo>
                    <a:pt x="6607630" y="1306285"/>
                  </a:lnTo>
                  <a:lnTo>
                    <a:pt x="6585859" y="21770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23D554-CFD4-BBA6-D752-F28EB0D61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7967" y="289276"/>
              <a:ext cx="3212455" cy="15647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896B325-6954-C18D-1A22-4BDA68F1C5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7114" y="48764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4B1310A-4D8A-2D95-C084-9FAC76E1C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87" y="1765329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03194A-6233-02F7-E1EC-F75EAD2D8EE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14" y="3245821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CFFDFE-2F02-8748-929C-AC1E10DB6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6260" y="347281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B421E2-F258-850F-94F5-BF62CDD4A5B4}"/>
                </a:ext>
              </a:extLst>
            </p:cNvPr>
            <p:cNvSpPr txBox="1"/>
            <p:nvPr/>
          </p:nvSpPr>
          <p:spPr>
            <a:xfrm>
              <a:off x="4817971" y="13132"/>
              <a:ext cx="548311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7A5A82-EC98-AECB-633B-1695516AEDDF}"/>
                </a:ext>
              </a:extLst>
            </p:cNvPr>
            <p:cNvSpPr txBox="1"/>
            <p:nvPr/>
          </p:nvSpPr>
          <p:spPr>
            <a:xfrm>
              <a:off x="5585554" y="251945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C889037-14DE-7FB5-8168-42F57A3CFF63}"/>
                </a:ext>
              </a:extLst>
            </p:cNvPr>
            <p:cNvSpPr txBox="1"/>
            <p:nvPr/>
          </p:nvSpPr>
          <p:spPr>
            <a:xfrm>
              <a:off x="5585553" y="1515449"/>
              <a:ext cx="511302" cy="33435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EACEE-F894-7E82-ED31-A8FD39AA62F6}"/>
                </a:ext>
              </a:extLst>
            </p:cNvPr>
            <p:cNvSpPr txBox="1"/>
            <p:nvPr/>
          </p:nvSpPr>
          <p:spPr>
            <a:xfrm>
              <a:off x="5557724" y="3004043"/>
              <a:ext cx="511302" cy="334353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5EC3C07-4BDD-B661-4F28-E22129C79C98}"/>
                </a:ext>
              </a:extLst>
            </p:cNvPr>
            <p:cNvCxnSpPr>
              <a:cxnSpLocks/>
            </p:cNvCxnSpPr>
            <p:nvPr/>
          </p:nvCxnSpPr>
          <p:spPr>
            <a:xfrm>
              <a:off x="3418114" y="3728704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6B226-A78B-6CAD-A999-5B71A196D3FE}"/>
                </a:ext>
              </a:extLst>
            </p:cNvPr>
            <p:cNvSpPr txBox="1"/>
            <p:nvPr/>
          </p:nvSpPr>
          <p:spPr>
            <a:xfrm>
              <a:off x="6147371" y="3486928"/>
              <a:ext cx="511302" cy="334353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82853D-745A-21C8-3C45-F113471861ED}"/>
                </a:ext>
              </a:extLst>
            </p:cNvPr>
            <p:cNvCxnSpPr>
              <a:cxnSpLocks/>
            </p:cNvCxnSpPr>
            <p:nvPr/>
          </p:nvCxnSpPr>
          <p:spPr>
            <a:xfrm>
              <a:off x="3448951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4355C16-D4E3-1013-8F86-87E9D2196020}"/>
                </a:ext>
              </a:extLst>
            </p:cNvPr>
            <p:cNvCxnSpPr>
              <a:cxnSpLocks/>
            </p:cNvCxnSpPr>
            <p:nvPr/>
          </p:nvCxnSpPr>
          <p:spPr>
            <a:xfrm>
              <a:off x="6685886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847F0A-8101-A861-7145-2399BBA6BD4C}"/>
                </a:ext>
              </a:extLst>
            </p:cNvPr>
            <p:cNvSpPr txBox="1"/>
            <p:nvPr/>
          </p:nvSpPr>
          <p:spPr>
            <a:xfrm>
              <a:off x="3445348" y="4912561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4ACE89-6F84-3217-DCB4-0832939E6542}"/>
                </a:ext>
              </a:extLst>
            </p:cNvPr>
            <p:cNvSpPr txBox="1"/>
            <p:nvPr/>
          </p:nvSpPr>
          <p:spPr>
            <a:xfrm>
              <a:off x="6882793" y="21771"/>
              <a:ext cx="551158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05049-98F8-5CE9-EFCA-4AAF45010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140" y="65812"/>
              <a:ext cx="441180" cy="2149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6DF1E1-68C1-B5D1-C69E-69BE767C23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5" y="1774235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80FED3-EB53-B062-C132-17C2235768B1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4" y="3249348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608D6AD-A67E-2981-9470-99B8D04B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443619" y="310652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4B3471-4BF0-CE0B-024E-7D56C02391B9}"/>
                </a:ext>
              </a:extLst>
            </p:cNvPr>
            <p:cNvSpPr txBox="1"/>
            <p:nvPr/>
          </p:nvSpPr>
          <p:spPr>
            <a:xfrm>
              <a:off x="457200" y="217714"/>
              <a:ext cx="2067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11,  Y=469340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7153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C5BB5-3FF1-9AB7-908F-DCD358EC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DFDB97-558A-4439-C414-EAFCF07E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8129"/>
            <a:ext cx="7772400" cy="2701741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073151A-E98C-6C37-7C4F-60A75B45E901}"/>
              </a:ext>
            </a:extLst>
          </p:cNvPr>
          <p:cNvGrpSpPr/>
          <p:nvPr/>
        </p:nvGrpSpPr>
        <p:grpSpPr>
          <a:xfrm>
            <a:off x="653143" y="1001865"/>
            <a:ext cx="7805057" cy="3237277"/>
            <a:chOff x="653143" y="1923429"/>
            <a:chExt cx="7805057" cy="232180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8F5659F-8D92-431D-0F82-58DB4975A31F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192342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717E7A-77BA-2F70-7862-780E50701D84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918487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F2F5D7-61A4-5520-E71C-56B3031CEF05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250173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95423E-58B0-0591-B3B5-F6F16E24521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58185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9C972C-F5BA-C222-21AD-80190A5D9D3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91354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782CC33-6E41-29CC-4133-EC49B80C8BAE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4245232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B6D5756-9BE6-C0DA-2B22-DCDC8EBE8950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25511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A599380-ED48-91A7-AF62-0B0C7BA96423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586801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4F97A0-4BCF-22BB-F923-A13DD0E45F73}"/>
              </a:ext>
            </a:extLst>
          </p:cNvPr>
          <p:cNvCxnSpPr>
            <a:cxnSpLocks/>
          </p:cNvCxnSpPr>
          <p:nvPr/>
        </p:nvCxnSpPr>
        <p:spPr>
          <a:xfrm>
            <a:off x="674913" y="1176037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1F0D36-AC3F-8F4B-4FF0-CB278B4625A4}"/>
              </a:ext>
            </a:extLst>
          </p:cNvPr>
          <p:cNvCxnSpPr>
            <a:cxnSpLocks/>
          </p:cNvCxnSpPr>
          <p:nvPr/>
        </p:nvCxnSpPr>
        <p:spPr>
          <a:xfrm>
            <a:off x="674914" y="784151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50E45-3FCE-CD00-5FCC-B9A310C1B018}"/>
              </a:ext>
            </a:extLst>
          </p:cNvPr>
          <p:cNvGrpSpPr/>
          <p:nvPr/>
        </p:nvGrpSpPr>
        <p:grpSpPr>
          <a:xfrm>
            <a:off x="1371598" y="784151"/>
            <a:ext cx="6629402" cy="4606877"/>
            <a:chOff x="1371598" y="784151"/>
            <a:chExt cx="6629402" cy="4606877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BAB286B-2115-0547-991A-850B7842BFD3}"/>
                </a:ext>
              </a:extLst>
            </p:cNvPr>
            <p:cNvGrpSpPr/>
            <p:nvPr/>
          </p:nvGrpSpPr>
          <p:grpSpPr>
            <a:xfrm>
              <a:off x="1382483" y="784151"/>
              <a:ext cx="6618517" cy="4606877"/>
              <a:chOff x="1382483" y="784151"/>
              <a:chExt cx="6618517" cy="4606877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4D65D5E4-36DD-D0FE-C344-3CFAA5E27045}"/>
                  </a:ext>
                </a:extLst>
              </p:cNvPr>
              <p:cNvSpPr/>
              <p:nvPr/>
            </p:nvSpPr>
            <p:spPr>
              <a:xfrm>
                <a:off x="1393370" y="1175658"/>
                <a:ext cx="6607630" cy="3363685"/>
              </a:xfrm>
              <a:custGeom>
                <a:avLst/>
                <a:gdLst>
                  <a:gd name="csX0" fmla="*/ 0 w 6553200"/>
                  <a:gd name="csY0" fmla="*/ 1665515 h 3940629"/>
                  <a:gd name="csX1" fmla="*/ 141514 w 6553200"/>
                  <a:gd name="csY1" fmla="*/ 2296886 h 3940629"/>
                  <a:gd name="csX2" fmla="*/ 272143 w 6553200"/>
                  <a:gd name="csY2" fmla="*/ 2852057 h 3940629"/>
                  <a:gd name="csX3" fmla="*/ 457200 w 6553200"/>
                  <a:gd name="csY3" fmla="*/ 3145972 h 3940629"/>
                  <a:gd name="csX4" fmla="*/ 696686 w 6553200"/>
                  <a:gd name="csY4" fmla="*/ 3287486 h 3940629"/>
                  <a:gd name="csX5" fmla="*/ 914400 w 6553200"/>
                  <a:gd name="csY5" fmla="*/ 3363686 h 3940629"/>
                  <a:gd name="csX6" fmla="*/ 1077686 w 6553200"/>
                  <a:gd name="csY6" fmla="*/ 3526972 h 3940629"/>
                  <a:gd name="csX7" fmla="*/ 1262743 w 6553200"/>
                  <a:gd name="csY7" fmla="*/ 3733800 h 3940629"/>
                  <a:gd name="csX8" fmla="*/ 1415143 w 6553200"/>
                  <a:gd name="csY8" fmla="*/ 3766457 h 3940629"/>
                  <a:gd name="csX9" fmla="*/ 1621971 w 6553200"/>
                  <a:gd name="csY9" fmla="*/ 3744686 h 3940629"/>
                  <a:gd name="csX10" fmla="*/ 1894114 w 6553200"/>
                  <a:gd name="csY10" fmla="*/ 3712029 h 3940629"/>
                  <a:gd name="csX11" fmla="*/ 2177143 w 6553200"/>
                  <a:gd name="csY11" fmla="*/ 3614057 h 3940629"/>
                  <a:gd name="csX12" fmla="*/ 2579914 w 6553200"/>
                  <a:gd name="csY12" fmla="*/ 3603172 h 3940629"/>
                  <a:gd name="csX13" fmla="*/ 2917371 w 6553200"/>
                  <a:gd name="csY13" fmla="*/ 3548743 h 3940629"/>
                  <a:gd name="csX14" fmla="*/ 3156857 w 6553200"/>
                  <a:gd name="csY14" fmla="*/ 3483429 h 3940629"/>
                  <a:gd name="csX15" fmla="*/ 3494314 w 6553200"/>
                  <a:gd name="csY15" fmla="*/ 3472543 h 3940629"/>
                  <a:gd name="csX16" fmla="*/ 3973286 w 6553200"/>
                  <a:gd name="csY16" fmla="*/ 3570515 h 3940629"/>
                  <a:gd name="csX17" fmla="*/ 4299857 w 6553200"/>
                  <a:gd name="csY17" fmla="*/ 3701143 h 3940629"/>
                  <a:gd name="csX18" fmla="*/ 4474029 w 6553200"/>
                  <a:gd name="csY18" fmla="*/ 3842657 h 3940629"/>
                  <a:gd name="csX19" fmla="*/ 4648200 w 6553200"/>
                  <a:gd name="csY19" fmla="*/ 3929743 h 3940629"/>
                  <a:gd name="csX20" fmla="*/ 4767943 w 6553200"/>
                  <a:gd name="csY20" fmla="*/ 3940629 h 3940629"/>
                  <a:gd name="csX21" fmla="*/ 4876800 w 6553200"/>
                  <a:gd name="csY21" fmla="*/ 3864429 h 3940629"/>
                  <a:gd name="csX22" fmla="*/ 4963886 w 6553200"/>
                  <a:gd name="csY22" fmla="*/ 3788229 h 3940629"/>
                  <a:gd name="csX23" fmla="*/ 5127171 w 6553200"/>
                  <a:gd name="csY23" fmla="*/ 3788229 h 3940629"/>
                  <a:gd name="csX24" fmla="*/ 5279571 w 6553200"/>
                  <a:gd name="csY24" fmla="*/ 3766457 h 3940629"/>
                  <a:gd name="csX25" fmla="*/ 5410200 w 6553200"/>
                  <a:gd name="csY25" fmla="*/ 3668486 h 3940629"/>
                  <a:gd name="csX26" fmla="*/ 5584371 w 6553200"/>
                  <a:gd name="csY26" fmla="*/ 3505200 h 3940629"/>
                  <a:gd name="csX27" fmla="*/ 5747657 w 6553200"/>
                  <a:gd name="csY27" fmla="*/ 3385457 h 3940629"/>
                  <a:gd name="csX28" fmla="*/ 5910943 w 6553200"/>
                  <a:gd name="csY28" fmla="*/ 3113315 h 3940629"/>
                  <a:gd name="csX29" fmla="*/ 6041571 w 6553200"/>
                  <a:gd name="csY29" fmla="*/ 2939143 h 3940629"/>
                  <a:gd name="csX30" fmla="*/ 6193971 w 6553200"/>
                  <a:gd name="csY30" fmla="*/ 2797629 h 3940629"/>
                  <a:gd name="csX31" fmla="*/ 6357257 w 6553200"/>
                  <a:gd name="csY31" fmla="*/ 2579915 h 3940629"/>
                  <a:gd name="csX32" fmla="*/ 6411686 w 6553200"/>
                  <a:gd name="csY32" fmla="*/ 2449286 h 3940629"/>
                  <a:gd name="csX33" fmla="*/ 6509657 w 6553200"/>
                  <a:gd name="csY33" fmla="*/ 2166257 h 3940629"/>
                  <a:gd name="csX34" fmla="*/ 6542314 w 6553200"/>
                  <a:gd name="csY34" fmla="*/ 2024743 h 3940629"/>
                  <a:gd name="csX35" fmla="*/ 6553200 w 6553200"/>
                  <a:gd name="csY35" fmla="*/ 1883229 h 3940629"/>
                  <a:gd name="csX36" fmla="*/ 6531429 w 6553200"/>
                  <a:gd name="csY36" fmla="*/ 0 h 3940629"/>
                  <a:gd name="csX0" fmla="*/ 0 w 6553200"/>
                  <a:gd name="csY0" fmla="*/ 0 h 4191000"/>
                  <a:gd name="csX1" fmla="*/ 141514 w 6553200"/>
                  <a:gd name="csY1" fmla="*/ 2547257 h 4191000"/>
                  <a:gd name="csX2" fmla="*/ 272143 w 6553200"/>
                  <a:gd name="csY2" fmla="*/ 3102428 h 4191000"/>
                  <a:gd name="csX3" fmla="*/ 457200 w 6553200"/>
                  <a:gd name="csY3" fmla="*/ 3396343 h 4191000"/>
                  <a:gd name="csX4" fmla="*/ 696686 w 6553200"/>
                  <a:gd name="csY4" fmla="*/ 3537857 h 4191000"/>
                  <a:gd name="csX5" fmla="*/ 914400 w 6553200"/>
                  <a:gd name="csY5" fmla="*/ 3614057 h 4191000"/>
                  <a:gd name="csX6" fmla="*/ 1077686 w 6553200"/>
                  <a:gd name="csY6" fmla="*/ 3777343 h 4191000"/>
                  <a:gd name="csX7" fmla="*/ 1262743 w 6553200"/>
                  <a:gd name="csY7" fmla="*/ 3984171 h 4191000"/>
                  <a:gd name="csX8" fmla="*/ 1415143 w 6553200"/>
                  <a:gd name="csY8" fmla="*/ 4016828 h 4191000"/>
                  <a:gd name="csX9" fmla="*/ 1621971 w 6553200"/>
                  <a:gd name="csY9" fmla="*/ 3995057 h 4191000"/>
                  <a:gd name="csX10" fmla="*/ 1894114 w 6553200"/>
                  <a:gd name="csY10" fmla="*/ 3962400 h 4191000"/>
                  <a:gd name="csX11" fmla="*/ 2177143 w 6553200"/>
                  <a:gd name="csY11" fmla="*/ 3864428 h 4191000"/>
                  <a:gd name="csX12" fmla="*/ 2579914 w 6553200"/>
                  <a:gd name="csY12" fmla="*/ 3853543 h 4191000"/>
                  <a:gd name="csX13" fmla="*/ 2917371 w 6553200"/>
                  <a:gd name="csY13" fmla="*/ 3799114 h 4191000"/>
                  <a:gd name="csX14" fmla="*/ 3156857 w 6553200"/>
                  <a:gd name="csY14" fmla="*/ 3733800 h 4191000"/>
                  <a:gd name="csX15" fmla="*/ 3494314 w 6553200"/>
                  <a:gd name="csY15" fmla="*/ 3722914 h 4191000"/>
                  <a:gd name="csX16" fmla="*/ 3973286 w 6553200"/>
                  <a:gd name="csY16" fmla="*/ 3820886 h 4191000"/>
                  <a:gd name="csX17" fmla="*/ 4299857 w 6553200"/>
                  <a:gd name="csY17" fmla="*/ 3951514 h 4191000"/>
                  <a:gd name="csX18" fmla="*/ 4474029 w 6553200"/>
                  <a:gd name="csY18" fmla="*/ 4093028 h 4191000"/>
                  <a:gd name="csX19" fmla="*/ 4648200 w 6553200"/>
                  <a:gd name="csY19" fmla="*/ 4180114 h 4191000"/>
                  <a:gd name="csX20" fmla="*/ 4767943 w 6553200"/>
                  <a:gd name="csY20" fmla="*/ 4191000 h 4191000"/>
                  <a:gd name="csX21" fmla="*/ 4876800 w 6553200"/>
                  <a:gd name="csY21" fmla="*/ 4114800 h 4191000"/>
                  <a:gd name="csX22" fmla="*/ 4963886 w 6553200"/>
                  <a:gd name="csY22" fmla="*/ 4038600 h 4191000"/>
                  <a:gd name="csX23" fmla="*/ 5127171 w 6553200"/>
                  <a:gd name="csY23" fmla="*/ 4038600 h 4191000"/>
                  <a:gd name="csX24" fmla="*/ 5279571 w 6553200"/>
                  <a:gd name="csY24" fmla="*/ 4016828 h 4191000"/>
                  <a:gd name="csX25" fmla="*/ 5410200 w 6553200"/>
                  <a:gd name="csY25" fmla="*/ 3918857 h 4191000"/>
                  <a:gd name="csX26" fmla="*/ 5584371 w 6553200"/>
                  <a:gd name="csY26" fmla="*/ 3755571 h 4191000"/>
                  <a:gd name="csX27" fmla="*/ 5747657 w 6553200"/>
                  <a:gd name="csY27" fmla="*/ 3635828 h 4191000"/>
                  <a:gd name="csX28" fmla="*/ 5910943 w 6553200"/>
                  <a:gd name="csY28" fmla="*/ 3363686 h 4191000"/>
                  <a:gd name="csX29" fmla="*/ 6041571 w 6553200"/>
                  <a:gd name="csY29" fmla="*/ 3189514 h 4191000"/>
                  <a:gd name="csX30" fmla="*/ 6193971 w 6553200"/>
                  <a:gd name="csY30" fmla="*/ 3048000 h 4191000"/>
                  <a:gd name="csX31" fmla="*/ 6357257 w 6553200"/>
                  <a:gd name="csY31" fmla="*/ 2830286 h 4191000"/>
                  <a:gd name="csX32" fmla="*/ 6411686 w 6553200"/>
                  <a:gd name="csY32" fmla="*/ 2699657 h 4191000"/>
                  <a:gd name="csX33" fmla="*/ 6509657 w 6553200"/>
                  <a:gd name="csY33" fmla="*/ 2416628 h 4191000"/>
                  <a:gd name="csX34" fmla="*/ 6542314 w 6553200"/>
                  <a:gd name="csY34" fmla="*/ 2275114 h 4191000"/>
                  <a:gd name="csX35" fmla="*/ 6553200 w 6553200"/>
                  <a:gd name="csY35" fmla="*/ 2133600 h 4191000"/>
                  <a:gd name="csX36" fmla="*/ 6531429 w 6553200"/>
                  <a:gd name="csY36" fmla="*/ 250371 h 4191000"/>
                  <a:gd name="csX0" fmla="*/ 0 w 6553200"/>
                  <a:gd name="csY0" fmla="*/ 0 h 4191000"/>
                  <a:gd name="csX1" fmla="*/ 76200 w 6553200"/>
                  <a:gd name="csY1" fmla="*/ 1382486 h 4191000"/>
                  <a:gd name="csX2" fmla="*/ 141514 w 6553200"/>
                  <a:gd name="csY2" fmla="*/ 2547257 h 4191000"/>
                  <a:gd name="csX3" fmla="*/ 272143 w 6553200"/>
                  <a:gd name="csY3" fmla="*/ 3102428 h 4191000"/>
                  <a:gd name="csX4" fmla="*/ 457200 w 6553200"/>
                  <a:gd name="csY4" fmla="*/ 3396343 h 4191000"/>
                  <a:gd name="csX5" fmla="*/ 696686 w 6553200"/>
                  <a:gd name="csY5" fmla="*/ 3537857 h 4191000"/>
                  <a:gd name="csX6" fmla="*/ 914400 w 6553200"/>
                  <a:gd name="csY6" fmla="*/ 3614057 h 4191000"/>
                  <a:gd name="csX7" fmla="*/ 1077686 w 6553200"/>
                  <a:gd name="csY7" fmla="*/ 3777343 h 4191000"/>
                  <a:gd name="csX8" fmla="*/ 1262743 w 6553200"/>
                  <a:gd name="csY8" fmla="*/ 3984171 h 4191000"/>
                  <a:gd name="csX9" fmla="*/ 1415143 w 6553200"/>
                  <a:gd name="csY9" fmla="*/ 4016828 h 4191000"/>
                  <a:gd name="csX10" fmla="*/ 1621971 w 6553200"/>
                  <a:gd name="csY10" fmla="*/ 3995057 h 4191000"/>
                  <a:gd name="csX11" fmla="*/ 1894114 w 6553200"/>
                  <a:gd name="csY11" fmla="*/ 3962400 h 4191000"/>
                  <a:gd name="csX12" fmla="*/ 2177143 w 6553200"/>
                  <a:gd name="csY12" fmla="*/ 3864428 h 4191000"/>
                  <a:gd name="csX13" fmla="*/ 2579914 w 6553200"/>
                  <a:gd name="csY13" fmla="*/ 3853543 h 4191000"/>
                  <a:gd name="csX14" fmla="*/ 2917371 w 6553200"/>
                  <a:gd name="csY14" fmla="*/ 3799114 h 4191000"/>
                  <a:gd name="csX15" fmla="*/ 3156857 w 6553200"/>
                  <a:gd name="csY15" fmla="*/ 3733800 h 4191000"/>
                  <a:gd name="csX16" fmla="*/ 3494314 w 6553200"/>
                  <a:gd name="csY16" fmla="*/ 3722914 h 4191000"/>
                  <a:gd name="csX17" fmla="*/ 3973286 w 6553200"/>
                  <a:gd name="csY17" fmla="*/ 3820886 h 4191000"/>
                  <a:gd name="csX18" fmla="*/ 4299857 w 6553200"/>
                  <a:gd name="csY18" fmla="*/ 3951514 h 4191000"/>
                  <a:gd name="csX19" fmla="*/ 4474029 w 6553200"/>
                  <a:gd name="csY19" fmla="*/ 4093028 h 4191000"/>
                  <a:gd name="csX20" fmla="*/ 4648200 w 6553200"/>
                  <a:gd name="csY20" fmla="*/ 4180114 h 4191000"/>
                  <a:gd name="csX21" fmla="*/ 4767943 w 6553200"/>
                  <a:gd name="csY21" fmla="*/ 4191000 h 4191000"/>
                  <a:gd name="csX22" fmla="*/ 4876800 w 6553200"/>
                  <a:gd name="csY22" fmla="*/ 4114800 h 4191000"/>
                  <a:gd name="csX23" fmla="*/ 4963886 w 6553200"/>
                  <a:gd name="csY23" fmla="*/ 4038600 h 4191000"/>
                  <a:gd name="csX24" fmla="*/ 5127171 w 6553200"/>
                  <a:gd name="csY24" fmla="*/ 4038600 h 4191000"/>
                  <a:gd name="csX25" fmla="*/ 5279571 w 6553200"/>
                  <a:gd name="csY25" fmla="*/ 4016828 h 4191000"/>
                  <a:gd name="csX26" fmla="*/ 5410200 w 6553200"/>
                  <a:gd name="csY26" fmla="*/ 3918857 h 4191000"/>
                  <a:gd name="csX27" fmla="*/ 5584371 w 6553200"/>
                  <a:gd name="csY27" fmla="*/ 3755571 h 4191000"/>
                  <a:gd name="csX28" fmla="*/ 5747657 w 6553200"/>
                  <a:gd name="csY28" fmla="*/ 3635828 h 4191000"/>
                  <a:gd name="csX29" fmla="*/ 5910943 w 6553200"/>
                  <a:gd name="csY29" fmla="*/ 3363686 h 4191000"/>
                  <a:gd name="csX30" fmla="*/ 6041571 w 6553200"/>
                  <a:gd name="csY30" fmla="*/ 3189514 h 4191000"/>
                  <a:gd name="csX31" fmla="*/ 6193971 w 6553200"/>
                  <a:gd name="csY31" fmla="*/ 3048000 h 4191000"/>
                  <a:gd name="csX32" fmla="*/ 6357257 w 6553200"/>
                  <a:gd name="csY32" fmla="*/ 2830286 h 4191000"/>
                  <a:gd name="csX33" fmla="*/ 6411686 w 6553200"/>
                  <a:gd name="csY33" fmla="*/ 2699657 h 4191000"/>
                  <a:gd name="csX34" fmla="*/ 6509657 w 6553200"/>
                  <a:gd name="csY34" fmla="*/ 2416628 h 4191000"/>
                  <a:gd name="csX35" fmla="*/ 6542314 w 6553200"/>
                  <a:gd name="csY35" fmla="*/ 2275114 h 4191000"/>
                  <a:gd name="csX36" fmla="*/ 6553200 w 6553200"/>
                  <a:gd name="csY36" fmla="*/ 2133600 h 4191000"/>
                  <a:gd name="csX37" fmla="*/ 6531429 w 6553200"/>
                  <a:gd name="csY37" fmla="*/ 250371 h 4191000"/>
                  <a:gd name="csX0" fmla="*/ 32657 w 6585857"/>
                  <a:gd name="csY0" fmla="*/ 0 h 4191000"/>
                  <a:gd name="csX1" fmla="*/ 0 w 6585857"/>
                  <a:gd name="csY1" fmla="*/ 1948543 h 4191000"/>
                  <a:gd name="csX2" fmla="*/ 174171 w 6585857"/>
                  <a:gd name="csY2" fmla="*/ 2547257 h 4191000"/>
                  <a:gd name="csX3" fmla="*/ 304800 w 6585857"/>
                  <a:gd name="csY3" fmla="*/ 3102428 h 4191000"/>
                  <a:gd name="csX4" fmla="*/ 489857 w 6585857"/>
                  <a:gd name="csY4" fmla="*/ 3396343 h 4191000"/>
                  <a:gd name="csX5" fmla="*/ 729343 w 6585857"/>
                  <a:gd name="csY5" fmla="*/ 3537857 h 4191000"/>
                  <a:gd name="csX6" fmla="*/ 947057 w 6585857"/>
                  <a:gd name="csY6" fmla="*/ 3614057 h 4191000"/>
                  <a:gd name="csX7" fmla="*/ 1110343 w 6585857"/>
                  <a:gd name="csY7" fmla="*/ 3777343 h 4191000"/>
                  <a:gd name="csX8" fmla="*/ 1295400 w 6585857"/>
                  <a:gd name="csY8" fmla="*/ 3984171 h 4191000"/>
                  <a:gd name="csX9" fmla="*/ 1447800 w 6585857"/>
                  <a:gd name="csY9" fmla="*/ 4016828 h 4191000"/>
                  <a:gd name="csX10" fmla="*/ 1654628 w 6585857"/>
                  <a:gd name="csY10" fmla="*/ 3995057 h 4191000"/>
                  <a:gd name="csX11" fmla="*/ 1926771 w 6585857"/>
                  <a:gd name="csY11" fmla="*/ 3962400 h 4191000"/>
                  <a:gd name="csX12" fmla="*/ 2209800 w 6585857"/>
                  <a:gd name="csY12" fmla="*/ 3864428 h 4191000"/>
                  <a:gd name="csX13" fmla="*/ 2612571 w 6585857"/>
                  <a:gd name="csY13" fmla="*/ 3853543 h 4191000"/>
                  <a:gd name="csX14" fmla="*/ 2950028 w 6585857"/>
                  <a:gd name="csY14" fmla="*/ 3799114 h 4191000"/>
                  <a:gd name="csX15" fmla="*/ 3189514 w 6585857"/>
                  <a:gd name="csY15" fmla="*/ 3733800 h 4191000"/>
                  <a:gd name="csX16" fmla="*/ 3526971 w 6585857"/>
                  <a:gd name="csY16" fmla="*/ 3722914 h 4191000"/>
                  <a:gd name="csX17" fmla="*/ 4005943 w 6585857"/>
                  <a:gd name="csY17" fmla="*/ 3820886 h 4191000"/>
                  <a:gd name="csX18" fmla="*/ 4332514 w 6585857"/>
                  <a:gd name="csY18" fmla="*/ 3951514 h 4191000"/>
                  <a:gd name="csX19" fmla="*/ 4506686 w 6585857"/>
                  <a:gd name="csY19" fmla="*/ 4093028 h 4191000"/>
                  <a:gd name="csX20" fmla="*/ 4680857 w 6585857"/>
                  <a:gd name="csY20" fmla="*/ 4180114 h 4191000"/>
                  <a:gd name="csX21" fmla="*/ 4800600 w 6585857"/>
                  <a:gd name="csY21" fmla="*/ 4191000 h 4191000"/>
                  <a:gd name="csX22" fmla="*/ 4909457 w 6585857"/>
                  <a:gd name="csY22" fmla="*/ 4114800 h 4191000"/>
                  <a:gd name="csX23" fmla="*/ 4996543 w 6585857"/>
                  <a:gd name="csY23" fmla="*/ 4038600 h 4191000"/>
                  <a:gd name="csX24" fmla="*/ 5159828 w 6585857"/>
                  <a:gd name="csY24" fmla="*/ 4038600 h 4191000"/>
                  <a:gd name="csX25" fmla="*/ 5312228 w 6585857"/>
                  <a:gd name="csY25" fmla="*/ 4016828 h 4191000"/>
                  <a:gd name="csX26" fmla="*/ 5442857 w 6585857"/>
                  <a:gd name="csY26" fmla="*/ 3918857 h 4191000"/>
                  <a:gd name="csX27" fmla="*/ 5617028 w 6585857"/>
                  <a:gd name="csY27" fmla="*/ 3755571 h 4191000"/>
                  <a:gd name="csX28" fmla="*/ 5780314 w 6585857"/>
                  <a:gd name="csY28" fmla="*/ 3635828 h 4191000"/>
                  <a:gd name="csX29" fmla="*/ 5943600 w 6585857"/>
                  <a:gd name="csY29" fmla="*/ 3363686 h 4191000"/>
                  <a:gd name="csX30" fmla="*/ 6074228 w 6585857"/>
                  <a:gd name="csY30" fmla="*/ 3189514 h 4191000"/>
                  <a:gd name="csX31" fmla="*/ 6226628 w 6585857"/>
                  <a:gd name="csY31" fmla="*/ 3048000 h 4191000"/>
                  <a:gd name="csX32" fmla="*/ 6389914 w 6585857"/>
                  <a:gd name="csY32" fmla="*/ 2830286 h 4191000"/>
                  <a:gd name="csX33" fmla="*/ 6444343 w 6585857"/>
                  <a:gd name="csY33" fmla="*/ 2699657 h 4191000"/>
                  <a:gd name="csX34" fmla="*/ 6542314 w 6585857"/>
                  <a:gd name="csY34" fmla="*/ 2416628 h 4191000"/>
                  <a:gd name="csX35" fmla="*/ 6574971 w 6585857"/>
                  <a:gd name="csY35" fmla="*/ 2275114 h 4191000"/>
                  <a:gd name="csX36" fmla="*/ 6585857 w 6585857"/>
                  <a:gd name="csY36" fmla="*/ 2133600 h 4191000"/>
                  <a:gd name="csX37" fmla="*/ 6564086 w 6585857"/>
                  <a:gd name="csY37" fmla="*/ 250371 h 4191000"/>
                  <a:gd name="csX0" fmla="*/ 0 w 6618515"/>
                  <a:gd name="csY0" fmla="*/ 0 h 4191000"/>
                  <a:gd name="csX1" fmla="*/ 32658 w 6618515"/>
                  <a:gd name="csY1" fmla="*/ 1948543 h 4191000"/>
                  <a:gd name="csX2" fmla="*/ 206829 w 6618515"/>
                  <a:gd name="csY2" fmla="*/ 2547257 h 4191000"/>
                  <a:gd name="csX3" fmla="*/ 337458 w 6618515"/>
                  <a:gd name="csY3" fmla="*/ 3102428 h 4191000"/>
                  <a:gd name="csX4" fmla="*/ 522515 w 6618515"/>
                  <a:gd name="csY4" fmla="*/ 3396343 h 4191000"/>
                  <a:gd name="csX5" fmla="*/ 762001 w 6618515"/>
                  <a:gd name="csY5" fmla="*/ 3537857 h 4191000"/>
                  <a:gd name="csX6" fmla="*/ 979715 w 6618515"/>
                  <a:gd name="csY6" fmla="*/ 3614057 h 4191000"/>
                  <a:gd name="csX7" fmla="*/ 1143001 w 6618515"/>
                  <a:gd name="csY7" fmla="*/ 3777343 h 4191000"/>
                  <a:gd name="csX8" fmla="*/ 1328058 w 6618515"/>
                  <a:gd name="csY8" fmla="*/ 3984171 h 4191000"/>
                  <a:gd name="csX9" fmla="*/ 1480458 w 6618515"/>
                  <a:gd name="csY9" fmla="*/ 4016828 h 4191000"/>
                  <a:gd name="csX10" fmla="*/ 1687286 w 6618515"/>
                  <a:gd name="csY10" fmla="*/ 3995057 h 4191000"/>
                  <a:gd name="csX11" fmla="*/ 1959429 w 6618515"/>
                  <a:gd name="csY11" fmla="*/ 3962400 h 4191000"/>
                  <a:gd name="csX12" fmla="*/ 2242458 w 6618515"/>
                  <a:gd name="csY12" fmla="*/ 3864428 h 4191000"/>
                  <a:gd name="csX13" fmla="*/ 2645229 w 6618515"/>
                  <a:gd name="csY13" fmla="*/ 3853543 h 4191000"/>
                  <a:gd name="csX14" fmla="*/ 2982686 w 6618515"/>
                  <a:gd name="csY14" fmla="*/ 3799114 h 4191000"/>
                  <a:gd name="csX15" fmla="*/ 3222172 w 6618515"/>
                  <a:gd name="csY15" fmla="*/ 3733800 h 4191000"/>
                  <a:gd name="csX16" fmla="*/ 3559629 w 6618515"/>
                  <a:gd name="csY16" fmla="*/ 3722914 h 4191000"/>
                  <a:gd name="csX17" fmla="*/ 4038601 w 6618515"/>
                  <a:gd name="csY17" fmla="*/ 3820886 h 4191000"/>
                  <a:gd name="csX18" fmla="*/ 4365172 w 6618515"/>
                  <a:gd name="csY18" fmla="*/ 3951514 h 4191000"/>
                  <a:gd name="csX19" fmla="*/ 4539344 w 6618515"/>
                  <a:gd name="csY19" fmla="*/ 4093028 h 4191000"/>
                  <a:gd name="csX20" fmla="*/ 4713515 w 6618515"/>
                  <a:gd name="csY20" fmla="*/ 4180114 h 4191000"/>
                  <a:gd name="csX21" fmla="*/ 4833258 w 6618515"/>
                  <a:gd name="csY21" fmla="*/ 4191000 h 4191000"/>
                  <a:gd name="csX22" fmla="*/ 4942115 w 6618515"/>
                  <a:gd name="csY22" fmla="*/ 4114800 h 4191000"/>
                  <a:gd name="csX23" fmla="*/ 5029201 w 6618515"/>
                  <a:gd name="csY23" fmla="*/ 4038600 h 4191000"/>
                  <a:gd name="csX24" fmla="*/ 5192486 w 6618515"/>
                  <a:gd name="csY24" fmla="*/ 4038600 h 4191000"/>
                  <a:gd name="csX25" fmla="*/ 5344886 w 6618515"/>
                  <a:gd name="csY25" fmla="*/ 4016828 h 4191000"/>
                  <a:gd name="csX26" fmla="*/ 5475515 w 6618515"/>
                  <a:gd name="csY26" fmla="*/ 3918857 h 4191000"/>
                  <a:gd name="csX27" fmla="*/ 5649686 w 6618515"/>
                  <a:gd name="csY27" fmla="*/ 3755571 h 4191000"/>
                  <a:gd name="csX28" fmla="*/ 5812972 w 6618515"/>
                  <a:gd name="csY28" fmla="*/ 3635828 h 4191000"/>
                  <a:gd name="csX29" fmla="*/ 5976258 w 6618515"/>
                  <a:gd name="csY29" fmla="*/ 3363686 h 4191000"/>
                  <a:gd name="csX30" fmla="*/ 6106886 w 6618515"/>
                  <a:gd name="csY30" fmla="*/ 3189514 h 4191000"/>
                  <a:gd name="csX31" fmla="*/ 6259286 w 6618515"/>
                  <a:gd name="csY31" fmla="*/ 3048000 h 4191000"/>
                  <a:gd name="csX32" fmla="*/ 6422572 w 6618515"/>
                  <a:gd name="csY32" fmla="*/ 2830286 h 4191000"/>
                  <a:gd name="csX33" fmla="*/ 6477001 w 6618515"/>
                  <a:gd name="csY33" fmla="*/ 2699657 h 4191000"/>
                  <a:gd name="csX34" fmla="*/ 6574972 w 6618515"/>
                  <a:gd name="csY34" fmla="*/ 2416628 h 4191000"/>
                  <a:gd name="csX35" fmla="*/ 6607629 w 6618515"/>
                  <a:gd name="csY35" fmla="*/ 2275114 h 4191000"/>
                  <a:gd name="csX36" fmla="*/ 6618515 w 6618515"/>
                  <a:gd name="csY36" fmla="*/ 2133600 h 4191000"/>
                  <a:gd name="csX37" fmla="*/ 6596744 w 6618515"/>
                  <a:gd name="csY37" fmla="*/ 250371 h 4191000"/>
                  <a:gd name="csX0" fmla="*/ 0 w 6607630"/>
                  <a:gd name="csY0" fmla="*/ 576944 h 3940629"/>
                  <a:gd name="csX1" fmla="*/ 21773 w 6607630"/>
                  <a:gd name="csY1" fmla="*/ 1698172 h 3940629"/>
                  <a:gd name="csX2" fmla="*/ 195944 w 6607630"/>
                  <a:gd name="csY2" fmla="*/ 2296886 h 3940629"/>
                  <a:gd name="csX3" fmla="*/ 326573 w 6607630"/>
                  <a:gd name="csY3" fmla="*/ 2852057 h 3940629"/>
                  <a:gd name="csX4" fmla="*/ 511630 w 6607630"/>
                  <a:gd name="csY4" fmla="*/ 3145972 h 3940629"/>
                  <a:gd name="csX5" fmla="*/ 751116 w 6607630"/>
                  <a:gd name="csY5" fmla="*/ 3287486 h 3940629"/>
                  <a:gd name="csX6" fmla="*/ 968830 w 6607630"/>
                  <a:gd name="csY6" fmla="*/ 3363686 h 3940629"/>
                  <a:gd name="csX7" fmla="*/ 1132116 w 6607630"/>
                  <a:gd name="csY7" fmla="*/ 3526972 h 3940629"/>
                  <a:gd name="csX8" fmla="*/ 1317173 w 6607630"/>
                  <a:gd name="csY8" fmla="*/ 3733800 h 3940629"/>
                  <a:gd name="csX9" fmla="*/ 1469573 w 6607630"/>
                  <a:gd name="csY9" fmla="*/ 3766457 h 3940629"/>
                  <a:gd name="csX10" fmla="*/ 1676401 w 6607630"/>
                  <a:gd name="csY10" fmla="*/ 3744686 h 3940629"/>
                  <a:gd name="csX11" fmla="*/ 1948544 w 6607630"/>
                  <a:gd name="csY11" fmla="*/ 3712029 h 3940629"/>
                  <a:gd name="csX12" fmla="*/ 2231573 w 6607630"/>
                  <a:gd name="csY12" fmla="*/ 3614057 h 3940629"/>
                  <a:gd name="csX13" fmla="*/ 2634344 w 6607630"/>
                  <a:gd name="csY13" fmla="*/ 3603172 h 3940629"/>
                  <a:gd name="csX14" fmla="*/ 2971801 w 6607630"/>
                  <a:gd name="csY14" fmla="*/ 3548743 h 3940629"/>
                  <a:gd name="csX15" fmla="*/ 3211287 w 6607630"/>
                  <a:gd name="csY15" fmla="*/ 3483429 h 3940629"/>
                  <a:gd name="csX16" fmla="*/ 3548744 w 6607630"/>
                  <a:gd name="csY16" fmla="*/ 3472543 h 3940629"/>
                  <a:gd name="csX17" fmla="*/ 4027716 w 6607630"/>
                  <a:gd name="csY17" fmla="*/ 3570515 h 3940629"/>
                  <a:gd name="csX18" fmla="*/ 4354287 w 6607630"/>
                  <a:gd name="csY18" fmla="*/ 3701143 h 3940629"/>
                  <a:gd name="csX19" fmla="*/ 4528459 w 6607630"/>
                  <a:gd name="csY19" fmla="*/ 3842657 h 3940629"/>
                  <a:gd name="csX20" fmla="*/ 4702630 w 6607630"/>
                  <a:gd name="csY20" fmla="*/ 3929743 h 3940629"/>
                  <a:gd name="csX21" fmla="*/ 4822373 w 6607630"/>
                  <a:gd name="csY21" fmla="*/ 3940629 h 3940629"/>
                  <a:gd name="csX22" fmla="*/ 4931230 w 6607630"/>
                  <a:gd name="csY22" fmla="*/ 3864429 h 3940629"/>
                  <a:gd name="csX23" fmla="*/ 5018316 w 6607630"/>
                  <a:gd name="csY23" fmla="*/ 3788229 h 3940629"/>
                  <a:gd name="csX24" fmla="*/ 5181601 w 6607630"/>
                  <a:gd name="csY24" fmla="*/ 3788229 h 3940629"/>
                  <a:gd name="csX25" fmla="*/ 5334001 w 6607630"/>
                  <a:gd name="csY25" fmla="*/ 3766457 h 3940629"/>
                  <a:gd name="csX26" fmla="*/ 5464630 w 6607630"/>
                  <a:gd name="csY26" fmla="*/ 3668486 h 3940629"/>
                  <a:gd name="csX27" fmla="*/ 5638801 w 6607630"/>
                  <a:gd name="csY27" fmla="*/ 3505200 h 3940629"/>
                  <a:gd name="csX28" fmla="*/ 5802087 w 6607630"/>
                  <a:gd name="csY28" fmla="*/ 3385457 h 3940629"/>
                  <a:gd name="csX29" fmla="*/ 5965373 w 6607630"/>
                  <a:gd name="csY29" fmla="*/ 3113315 h 3940629"/>
                  <a:gd name="csX30" fmla="*/ 6096001 w 6607630"/>
                  <a:gd name="csY30" fmla="*/ 2939143 h 3940629"/>
                  <a:gd name="csX31" fmla="*/ 6248401 w 6607630"/>
                  <a:gd name="csY31" fmla="*/ 2797629 h 3940629"/>
                  <a:gd name="csX32" fmla="*/ 6411687 w 6607630"/>
                  <a:gd name="csY32" fmla="*/ 2579915 h 3940629"/>
                  <a:gd name="csX33" fmla="*/ 6466116 w 6607630"/>
                  <a:gd name="csY33" fmla="*/ 2449286 h 3940629"/>
                  <a:gd name="csX34" fmla="*/ 6564087 w 6607630"/>
                  <a:gd name="csY34" fmla="*/ 2166257 h 3940629"/>
                  <a:gd name="csX35" fmla="*/ 6596744 w 6607630"/>
                  <a:gd name="csY35" fmla="*/ 2024743 h 3940629"/>
                  <a:gd name="csX36" fmla="*/ 6607630 w 6607630"/>
                  <a:gd name="csY36" fmla="*/ 1883229 h 3940629"/>
                  <a:gd name="csX37" fmla="*/ 6585859 w 6607630"/>
                  <a:gd name="csY37" fmla="*/ 0 h 3940629"/>
                  <a:gd name="csX0" fmla="*/ 0 w 6607630"/>
                  <a:gd name="csY0" fmla="*/ 0 h 3363685"/>
                  <a:gd name="csX1" fmla="*/ 21773 w 6607630"/>
                  <a:gd name="csY1" fmla="*/ 1121228 h 3363685"/>
                  <a:gd name="csX2" fmla="*/ 195944 w 6607630"/>
                  <a:gd name="csY2" fmla="*/ 1719942 h 3363685"/>
                  <a:gd name="csX3" fmla="*/ 326573 w 6607630"/>
                  <a:gd name="csY3" fmla="*/ 2275113 h 3363685"/>
                  <a:gd name="csX4" fmla="*/ 511630 w 6607630"/>
                  <a:gd name="csY4" fmla="*/ 2569028 h 3363685"/>
                  <a:gd name="csX5" fmla="*/ 751116 w 6607630"/>
                  <a:gd name="csY5" fmla="*/ 2710542 h 3363685"/>
                  <a:gd name="csX6" fmla="*/ 968830 w 6607630"/>
                  <a:gd name="csY6" fmla="*/ 2786742 h 3363685"/>
                  <a:gd name="csX7" fmla="*/ 1132116 w 6607630"/>
                  <a:gd name="csY7" fmla="*/ 2950028 h 3363685"/>
                  <a:gd name="csX8" fmla="*/ 1317173 w 6607630"/>
                  <a:gd name="csY8" fmla="*/ 3156856 h 3363685"/>
                  <a:gd name="csX9" fmla="*/ 1469573 w 6607630"/>
                  <a:gd name="csY9" fmla="*/ 3189513 h 3363685"/>
                  <a:gd name="csX10" fmla="*/ 1676401 w 6607630"/>
                  <a:gd name="csY10" fmla="*/ 3167742 h 3363685"/>
                  <a:gd name="csX11" fmla="*/ 1948544 w 6607630"/>
                  <a:gd name="csY11" fmla="*/ 3135085 h 3363685"/>
                  <a:gd name="csX12" fmla="*/ 2231573 w 6607630"/>
                  <a:gd name="csY12" fmla="*/ 3037113 h 3363685"/>
                  <a:gd name="csX13" fmla="*/ 2634344 w 6607630"/>
                  <a:gd name="csY13" fmla="*/ 3026228 h 3363685"/>
                  <a:gd name="csX14" fmla="*/ 2971801 w 6607630"/>
                  <a:gd name="csY14" fmla="*/ 2971799 h 3363685"/>
                  <a:gd name="csX15" fmla="*/ 3211287 w 6607630"/>
                  <a:gd name="csY15" fmla="*/ 2906485 h 3363685"/>
                  <a:gd name="csX16" fmla="*/ 3548744 w 6607630"/>
                  <a:gd name="csY16" fmla="*/ 2895599 h 3363685"/>
                  <a:gd name="csX17" fmla="*/ 4027716 w 6607630"/>
                  <a:gd name="csY17" fmla="*/ 2993571 h 3363685"/>
                  <a:gd name="csX18" fmla="*/ 4354287 w 6607630"/>
                  <a:gd name="csY18" fmla="*/ 3124199 h 3363685"/>
                  <a:gd name="csX19" fmla="*/ 4528459 w 6607630"/>
                  <a:gd name="csY19" fmla="*/ 3265713 h 3363685"/>
                  <a:gd name="csX20" fmla="*/ 4702630 w 6607630"/>
                  <a:gd name="csY20" fmla="*/ 3352799 h 3363685"/>
                  <a:gd name="csX21" fmla="*/ 4822373 w 6607630"/>
                  <a:gd name="csY21" fmla="*/ 3363685 h 3363685"/>
                  <a:gd name="csX22" fmla="*/ 4931230 w 6607630"/>
                  <a:gd name="csY22" fmla="*/ 3287485 h 3363685"/>
                  <a:gd name="csX23" fmla="*/ 5018316 w 6607630"/>
                  <a:gd name="csY23" fmla="*/ 3211285 h 3363685"/>
                  <a:gd name="csX24" fmla="*/ 5181601 w 6607630"/>
                  <a:gd name="csY24" fmla="*/ 3211285 h 3363685"/>
                  <a:gd name="csX25" fmla="*/ 5334001 w 6607630"/>
                  <a:gd name="csY25" fmla="*/ 3189513 h 3363685"/>
                  <a:gd name="csX26" fmla="*/ 5464630 w 6607630"/>
                  <a:gd name="csY26" fmla="*/ 3091542 h 3363685"/>
                  <a:gd name="csX27" fmla="*/ 5638801 w 6607630"/>
                  <a:gd name="csY27" fmla="*/ 2928256 h 3363685"/>
                  <a:gd name="csX28" fmla="*/ 5802087 w 6607630"/>
                  <a:gd name="csY28" fmla="*/ 2808513 h 3363685"/>
                  <a:gd name="csX29" fmla="*/ 5965373 w 6607630"/>
                  <a:gd name="csY29" fmla="*/ 2536371 h 3363685"/>
                  <a:gd name="csX30" fmla="*/ 6096001 w 6607630"/>
                  <a:gd name="csY30" fmla="*/ 2362199 h 3363685"/>
                  <a:gd name="csX31" fmla="*/ 6248401 w 6607630"/>
                  <a:gd name="csY31" fmla="*/ 2220685 h 3363685"/>
                  <a:gd name="csX32" fmla="*/ 6411687 w 6607630"/>
                  <a:gd name="csY32" fmla="*/ 2002971 h 3363685"/>
                  <a:gd name="csX33" fmla="*/ 6466116 w 6607630"/>
                  <a:gd name="csY33" fmla="*/ 1872342 h 3363685"/>
                  <a:gd name="csX34" fmla="*/ 6564087 w 6607630"/>
                  <a:gd name="csY34" fmla="*/ 1589313 h 3363685"/>
                  <a:gd name="csX35" fmla="*/ 6596744 w 6607630"/>
                  <a:gd name="csY35" fmla="*/ 1447799 h 3363685"/>
                  <a:gd name="csX36" fmla="*/ 6607630 w 6607630"/>
                  <a:gd name="csY36" fmla="*/ 1306285 h 3363685"/>
                  <a:gd name="csX37" fmla="*/ 6585859 w 6607630"/>
                  <a:gd name="csY37" fmla="*/ 21770 h 3363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607630" h="3363685">
                    <a:moveTo>
                      <a:pt x="0" y="0"/>
                    </a:moveTo>
                    <a:lnTo>
                      <a:pt x="21773" y="1121228"/>
                    </a:lnTo>
                    <a:lnTo>
                      <a:pt x="195944" y="1719942"/>
                    </a:lnTo>
                    <a:lnTo>
                      <a:pt x="326573" y="2275113"/>
                    </a:lnTo>
                    <a:lnTo>
                      <a:pt x="511630" y="2569028"/>
                    </a:lnTo>
                    <a:lnTo>
                      <a:pt x="751116" y="2710542"/>
                    </a:lnTo>
                    <a:lnTo>
                      <a:pt x="968830" y="2786742"/>
                    </a:lnTo>
                    <a:lnTo>
                      <a:pt x="1132116" y="2950028"/>
                    </a:lnTo>
                    <a:lnTo>
                      <a:pt x="1317173" y="3156856"/>
                    </a:lnTo>
                    <a:lnTo>
                      <a:pt x="1469573" y="3189513"/>
                    </a:lnTo>
                    <a:lnTo>
                      <a:pt x="1676401" y="3167742"/>
                    </a:lnTo>
                    <a:lnTo>
                      <a:pt x="1948544" y="3135085"/>
                    </a:lnTo>
                    <a:lnTo>
                      <a:pt x="2231573" y="3037113"/>
                    </a:lnTo>
                    <a:lnTo>
                      <a:pt x="2634344" y="3026228"/>
                    </a:lnTo>
                    <a:lnTo>
                      <a:pt x="2971801" y="2971799"/>
                    </a:lnTo>
                    <a:lnTo>
                      <a:pt x="3211287" y="2906485"/>
                    </a:lnTo>
                    <a:lnTo>
                      <a:pt x="3548744" y="2895599"/>
                    </a:lnTo>
                    <a:lnTo>
                      <a:pt x="4027716" y="2993571"/>
                    </a:lnTo>
                    <a:lnTo>
                      <a:pt x="4354287" y="3124199"/>
                    </a:lnTo>
                    <a:lnTo>
                      <a:pt x="4528459" y="3265713"/>
                    </a:lnTo>
                    <a:lnTo>
                      <a:pt x="4702630" y="3352799"/>
                    </a:lnTo>
                    <a:lnTo>
                      <a:pt x="4822373" y="3363685"/>
                    </a:lnTo>
                    <a:lnTo>
                      <a:pt x="4931230" y="3287485"/>
                    </a:lnTo>
                    <a:lnTo>
                      <a:pt x="5018316" y="3211285"/>
                    </a:lnTo>
                    <a:lnTo>
                      <a:pt x="5181601" y="3211285"/>
                    </a:lnTo>
                    <a:lnTo>
                      <a:pt x="5334001" y="3189513"/>
                    </a:lnTo>
                    <a:lnTo>
                      <a:pt x="5464630" y="3091542"/>
                    </a:lnTo>
                    <a:lnTo>
                      <a:pt x="5638801" y="2928256"/>
                    </a:lnTo>
                    <a:lnTo>
                      <a:pt x="5802087" y="2808513"/>
                    </a:lnTo>
                    <a:lnTo>
                      <a:pt x="5965373" y="2536371"/>
                    </a:lnTo>
                    <a:lnTo>
                      <a:pt x="6096001" y="2362199"/>
                    </a:lnTo>
                    <a:lnTo>
                      <a:pt x="6248401" y="2220685"/>
                    </a:lnTo>
                    <a:lnTo>
                      <a:pt x="6411687" y="2002971"/>
                    </a:lnTo>
                    <a:lnTo>
                      <a:pt x="6466116" y="1872342"/>
                    </a:lnTo>
                    <a:lnTo>
                      <a:pt x="6564087" y="1589313"/>
                    </a:lnTo>
                    <a:lnTo>
                      <a:pt x="6596744" y="1447799"/>
                    </a:lnTo>
                    <a:lnTo>
                      <a:pt x="6607630" y="1306285"/>
                    </a:lnTo>
                    <a:lnTo>
                      <a:pt x="6585859" y="21770"/>
                    </a:lnTo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1CBE3FF-AC4C-EFE5-7107-2A4FB7D1A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2483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64B3F31-1477-8A9B-CA99-DDDDD37C9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0114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664346E-74DD-F261-7573-2DFB6A8F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70" y="2389269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1020451-8CE6-1A8F-68E9-CE0F610E694D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69" y="3782640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28F6A74-DB44-73CB-E601-16F3086FD7DD}"/>
                </a:ext>
              </a:extLst>
            </p:cNvPr>
            <p:cNvCxnSpPr>
              <a:cxnSpLocks/>
            </p:cNvCxnSpPr>
            <p:nvPr/>
          </p:nvCxnSpPr>
          <p:spPr>
            <a:xfrm>
              <a:off x="1371598" y="1006788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4378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CD83D3-545D-C377-A08B-14CCFF9BC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9998"/>
            <a:ext cx="7772400" cy="27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12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2F13-7ECA-7384-28C9-BBD5FC910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B9FDD3F-5B1C-7CDF-76C8-6CAF25D2641D}"/>
              </a:ext>
            </a:extLst>
          </p:cNvPr>
          <p:cNvGrpSpPr/>
          <p:nvPr/>
        </p:nvGrpSpPr>
        <p:grpSpPr>
          <a:xfrm>
            <a:off x="243068" y="-69159"/>
            <a:ext cx="9420876" cy="6591470"/>
            <a:chOff x="243068" y="-69159"/>
            <a:chExt cx="9420876" cy="659147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FA8A03-3EA9-5AE6-1292-1A76D64399D5}"/>
                </a:ext>
              </a:extLst>
            </p:cNvPr>
            <p:cNvSpPr txBox="1"/>
            <p:nvPr/>
          </p:nvSpPr>
          <p:spPr>
            <a:xfrm>
              <a:off x="457200" y="217714"/>
              <a:ext cx="1944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5,  Y=475100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424917-D88C-40FC-BE49-5F5B8B6DA57E}"/>
                </a:ext>
              </a:extLst>
            </p:cNvPr>
            <p:cNvGrpSpPr/>
            <p:nvPr/>
          </p:nvGrpSpPr>
          <p:grpSpPr>
            <a:xfrm>
              <a:off x="243068" y="1073150"/>
              <a:ext cx="8762036" cy="5449161"/>
              <a:chOff x="243068" y="1073150"/>
              <a:chExt cx="8762036" cy="544916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F57FCBD-03A5-EC8E-6086-EF8E83623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3068" y="1073150"/>
                <a:ext cx="8762036" cy="4711700"/>
              </a:xfrm>
              <a:prstGeom prst="rect">
                <a:avLst/>
              </a:prstGeom>
              <a:solidFill>
                <a:srgbClr val="941100"/>
              </a:solidFill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34B5D27-111D-2F10-6ED8-4484BB32F98F}"/>
                  </a:ext>
                </a:extLst>
              </p:cNvPr>
              <p:cNvSpPr/>
              <p:nvPr/>
            </p:nvSpPr>
            <p:spPr>
              <a:xfrm>
                <a:off x="243068" y="3937032"/>
                <a:ext cx="8762036" cy="2585279"/>
              </a:xfrm>
              <a:prstGeom prst="rect">
                <a:avLst/>
              </a:prstGeom>
              <a:solidFill>
                <a:srgbClr val="FFFF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916C30E-3A36-751A-35B0-F04F47293687}"/>
                </a:ext>
              </a:extLst>
            </p:cNvPr>
            <p:cNvGrpSpPr/>
            <p:nvPr/>
          </p:nvGrpSpPr>
          <p:grpSpPr>
            <a:xfrm>
              <a:off x="2475206" y="104717"/>
              <a:ext cx="4319133" cy="5895283"/>
              <a:chOff x="2475206" y="104717"/>
              <a:chExt cx="4319133" cy="5895283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97F3429-562F-4CCB-77EE-5B7EBA285873}"/>
                  </a:ext>
                </a:extLst>
              </p:cNvPr>
              <p:cNvGrpSpPr/>
              <p:nvPr/>
            </p:nvGrpSpPr>
            <p:grpSpPr>
              <a:xfrm>
                <a:off x="3130596" y="2159515"/>
                <a:ext cx="3642422" cy="1899771"/>
                <a:chOff x="3130596" y="2159515"/>
                <a:chExt cx="3642422" cy="1899771"/>
              </a:xfrm>
            </p:grpSpPr>
            <p:sp>
              <p:nvSpPr>
                <p:cNvPr id="26" name="Triangle 25">
                  <a:extLst>
                    <a:ext uri="{FF2B5EF4-FFF2-40B4-BE49-F238E27FC236}">
                      <a16:creationId xmlns:a16="http://schemas.microsoft.com/office/drawing/2014/main" id="{8ABF63E6-11B4-D4E4-0592-398BBA7DCA33}"/>
                    </a:ext>
                  </a:extLst>
                </p:cNvPr>
                <p:cNvSpPr/>
                <p:nvPr/>
              </p:nvSpPr>
              <p:spPr>
                <a:xfrm>
                  <a:off x="3130596" y="2159515"/>
                  <a:ext cx="273542" cy="1350199"/>
                </a:xfrm>
                <a:custGeom>
                  <a:avLst/>
                  <a:gdLst>
                    <a:gd name="csX0" fmla="*/ 0 w 1060704"/>
                    <a:gd name="csY0" fmla="*/ 914400 h 914400"/>
                    <a:gd name="csX1" fmla="*/ 530352 w 1060704"/>
                    <a:gd name="csY1" fmla="*/ 0 h 914400"/>
                    <a:gd name="csX2" fmla="*/ 1060704 w 1060704"/>
                    <a:gd name="csY2" fmla="*/ 914400 h 914400"/>
                    <a:gd name="csX3" fmla="*/ 0 w 1060704"/>
                    <a:gd name="csY3" fmla="*/ 914400 h 914400"/>
                    <a:gd name="csX0" fmla="*/ 22179 w 1082883"/>
                    <a:gd name="csY0" fmla="*/ 1350199 h 1350199"/>
                    <a:gd name="csX1" fmla="*/ 0 w 1082883"/>
                    <a:gd name="csY1" fmla="*/ 0 h 1350199"/>
                    <a:gd name="csX2" fmla="*/ 1082883 w 1082883"/>
                    <a:gd name="csY2" fmla="*/ 1350199 h 1350199"/>
                    <a:gd name="csX3" fmla="*/ 22179 w 1082883"/>
                    <a:gd name="csY3" fmla="*/ 1350199 h 1350199"/>
                    <a:gd name="csX0" fmla="*/ 22179 w 273542"/>
                    <a:gd name="csY0" fmla="*/ 1350199 h 1361872"/>
                    <a:gd name="csX1" fmla="*/ 0 w 273542"/>
                    <a:gd name="csY1" fmla="*/ 0 h 1361872"/>
                    <a:gd name="csX2" fmla="*/ 273542 w 273542"/>
                    <a:gd name="csY2" fmla="*/ 1361872 h 1361872"/>
                    <a:gd name="csX3" fmla="*/ 22179 w 273542"/>
                    <a:gd name="csY3" fmla="*/ 1350199 h 1361872"/>
                    <a:gd name="csX0" fmla="*/ 22179 w 269651"/>
                    <a:gd name="csY0" fmla="*/ 1350199 h 1350199"/>
                    <a:gd name="csX1" fmla="*/ 0 w 269651"/>
                    <a:gd name="csY1" fmla="*/ 0 h 1350199"/>
                    <a:gd name="csX2" fmla="*/ 269651 w 269651"/>
                    <a:gd name="csY2" fmla="*/ 1350199 h 1350199"/>
                    <a:gd name="csX3" fmla="*/ 22179 w 269651"/>
                    <a:gd name="csY3" fmla="*/ 1350199 h 1350199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269651 w 269651"/>
                    <a:gd name="csY2" fmla="*/ 1350199 h 1354090"/>
                    <a:gd name="csX3" fmla="*/ 10506 w 269651"/>
                    <a:gd name="csY3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71750 w 269651"/>
                    <a:gd name="csY2" fmla="*/ 350221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32839 w 269651"/>
                    <a:gd name="csY2" fmla="*/ 15589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4397 w 273542"/>
                    <a:gd name="csY0" fmla="*/ 1338526 h 1338526"/>
                    <a:gd name="csX1" fmla="*/ 0 w 273542"/>
                    <a:gd name="csY1" fmla="*/ 0 h 1338526"/>
                    <a:gd name="csX2" fmla="*/ 36730 w 273542"/>
                    <a:gd name="csY2" fmla="*/ 25 h 1338526"/>
                    <a:gd name="csX3" fmla="*/ 273542 w 273542"/>
                    <a:gd name="csY3" fmla="*/ 1334635 h 1338526"/>
                    <a:gd name="csX4" fmla="*/ 14397 w 273542"/>
                    <a:gd name="csY4" fmla="*/ 1338526 h 1338526"/>
                    <a:gd name="csX0" fmla="*/ 14397 w 273542"/>
                    <a:gd name="csY0" fmla="*/ 1338526 h 1346309"/>
                    <a:gd name="csX1" fmla="*/ 0 w 273542"/>
                    <a:gd name="csY1" fmla="*/ 0 h 1346309"/>
                    <a:gd name="csX2" fmla="*/ 36730 w 273542"/>
                    <a:gd name="csY2" fmla="*/ 25 h 1346309"/>
                    <a:gd name="csX3" fmla="*/ 273542 w 273542"/>
                    <a:gd name="csY3" fmla="*/ 1346309 h 1346309"/>
                    <a:gd name="csX4" fmla="*/ 14397 w 273542"/>
                    <a:gd name="csY4" fmla="*/ 1338526 h 1346309"/>
                    <a:gd name="csX0" fmla="*/ 14397 w 273542"/>
                    <a:gd name="csY0" fmla="*/ 1350199 h 1350199"/>
                    <a:gd name="csX1" fmla="*/ 0 w 273542"/>
                    <a:gd name="csY1" fmla="*/ 0 h 1350199"/>
                    <a:gd name="csX2" fmla="*/ 36730 w 273542"/>
                    <a:gd name="csY2" fmla="*/ 25 h 1350199"/>
                    <a:gd name="csX3" fmla="*/ 273542 w 273542"/>
                    <a:gd name="csY3" fmla="*/ 1346309 h 1350199"/>
                    <a:gd name="csX4" fmla="*/ 14397 w 273542"/>
                    <a:gd name="csY4" fmla="*/ 1350199 h 13501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73542" h="1350199">
                      <a:moveTo>
                        <a:pt x="14397" y="1350199"/>
                      </a:moveTo>
                      <a:lnTo>
                        <a:pt x="0" y="0"/>
                      </a:lnTo>
                      <a:lnTo>
                        <a:pt x="36730" y="25"/>
                      </a:lnTo>
                      <a:lnTo>
                        <a:pt x="273542" y="1346309"/>
                      </a:lnTo>
                      <a:lnTo>
                        <a:pt x="14397" y="1350199"/>
                      </a:lnTo>
                      <a:close/>
                    </a:path>
                  </a:pathLst>
                </a:custGeom>
                <a:solidFill>
                  <a:srgbClr val="D18228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2205A25-B1C9-7999-D35C-C59D88B1EC0A}"/>
                    </a:ext>
                  </a:extLst>
                </p:cNvPr>
                <p:cNvSpPr/>
                <p:nvPr/>
              </p:nvSpPr>
              <p:spPr>
                <a:xfrm>
                  <a:off x="3149076" y="3497124"/>
                  <a:ext cx="297861" cy="27959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93400" h="275685">
                      <a:moveTo>
                        <a:pt x="0" y="0"/>
                      </a:moveTo>
                      <a:lnTo>
                        <a:pt x="250598" y="0"/>
                      </a:lnTo>
                      <a:lnTo>
                        <a:pt x="293400" y="271794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82F0B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6">
                  <a:extLst>
                    <a:ext uri="{FF2B5EF4-FFF2-40B4-BE49-F238E27FC236}">
                      <a16:creationId xmlns:a16="http://schemas.microsoft.com/office/drawing/2014/main" id="{DE9F56C4-3A94-0753-BA56-B37D29568087}"/>
                    </a:ext>
                  </a:extLst>
                </p:cNvPr>
                <p:cNvSpPr/>
                <p:nvPr/>
              </p:nvSpPr>
              <p:spPr>
                <a:xfrm>
                  <a:off x="3149076" y="3783600"/>
                  <a:ext cx="487953" cy="275686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71169 w 293400"/>
                    <a:gd name="csY2" fmla="*/ 130811 h 275685"/>
                    <a:gd name="csX3" fmla="*/ 293400 w 293400"/>
                    <a:gd name="csY3" fmla="*/ 271794 h 275685"/>
                    <a:gd name="csX4" fmla="*/ 0 w 293400"/>
                    <a:gd name="csY4" fmla="*/ 275685 h 275685"/>
                    <a:gd name="csX5" fmla="*/ 0 w 293400"/>
                    <a:gd name="csY5" fmla="*/ 0 h 275685"/>
                    <a:gd name="csX0" fmla="*/ 0 w 321753"/>
                    <a:gd name="csY0" fmla="*/ 0 h 275685"/>
                    <a:gd name="csX1" fmla="*/ 250598 w 321753"/>
                    <a:gd name="csY1" fmla="*/ 0 h 275685"/>
                    <a:gd name="csX2" fmla="*/ 321753 w 321753"/>
                    <a:gd name="csY2" fmla="*/ 126920 h 275685"/>
                    <a:gd name="csX3" fmla="*/ 293400 w 321753"/>
                    <a:gd name="csY3" fmla="*/ 271794 h 275685"/>
                    <a:gd name="csX4" fmla="*/ 0 w 321753"/>
                    <a:gd name="csY4" fmla="*/ 275685 h 275685"/>
                    <a:gd name="csX5" fmla="*/ 0 w 321753"/>
                    <a:gd name="csY5" fmla="*/ 0 h 275685"/>
                    <a:gd name="csX0" fmla="*/ 0 w 487953"/>
                    <a:gd name="csY0" fmla="*/ 0 h 275686"/>
                    <a:gd name="csX1" fmla="*/ 250598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  <a:gd name="csX0" fmla="*/ 0 w 487953"/>
                    <a:gd name="csY0" fmla="*/ 0 h 275686"/>
                    <a:gd name="csX1" fmla="*/ 293399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87953" h="275686">
                      <a:moveTo>
                        <a:pt x="0" y="0"/>
                      </a:moveTo>
                      <a:lnTo>
                        <a:pt x="293399" y="0"/>
                      </a:lnTo>
                      <a:lnTo>
                        <a:pt x="321753" y="126920"/>
                      </a:lnTo>
                      <a:lnTo>
                        <a:pt x="487953" y="275686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6">
                  <a:extLst>
                    <a:ext uri="{FF2B5EF4-FFF2-40B4-BE49-F238E27FC236}">
                      <a16:creationId xmlns:a16="http://schemas.microsoft.com/office/drawing/2014/main" id="{6127F0B2-F468-3225-5333-57FF6898EBBC}"/>
                    </a:ext>
                  </a:extLst>
                </p:cNvPr>
                <p:cNvSpPr/>
                <p:nvPr/>
              </p:nvSpPr>
              <p:spPr>
                <a:xfrm>
                  <a:off x="6279816" y="3500213"/>
                  <a:ext cx="491844" cy="548060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26848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0 w 293400"/>
                    <a:gd name="csY4" fmla="*/ 26848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116732 w 293400"/>
                    <a:gd name="csY4" fmla="*/ 1556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58726 w 293400"/>
                    <a:gd name="csY4" fmla="*/ 285793 h 544169"/>
                    <a:gd name="csX5" fmla="*/ 116732 w 293400"/>
                    <a:gd name="csY5" fmla="*/ 15564 h 544169"/>
                    <a:gd name="csX0" fmla="*/ 151391 w 328059"/>
                    <a:gd name="csY0" fmla="*/ 15564 h 544169"/>
                    <a:gd name="csX1" fmla="*/ 328059 w 328059"/>
                    <a:gd name="csY1" fmla="*/ 0 h 544169"/>
                    <a:gd name="csX2" fmla="*/ 328059 w 328059"/>
                    <a:gd name="csY2" fmla="*/ 540278 h 544169"/>
                    <a:gd name="csX3" fmla="*/ 34659 w 328059"/>
                    <a:gd name="csY3" fmla="*/ 544169 h 544169"/>
                    <a:gd name="csX4" fmla="*/ 0 w 328059"/>
                    <a:gd name="csY4" fmla="*/ 196299 h 544169"/>
                    <a:gd name="csX5" fmla="*/ 151391 w 328059"/>
                    <a:gd name="csY5" fmla="*/ 15564 h 544169"/>
                    <a:gd name="csX0" fmla="*/ 315176 w 491844"/>
                    <a:gd name="csY0" fmla="*/ 15564 h 548060"/>
                    <a:gd name="csX1" fmla="*/ 491844 w 491844"/>
                    <a:gd name="csY1" fmla="*/ 0 h 548060"/>
                    <a:gd name="csX2" fmla="*/ 491844 w 491844"/>
                    <a:gd name="csY2" fmla="*/ 540278 h 548060"/>
                    <a:gd name="csX3" fmla="*/ 0 w 491844"/>
                    <a:gd name="csY3" fmla="*/ 548060 h 548060"/>
                    <a:gd name="csX4" fmla="*/ 163785 w 491844"/>
                    <a:gd name="csY4" fmla="*/ 196299 h 548060"/>
                    <a:gd name="csX5" fmla="*/ 315176 w 491844"/>
                    <a:gd name="csY5" fmla="*/ 15564 h 548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91844" h="548060">
                      <a:moveTo>
                        <a:pt x="315176" y="15564"/>
                      </a:moveTo>
                      <a:lnTo>
                        <a:pt x="491844" y="0"/>
                      </a:lnTo>
                      <a:lnTo>
                        <a:pt x="491844" y="540278"/>
                      </a:lnTo>
                      <a:lnTo>
                        <a:pt x="0" y="548060"/>
                      </a:lnTo>
                      <a:lnTo>
                        <a:pt x="163785" y="196299"/>
                      </a:lnTo>
                      <a:lnTo>
                        <a:pt x="315176" y="15564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6">
                  <a:extLst>
                    <a:ext uri="{FF2B5EF4-FFF2-40B4-BE49-F238E27FC236}">
                      <a16:creationId xmlns:a16="http://schemas.microsoft.com/office/drawing/2014/main" id="{5DFE6706-2812-9B5D-4F2E-BECF532BACB8}"/>
                    </a:ext>
                  </a:extLst>
                </p:cNvPr>
                <p:cNvSpPr/>
                <p:nvPr/>
              </p:nvSpPr>
              <p:spPr>
                <a:xfrm>
                  <a:off x="6604132" y="3357072"/>
                  <a:ext cx="168886" cy="15895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89509 w 293400"/>
                    <a:gd name="csY1" fmla="*/ 124514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186771 w 293400"/>
                    <a:gd name="csY0" fmla="*/ 73930 h 151171"/>
                    <a:gd name="csX1" fmla="*/ 289509 w 293400"/>
                    <a:gd name="csY1" fmla="*/ 0 h 151171"/>
                    <a:gd name="csX2" fmla="*/ 293400 w 293400"/>
                    <a:gd name="csY2" fmla="*/ 147280 h 151171"/>
                    <a:gd name="csX3" fmla="*/ 0 w 293400"/>
                    <a:gd name="csY3" fmla="*/ 151171 h 151171"/>
                    <a:gd name="csX4" fmla="*/ 186771 w 293400"/>
                    <a:gd name="csY4" fmla="*/ 73930 h 151171"/>
                    <a:gd name="csX0" fmla="*/ 62257 w 168886"/>
                    <a:gd name="csY0" fmla="*/ 73930 h 158954"/>
                    <a:gd name="csX1" fmla="*/ 164995 w 168886"/>
                    <a:gd name="csY1" fmla="*/ 0 h 158954"/>
                    <a:gd name="csX2" fmla="*/ 168886 w 168886"/>
                    <a:gd name="csY2" fmla="*/ 147280 h 158954"/>
                    <a:gd name="csX3" fmla="*/ 0 w 168886"/>
                    <a:gd name="csY3" fmla="*/ 158954 h 158954"/>
                    <a:gd name="csX4" fmla="*/ 62257 w 168886"/>
                    <a:gd name="csY4" fmla="*/ 73930 h 1589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8886" h="158954">
                      <a:moveTo>
                        <a:pt x="62257" y="73930"/>
                      </a:moveTo>
                      <a:lnTo>
                        <a:pt x="164995" y="0"/>
                      </a:lnTo>
                      <a:lnTo>
                        <a:pt x="168886" y="147280"/>
                      </a:lnTo>
                      <a:lnTo>
                        <a:pt x="0" y="158954"/>
                      </a:lnTo>
                      <a:lnTo>
                        <a:pt x="62257" y="73930"/>
                      </a:lnTo>
                      <a:close/>
                    </a:path>
                  </a:pathLst>
                </a:custGeom>
                <a:solidFill>
                  <a:srgbClr val="941100"/>
                </a:solidFill>
                <a:ln w="6350">
                  <a:solidFill>
                    <a:srgbClr val="982F0B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58A834-C2F2-B190-E92D-E3C1CD8D19BA}"/>
                  </a:ext>
                </a:extLst>
              </p:cNvPr>
              <p:cNvGrpSpPr/>
              <p:nvPr/>
            </p:nvGrpSpPr>
            <p:grpSpPr>
              <a:xfrm>
                <a:off x="3113591" y="335665"/>
                <a:ext cx="3680748" cy="5578996"/>
                <a:chOff x="4473239" y="1507832"/>
                <a:chExt cx="995256" cy="1455827"/>
              </a:xfrm>
              <a:solidFill>
                <a:srgbClr val="00B0F0"/>
              </a:solidFill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8E534F7-8607-A16E-7D8D-E83C486083E5}"/>
                    </a:ext>
                  </a:extLst>
                </p:cNvPr>
                <p:cNvGrpSpPr/>
                <p:nvPr/>
              </p:nvGrpSpPr>
              <p:grpSpPr>
                <a:xfrm>
                  <a:off x="4478770" y="1507832"/>
                  <a:ext cx="986887" cy="1455827"/>
                  <a:chOff x="4478770" y="1507871"/>
                  <a:chExt cx="986887" cy="1455864"/>
                </a:xfrm>
                <a:grpFill/>
              </p:grpSpPr>
              <p:sp>
                <p:nvSpPr>
                  <p:cNvPr id="25" name="Freeform 24">
                    <a:extLst>
                      <a:ext uri="{FF2B5EF4-FFF2-40B4-BE49-F238E27FC236}">
                        <a16:creationId xmlns:a16="http://schemas.microsoft.com/office/drawing/2014/main" id="{CF590CCD-9639-3443-E375-48D4DE0B37C7}"/>
                      </a:ext>
                    </a:extLst>
                  </p:cNvPr>
                  <p:cNvSpPr/>
                  <p:nvPr/>
                </p:nvSpPr>
                <p:spPr>
                  <a:xfrm>
                    <a:off x="4479816" y="1646446"/>
                    <a:ext cx="985841" cy="951849"/>
                  </a:xfrm>
                  <a:custGeom>
                    <a:avLst/>
                    <a:gdLst>
                      <a:gd name="csX0" fmla="*/ 0 w 1212850"/>
                      <a:gd name="csY0" fmla="*/ 0 h 1320800"/>
                      <a:gd name="csX1" fmla="*/ 327025 w 1212850"/>
                      <a:gd name="csY1" fmla="*/ 1158875 h 1320800"/>
                      <a:gd name="csX2" fmla="*/ 431800 w 1212850"/>
                      <a:gd name="csY2" fmla="*/ 1260475 h 1320800"/>
                      <a:gd name="csX3" fmla="*/ 488950 w 1212850"/>
                      <a:gd name="csY3" fmla="*/ 1279525 h 1320800"/>
                      <a:gd name="csX4" fmla="*/ 546100 w 1212850"/>
                      <a:gd name="csY4" fmla="*/ 1257300 h 1320800"/>
                      <a:gd name="csX5" fmla="*/ 606425 w 1212850"/>
                      <a:gd name="csY5" fmla="*/ 1228725 h 1320800"/>
                      <a:gd name="csX6" fmla="*/ 679450 w 1212850"/>
                      <a:gd name="csY6" fmla="*/ 1212850 h 1320800"/>
                      <a:gd name="csX7" fmla="*/ 746125 w 1212850"/>
                      <a:gd name="csY7" fmla="*/ 1209675 h 1320800"/>
                      <a:gd name="csX8" fmla="*/ 822325 w 1212850"/>
                      <a:gd name="csY8" fmla="*/ 1222375 h 1320800"/>
                      <a:gd name="csX9" fmla="*/ 876300 w 1212850"/>
                      <a:gd name="csY9" fmla="*/ 1238250 h 1320800"/>
                      <a:gd name="csX10" fmla="*/ 914400 w 1212850"/>
                      <a:gd name="csY10" fmla="*/ 1276350 h 1320800"/>
                      <a:gd name="csX11" fmla="*/ 942975 w 1212850"/>
                      <a:gd name="csY11" fmla="*/ 1320800 h 1320800"/>
                      <a:gd name="csX12" fmla="*/ 965200 w 1212850"/>
                      <a:gd name="csY12" fmla="*/ 1301750 h 1320800"/>
                      <a:gd name="csX13" fmla="*/ 1006475 w 1212850"/>
                      <a:gd name="csY13" fmla="*/ 1311275 h 1320800"/>
                      <a:gd name="csX14" fmla="*/ 1006475 w 1212850"/>
                      <a:gd name="csY14" fmla="*/ 1311275 h 1320800"/>
                      <a:gd name="csX15" fmla="*/ 1089025 w 1212850"/>
                      <a:gd name="csY15" fmla="*/ 1190625 h 1320800"/>
                      <a:gd name="csX16" fmla="*/ 1127125 w 1212850"/>
                      <a:gd name="csY16" fmla="*/ 1108075 h 1320800"/>
                      <a:gd name="csX17" fmla="*/ 1187450 w 1212850"/>
                      <a:gd name="csY17" fmla="*/ 1038225 h 1320800"/>
                      <a:gd name="csX18" fmla="*/ 1212850 w 1212850"/>
                      <a:gd name="csY18" fmla="*/ 1003300 h 1320800"/>
                      <a:gd name="csX0" fmla="*/ 0 w 968375"/>
                      <a:gd name="csY0" fmla="*/ 0 h 692150"/>
                      <a:gd name="csX1" fmla="*/ 82550 w 968375"/>
                      <a:gd name="csY1" fmla="*/ 530225 h 692150"/>
                      <a:gd name="csX2" fmla="*/ 187325 w 968375"/>
                      <a:gd name="csY2" fmla="*/ 631825 h 692150"/>
                      <a:gd name="csX3" fmla="*/ 244475 w 968375"/>
                      <a:gd name="csY3" fmla="*/ 650875 h 692150"/>
                      <a:gd name="csX4" fmla="*/ 301625 w 968375"/>
                      <a:gd name="csY4" fmla="*/ 628650 h 692150"/>
                      <a:gd name="csX5" fmla="*/ 361950 w 968375"/>
                      <a:gd name="csY5" fmla="*/ 600075 h 692150"/>
                      <a:gd name="csX6" fmla="*/ 434975 w 968375"/>
                      <a:gd name="csY6" fmla="*/ 584200 h 692150"/>
                      <a:gd name="csX7" fmla="*/ 501650 w 968375"/>
                      <a:gd name="csY7" fmla="*/ 581025 h 692150"/>
                      <a:gd name="csX8" fmla="*/ 577850 w 968375"/>
                      <a:gd name="csY8" fmla="*/ 593725 h 692150"/>
                      <a:gd name="csX9" fmla="*/ 631825 w 968375"/>
                      <a:gd name="csY9" fmla="*/ 609600 h 692150"/>
                      <a:gd name="csX10" fmla="*/ 669925 w 968375"/>
                      <a:gd name="csY10" fmla="*/ 647700 h 692150"/>
                      <a:gd name="csX11" fmla="*/ 698500 w 968375"/>
                      <a:gd name="csY11" fmla="*/ 692150 h 692150"/>
                      <a:gd name="csX12" fmla="*/ 720725 w 968375"/>
                      <a:gd name="csY12" fmla="*/ 673100 h 692150"/>
                      <a:gd name="csX13" fmla="*/ 762000 w 968375"/>
                      <a:gd name="csY13" fmla="*/ 682625 h 692150"/>
                      <a:gd name="csX14" fmla="*/ 762000 w 968375"/>
                      <a:gd name="csY14" fmla="*/ 682625 h 692150"/>
                      <a:gd name="csX15" fmla="*/ 844550 w 968375"/>
                      <a:gd name="csY15" fmla="*/ 561975 h 692150"/>
                      <a:gd name="csX16" fmla="*/ 882650 w 968375"/>
                      <a:gd name="csY16" fmla="*/ 479425 h 692150"/>
                      <a:gd name="csX17" fmla="*/ 942975 w 968375"/>
                      <a:gd name="csY17" fmla="*/ 409575 h 692150"/>
                      <a:gd name="csX18" fmla="*/ 968375 w 968375"/>
                      <a:gd name="csY18" fmla="*/ 374650 h 692150"/>
                      <a:gd name="csX0" fmla="*/ 0 w 968375"/>
                      <a:gd name="csY0" fmla="*/ 0 h 692150"/>
                      <a:gd name="csX1" fmla="*/ 8827 w 968375"/>
                      <a:gd name="csY1" fmla="*/ 82970 h 692150"/>
                      <a:gd name="csX2" fmla="*/ 82550 w 968375"/>
                      <a:gd name="csY2" fmla="*/ 530225 h 692150"/>
                      <a:gd name="csX3" fmla="*/ 187325 w 968375"/>
                      <a:gd name="csY3" fmla="*/ 631825 h 692150"/>
                      <a:gd name="csX4" fmla="*/ 244475 w 968375"/>
                      <a:gd name="csY4" fmla="*/ 650875 h 692150"/>
                      <a:gd name="csX5" fmla="*/ 301625 w 968375"/>
                      <a:gd name="csY5" fmla="*/ 628650 h 692150"/>
                      <a:gd name="csX6" fmla="*/ 361950 w 968375"/>
                      <a:gd name="csY6" fmla="*/ 600075 h 692150"/>
                      <a:gd name="csX7" fmla="*/ 434975 w 968375"/>
                      <a:gd name="csY7" fmla="*/ 584200 h 692150"/>
                      <a:gd name="csX8" fmla="*/ 501650 w 968375"/>
                      <a:gd name="csY8" fmla="*/ 581025 h 692150"/>
                      <a:gd name="csX9" fmla="*/ 577850 w 968375"/>
                      <a:gd name="csY9" fmla="*/ 593725 h 692150"/>
                      <a:gd name="csX10" fmla="*/ 631825 w 968375"/>
                      <a:gd name="csY10" fmla="*/ 609600 h 692150"/>
                      <a:gd name="csX11" fmla="*/ 669925 w 968375"/>
                      <a:gd name="csY11" fmla="*/ 647700 h 692150"/>
                      <a:gd name="csX12" fmla="*/ 698500 w 968375"/>
                      <a:gd name="csY12" fmla="*/ 692150 h 692150"/>
                      <a:gd name="csX13" fmla="*/ 720725 w 968375"/>
                      <a:gd name="csY13" fmla="*/ 673100 h 692150"/>
                      <a:gd name="csX14" fmla="*/ 762000 w 968375"/>
                      <a:gd name="csY14" fmla="*/ 682625 h 692150"/>
                      <a:gd name="csX15" fmla="*/ 762000 w 968375"/>
                      <a:gd name="csY15" fmla="*/ 682625 h 692150"/>
                      <a:gd name="csX16" fmla="*/ 844550 w 968375"/>
                      <a:gd name="csY16" fmla="*/ 561975 h 692150"/>
                      <a:gd name="csX17" fmla="*/ 882650 w 968375"/>
                      <a:gd name="csY17" fmla="*/ 479425 h 692150"/>
                      <a:gd name="csX18" fmla="*/ 942975 w 968375"/>
                      <a:gd name="csY18" fmla="*/ 409575 h 692150"/>
                      <a:gd name="csX19" fmla="*/ 968375 w 968375"/>
                      <a:gd name="csY19" fmla="*/ 374650 h 692150"/>
                      <a:gd name="csX0" fmla="*/ 0 w 974634"/>
                      <a:gd name="csY0" fmla="*/ 0 h 942849"/>
                      <a:gd name="csX1" fmla="*/ 15086 w 974634"/>
                      <a:gd name="csY1" fmla="*/ 333669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74634"/>
                      <a:gd name="csY0" fmla="*/ 0 h 942849"/>
                      <a:gd name="csX1" fmla="*/ 5697 w 974634"/>
                      <a:gd name="csY1" fmla="*/ 297423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21428 w 949234"/>
                      <a:gd name="csY19" fmla="*/ 546817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38358 w 949234"/>
                      <a:gd name="csY19" fmla="*/ 608532 h 942849"/>
                      <a:gd name="csX20" fmla="*/ 921428 w 949234"/>
                      <a:gd name="csY20" fmla="*/ 546817 h 942849"/>
                      <a:gd name="csX0" fmla="*/ 0 w 985304"/>
                      <a:gd name="csY0" fmla="*/ 0 h 942849"/>
                      <a:gd name="csX1" fmla="*/ 5697 w 985304"/>
                      <a:gd name="csY1" fmla="*/ 297423 h 942849"/>
                      <a:gd name="csX2" fmla="*/ 88809 w 985304"/>
                      <a:gd name="csY2" fmla="*/ 780924 h 942849"/>
                      <a:gd name="csX3" fmla="*/ 193584 w 985304"/>
                      <a:gd name="csY3" fmla="*/ 882524 h 942849"/>
                      <a:gd name="csX4" fmla="*/ 250734 w 985304"/>
                      <a:gd name="csY4" fmla="*/ 901574 h 942849"/>
                      <a:gd name="csX5" fmla="*/ 307884 w 985304"/>
                      <a:gd name="csY5" fmla="*/ 879349 h 942849"/>
                      <a:gd name="csX6" fmla="*/ 368209 w 985304"/>
                      <a:gd name="csY6" fmla="*/ 850774 h 942849"/>
                      <a:gd name="csX7" fmla="*/ 441234 w 985304"/>
                      <a:gd name="csY7" fmla="*/ 834899 h 942849"/>
                      <a:gd name="csX8" fmla="*/ 507909 w 985304"/>
                      <a:gd name="csY8" fmla="*/ 831724 h 942849"/>
                      <a:gd name="csX9" fmla="*/ 584109 w 985304"/>
                      <a:gd name="csY9" fmla="*/ 844424 h 942849"/>
                      <a:gd name="csX10" fmla="*/ 638084 w 985304"/>
                      <a:gd name="csY10" fmla="*/ 860299 h 942849"/>
                      <a:gd name="csX11" fmla="*/ 676184 w 985304"/>
                      <a:gd name="csY11" fmla="*/ 898399 h 942849"/>
                      <a:gd name="csX12" fmla="*/ 704759 w 985304"/>
                      <a:gd name="csY12" fmla="*/ 942849 h 942849"/>
                      <a:gd name="csX13" fmla="*/ 726984 w 985304"/>
                      <a:gd name="csY13" fmla="*/ 923799 h 942849"/>
                      <a:gd name="csX14" fmla="*/ 768259 w 985304"/>
                      <a:gd name="csY14" fmla="*/ 933324 h 942849"/>
                      <a:gd name="csX15" fmla="*/ 768259 w 985304"/>
                      <a:gd name="csY15" fmla="*/ 933324 h 942849"/>
                      <a:gd name="csX16" fmla="*/ 850809 w 985304"/>
                      <a:gd name="csY16" fmla="*/ 812674 h 942849"/>
                      <a:gd name="csX17" fmla="*/ 888909 w 985304"/>
                      <a:gd name="csY17" fmla="*/ 730124 h 942849"/>
                      <a:gd name="csX18" fmla="*/ 949234 w 985304"/>
                      <a:gd name="csY18" fmla="*/ 660274 h 942849"/>
                      <a:gd name="csX19" fmla="*/ 985304 w 985304"/>
                      <a:gd name="csY19" fmla="*/ 635716 h 942849"/>
                      <a:gd name="csX20" fmla="*/ 921428 w 985304"/>
                      <a:gd name="csY20" fmla="*/ 546817 h 942849"/>
                      <a:gd name="csX0" fmla="*/ 0 w 985304"/>
                      <a:gd name="csY0" fmla="*/ 2908 h 945757"/>
                      <a:gd name="csX1" fmla="*/ 5697 w 985304"/>
                      <a:gd name="csY1" fmla="*/ 300331 h 945757"/>
                      <a:gd name="csX2" fmla="*/ 88809 w 985304"/>
                      <a:gd name="csY2" fmla="*/ 783832 h 945757"/>
                      <a:gd name="csX3" fmla="*/ 193584 w 985304"/>
                      <a:gd name="csY3" fmla="*/ 885432 h 945757"/>
                      <a:gd name="csX4" fmla="*/ 250734 w 985304"/>
                      <a:gd name="csY4" fmla="*/ 904482 h 945757"/>
                      <a:gd name="csX5" fmla="*/ 307884 w 985304"/>
                      <a:gd name="csY5" fmla="*/ 882257 h 945757"/>
                      <a:gd name="csX6" fmla="*/ 368209 w 985304"/>
                      <a:gd name="csY6" fmla="*/ 853682 h 945757"/>
                      <a:gd name="csX7" fmla="*/ 441234 w 985304"/>
                      <a:gd name="csY7" fmla="*/ 837807 h 945757"/>
                      <a:gd name="csX8" fmla="*/ 507909 w 985304"/>
                      <a:gd name="csY8" fmla="*/ 834632 h 945757"/>
                      <a:gd name="csX9" fmla="*/ 584109 w 985304"/>
                      <a:gd name="csY9" fmla="*/ 847332 h 945757"/>
                      <a:gd name="csX10" fmla="*/ 638084 w 985304"/>
                      <a:gd name="csY10" fmla="*/ 863207 h 945757"/>
                      <a:gd name="csX11" fmla="*/ 676184 w 985304"/>
                      <a:gd name="csY11" fmla="*/ 901307 h 945757"/>
                      <a:gd name="csX12" fmla="*/ 704759 w 985304"/>
                      <a:gd name="csY12" fmla="*/ 945757 h 945757"/>
                      <a:gd name="csX13" fmla="*/ 726984 w 985304"/>
                      <a:gd name="csY13" fmla="*/ 926707 h 945757"/>
                      <a:gd name="csX14" fmla="*/ 768259 w 985304"/>
                      <a:gd name="csY14" fmla="*/ 936232 h 945757"/>
                      <a:gd name="csX15" fmla="*/ 768259 w 985304"/>
                      <a:gd name="csY15" fmla="*/ 936232 h 945757"/>
                      <a:gd name="csX16" fmla="*/ 850809 w 985304"/>
                      <a:gd name="csY16" fmla="*/ 815582 h 945757"/>
                      <a:gd name="csX17" fmla="*/ 888909 w 985304"/>
                      <a:gd name="csY17" fmla="*/ 733032 h 945757"/>
                      <a:gd name="csX18" fmla="*/ 949234 w 985304"/>
                      <a:gd name="csY18" fmla="*/ 663182 h 945757"/>
                      <a:gd name="csX19" fmla="*/ 985304 w 985304"/>
                      <a:gd name="csY19" fmla="*/ 638624 h 945757"/>
                      <a:gd name="csX20" fmla="*/ 977763 w 985304"/>
                      <a:gd name="csY20" fmla="*/ 0 h 945757"/>
                      <a:gd name="csX0" fmla="*/ 0 w 978991"/>
                      <a:gd name="csY0" fmla="*/ 2908 h 945757"/>
                      <a:gd name="csX1" fmla="*/ 5697 w 978991"/>
                      <a:gd name="csY1" fmla="*/ 300331 h 945757"/>
                      <a:gd name="csX2" fmla="*/ 88809 w 978991"/>
                      <a:gd name="csY2" fmla="*/ 783832 h 945757"/>
                      <a:gd name="csX3" fmla="*/ 193584 w 978991"/>
                      <a:gd name="csY3" fmla="*/ 885432 h 945757"/>
                      <a:gd name="csX4" fmla="*/ 250734 w 978991"/>
                      <a:gd name="csY4" fmla="*/ 904482 h 945757"/>
                      <a:gd name="csX5" fmla="*/ 307884 w 978991"/>
                      <a:gd name="csY5" fmla="*/ 882257 h 945757"/>
                      <a:gd name="csX6" fmla="*/ 368209 w 978991"/>
                      <a:gd name="csY6" fmla="*/ 853682 h 945757"/>
                      <a:gd name="csX7" fmla="*/ 441234 w 978991"/>
                      <a:gd name="csY7" fmla="*/ 837807 h 945757"/>
                      <a:gd name="csX8" fmla="*/ 507909 w 978991"/>
                      <a:gd name="csY8" fmla="*/ 834632 h 945757"/>
                      <a:gd name="csX9" fmla="*/ 584109 w 978991"/>
                      <a:gd name="csY9" fmla="*/ 847332 h 945757"/>
                      <a:gd name="csX10" fmla="*/ 638084 w 978991"/>
                      <a:gd name="csY10" fmla="*/ 863207 h 945757"/>
                      <a:gd name="csX11" fmla="*/ 676184 w 978991"/>
                      <a:gd name="csY11" fmla="*/ 901307 h 945757"/>
                      <a:gd name="csX12" fmla="*/ 704759 w 978991"/>
                      <a:gd name="csY12" fmla="*/ 945757 h 945757"/>
                      <a:gd name="csX13" fmla="*/ 726984 w 978991"/>
                      <a:gd name="csY13" fmla="*/ 926707 h 945757"/>
                      <a:gd name="csX14" fmla="*/ 768259 w 978991"/>
                      <a:gd name="csY14" fmla="*/ 936232 h 945757"/>
                      <a:gd name="csX15" fmla="*/ 768259 w 978991"/>
                      <a:gd name="csY15" fmla="*/ 936232 h 945757"/>
                      <a:gd name="csX16" fmla="*/ 850809 w 978991"/>
                      <a:gd name="csY16" fmla="*/ 815582 h 945757"/>
                      <a:gd name="csX17" fmla="*/ 888909 w 978991"/>
                      <a:gd name="csY17" fmla="*/ 733032 h 945757"/>
                      <a:gd name="csX18" fmla="*/ 949234 w 978991"/>
                      <a:gd name="csY18" fmla="*/ 663182 h 945757"/>
                      <a:gd name="csX19" fmla="*/ 978991 w 978991"/>
                      <a:gd name="csY19" fmla="*/ 641670 h 945757"/>
                      <a:gd name="csX20" fmla="*/ 977763 w 978991"/>
                      <a:gd name="csY20" fmla="*/ 0 h 945757"/>
                      <a:gd name="csX0" fmla="*/ 2720 w 981711"/>
                      <a:gd name="csY0" fmla="*/ 2908 h 945757"/>
                      <a:gd name="csX1" fmla="*/ 0 w 981711"/>
                      <a:gd name="csY1" fmla="*/ 290177 h 945757"/>
                      <a:gd name="csX2" fmla="*/ 91529 w 981711"/>
                      <a:gd name="csY2" fmla="*/ 783832 h 945757"/>
                      <a:gd name="csX3" fmla="*/ 196304 w 981711"/>
                      <a:gd name="csY3" fmla="*/ 885432 h 945757"/>
                      <a:gd name="csX4" fmla="*/ 253454 w 981711"/>
                      <a:gd name="csY4" fmla="*/ 904482 h 945757"/>
                      <a:gd name="csX5" fmla="*/ 310604 w 981711"/>
                      <a:gd name="csY5" fmla="*/ 882257 h 945757"/>
                      <a:gd name="csX6" fmla="*/ 370929 w 981711"/>
                      <a:gd name="csY6" fmla="*/ 853682 h 945757"/>
                      <a:gd name="csX7" fmla="*/ 443954 w 981711"/>
                      <a:gd name="csY7" fmla="*/ 837807 h 945757"/>
                      <a:gd name="csX8" fmla="*/ 510629 w 981711"/>
                      <a:gd name="csY8" fmla="*/ 834632 h 945757"/>
                      <a:gd name="csX9" fmla="*/ 586829 w 981711"/>
                      <a:gd name="csY9" fmla="*/ 847332 h 945757"/>
                      <a:gd name="csX10" fmla="*/ 640804 w 981711"/>
                      <a:gd name="csY10" fmla="*/ 863207 h 945757"/>
                      <a:gd name="csX11" fmla="*/ 678904 w 981711"/>
                      <a:gd name="csY11" fmla="*/ 901307 h 945757"/>
                      <a:gd name="csX12" fmla="*/ 707479 w 981711"/>
                      <a:gd name="csY12" fmla="*/ 945757 h 945757"/>
                      <a:gd name="csX13" fmla="*/ 729704 w 981711"/>
                      <a:gd name="csY13" fmla="*/ 926707 h 945757"/>
                      <a:gd name="csX14" fmla="*/ 770979 w 981711"/>
                      <a:gd name="csY14" fmla="*/ 936232 h 945757"/>
                      <a:gd name="csX15" fmla="*/ 770979 w 981711"/>
                      <a:gd name="csY15" fmla="*/ 936232 h 945757"/>
                      <a:gd name="csX16" fmla="*/ 853529 w 981711"/>
                      <a:gd name="csY16" fmla="*/ 815582 h 945757"/>
                      <a:gd name="csX17" fmla="*/ 891629 w 981711"/>
                      <a:gd name="csY17" fmla="*/ 733032 h 945757"/>
                      <a:gd name="csX18" fmla="*/ 951954 w 981711"/>
                      <a:gd name="csY18" fmla="*/ 663182 h 945757"/>
                      <a:gd name="csX19" fmla="*/ 981711 w 981711"/>
                      <a:gd name="csY19" fmla="*/ 641670 h 945757"/>
                      <a:gd name="csX20" fmla="*/ 980483 w 981711"/>
                      <a:gd name="csY20" fmla="*/ 0 h 945757"/>
                      <a:gd name="csX0" fmla="*/ 219 w 982366"/>
                      <a:gd name="csY0" fmla="*/ 0 h 948941"/>
                      <a:gd name="csX1" fmla="*/ 655 w 982366"/>
                      <a:gd name="csY1" fmla="*/ 293361 h 948941"/>
                      <a:gd name="csX2" fmla="*/ 92184 w 982366"/>
                      <a:gd name="csY2" fmla="*/ 787016 h 948941"/>
                      <a:gd name="csX3" fmla="*/ 196959 w 982366"/>
                      <a:gd name="csY3" fmla="*/ 888616 h 948941"/>
                      <a:gd name="csX4" fmla="*/ 254109 w 982366"/>
                      <a:gd name="csY4" fmla="*/ 907666 h 948941"/>
                      <a:gd name="csX5" fmla="*/ 311259 w 982366"/>
                      <a:gd name="csY5" fmla="*/ 885441 h 948941"/>
                      <a:gd name="csX6" fmla="*/ 371584 w 982366"/>
                      <a:gd name="csY6" fmla="*/ 856866 h 948941"/>
                      <a:gd name="csX7" fmla="*/ 444609 w 982366"/>
                      <a:gd name="csY7" fmla="*/ 840991 h 948941"/>
                      <a:gd name="csX8" fmla="*/ 511284 w 982366"/>
                      <a:gd name="csY8" fmla="*/ 837816 h 948941"/>
                      <a:gd name="csX9" fmla="*/ 587484 w 982366"/>
                      <a:gd name="csY9" fmla="*/ 850516 h 948941"/>
                      <a:gd name="csX10" fmla="*/ 641459 w 982366"/>
                      <a:gd name="csY10" fmla="*/ 866391 h 948941"/>
                      <a:gd name="csX11" fmla="*/ 679559 w 982366"/>
                      <a:gd name="csY11" fmla="*/ 904491 h 948941"/>
                      <a:gd name="csX12" fmla="*/ 708134 w 982366"/>
                      <a:gd name="csY12" fmla="*/ 948941 h 948941"/>
                      <a:gd name="csX13" fmla="*/ 730359 w 982366"/>
                      <a:gd name="csY13" fmla="*/ 929891 h 948941"/>
                      <a:gd name="csX14" fmla="*/ 771634 w 982366"/>
                      <a:gd name="csY14" fmla="*/ 939416 h 948941"/>
                      <a:gd name="csX15" fmla="*/ 771634 w 982366"/>
                      <a:gd name="csY15" fmla="*/ 939416 h 948941"/>
                      <a:gd name="csX16" fmla="*/ 854184 w 982366"/>
                      <a:gd name="csY16" fmla="*/ 818766 h 948941"/>
                      <a:gd name="csX17" fmla="*/ 892284 w 982366"/>
                      <a:gd name="csY17" fmla="*/ 736216 h 948941"/>
                      <a:gd name="csX18" fmla="*/ 952609 w 982366"/>
                      <a:gd name="csY18" fmla="*/ 666366 h 948941"/>
                      <a:gd name="csX19" fmla="*/ 982366 w 982366"/>
                      <a:gd name="csY19" fmla="*/ 644854 h 948941"/>
                      <a:gd name="csX20" fmla="*/ 981138 w 982366"/>
                      <a:gd name="csY20" fmla="*/ 3184 h 948941"/>
                      <a:gd name="csX0" fmla="*/ 219 w 985841"/>
                      <a:gd name="csY0" fmla="*/ 2908 h 951849"/>
                      <a:gd name="csX1" fmla="*/ 655 w 985841"/>
                      <a:gd name="csY1" fmla="*/ 296269 h 951849"/>
                      <a:gd name="csX2" fmla="*/ 92184 w 985841"/>
                      <a:gd name="csY2" fmla="*/ 789924 h 951849"/>
                      <a:gd name="csX3" fmla="*/ 196959 w 985841"/>
                      <a:gd name="csY3" fmla="*/ 891524 h 951849"/>
                      <a:gd name="csX4" fmla="*/ 254109 w 985841"/>
                      <a:gd name="csY4" fmla="*/ 910574 h 951849"/>
                      <a:gd name="csX5" fmla="*/ 311259 w 985841"/>
                      <a:gd name="csY5" fmla="*/ 888349 h 951849"/>
                      <a:gd name="csX6" fmla="*/ 371584 w 985841"/>
                      <a:gd name="csY6" fmla="*/ 859774 h 951849"/>
                      <a:gd name="csX7" fmla="*/ 444609 w 985841"/>
                      <a:gd name="csY7" fmla="*/ 843899 h 951849"/>
                      <a:gd name="csX8" fmla="*/ 511284 w 985841"/>
                      <a:gd name="csY8" fmla="*/ 840724 h 951849"/>
                      <a:gd name="csX9" fmla="*/ 587484 w 985841"/>
                      <a:gd name="csY9" fmla="*/ 853424 h 951849"/>
                      <a:gd name="csX10" fmla="*/ 641459 w 985841"/>
                      <a:gd name="csY10" fmla="*/ 869299 h 951849"/>
                      <a:gd name="csX11" fmla="*/ 679559 w 985841"/>
                      <a:gd name="csY11" fmla="*/ 907399 h 951849"/>
                      <a:gd name="csX12" fmla="*/ 708134 w 985841"/>
                      <a:gd name="csY12" fmla="*/ 951849 h 951849"/>
                      <a:gd name="csX13" fmla="*/ 730359 w 985841"/>
                      <a:gd name="csY13" fmla="*/ 932799 h 951849"/>
                      <a:gd name="csX14" fmla="*/ 771634 w 985841"/>
                      <a:gd name="csY14" fmla="*/ 942324 h 951849"/>
                      <a:gd name="csX15" fmla="*/ 771634 w 985841"/>
                      <a:gd name="csY15" fmla="*/ 942324 h 951849"/>
                      <a:gd name="csX16" fmla="*/ 854184 w 985841"/>
                      <a:gd name="csY16" fmla="*/ 821674 h 951849"/>
                      <a:gd name="csX17" fmla="*/ 892284 w 985841"/>
                      <a:gd name="csY17" fmla="*/ 739124 h 951849"/>
                      <a:gd name="csX18" fmla="*/ 952609 w 985841"/>
                      <a:gd name="csY18" fmla="*/ 669274 h 951849"/>
                      <a:gd name="csX19" fmla="*/ 982366 w 985841"/>
                      <a:gd name="csY19" fmla="*/ 647762 h 951849"/>
                      <a:gd name="csX20" fmla="*/ 985347 w 985841"/>
                      <a:gd name="csY20" fmla="*/ 0 h 9518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</a:cxnLst>
                    <a:rect l="l" t="t" r="r" b="b"/>
                    <a:pathLst>
                      <a:path w="985841" h="951849">
                        <a:moveTo>
                          <a:pt x="219" y="2908"/>
                        </a:moveTo>
                        <a:cubicBezTo>
                          <a:pt x="-688" y="98664"/>
                          <a:pt x="1562" y="200513"/>
                          <a:pt x="655" y="296269"/>
                        </a:cubicBezTo>
                        <a:lnTo>
                          <a:pt x="92184" y="789924"/>
                        </a:lnTo>
                        <a:lnTo>
                          <a:pt x="196959" y="891524"/>
                        </a:lnTo>
                        <a:lnTo>
                          <a:pt x="254109" y="910574"/>
                        </a:lnTo>
                        <a:lnTo>
                          <a:pt x="311259" y="888349"/>
                        </a:lnTo>
                        <a:lnTo>
                          <a:pt x="371584" y="859774"/>
                        </a:lnTo>
                        <a:lnTo>
                          <a:pt x="444609" y="843899"/>
                        </a:lnTo>
                        <a:lnTo>
                          <a:pt x="511284" y="840724"/>
                        </a:lnTo>
                        <a:lnTo>
                          <a:pt x="587484" y="853424"/>
                        </a:lnTo>
                        <a:lnTo>
                          <a:pt x="641459" y="869299"/>
                        </a:lnTo>
                        <a:lnTo>
                          <a:pt x="679559" y="907399"/>
                        </a:lnTo>
                        <a:lnTo>
                          <a:pt x="708134" y="951849"/>
                        </a:lnTo>
                        <a:lnTo>
                          <a:pt x="730359" y="932799"/>
                        </a:lnTo>
                        <a:lnTo>
                          <a:pt x="771634" y="942324"/>
                        </a:lnTo>
                        <a:lnTo>
                          <a:pt x="771634" y="942324"/>
                        </a:lnTo>
                        <a:lnTo>
                          <a:pt x="854184" y="821674"/>
                        </a:lnTo>
                        <a:lnTo>
                          <a:pt x="892284" y="739124"/>
                        </a:lnTo>
                        <a:lnTo>
                          <a:pt x="952609" y="669274"/>
                        </a:lnTo>
                        <a:lnTo>
                          <a:pt x="982366" y="647762"/>
                        </a:lnTo>
                        <a:cubicBezTo>
                          <a:pt x="979852" y="434887"/>
                          <a:pt x="987861" y="212875"/>
                          <a:pt x="985347" y="0"/>
                        </a:cubicBezTo>
                      </a:path>
                    </a:pathLst>
                  </a:custGeom>
                  <a:solidFill>
                    <a:srgbClr val="00B0F0">
                      <a:alpha val="78000"/>
                    </a:srgbClr>
                  </a:solidFill>
                  <a:ln w="6350"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4C13667-D87E-BEA7-BE3C-57FBDF098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8770" y="1507871"/>
                    <a:ext cx="0" cy="1455864"/>
                  </a:xfrm>
                  <a:prstGeom prst="line">
                    <a:avLst/>
                  </a:prstGeom>
                  <a:grpFill/>
                  <a:ln w="508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AD3E62A7-B76A-6F89-F8CC-A6A5DCF905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63097" y="1507871"/>
                    <a:ext cx="0" cy="1455864"/>
                  </a:xfrm>
                  <a:prstGeom prst="line">
                    <a:avLst/>
                  </a:prstGeom>
                  <a:grpFill/>
                  <a:ln w="571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458326AB-694F-CE1D-8DCD-84BF81CC13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5939" y="1587459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2EC553D-7831-B2A7-F0CF-3C193B430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9589" y="164460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3EA2AB5-B3FD-598A-46E7-F43BA1A6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6414" y="201289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D70234-62A7-37AB-543F-D466D0D56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9589" y="2439646"/>
                  <a:ext cx="988906" cy="0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392319-DB93-E683-09F3-67ED0C2AF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3239" y="2505075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9286EB-845F-873D-23A6-12D87635DFFC}"/>
                  </a:ext>
                </a:extLst>
              </p:cNvPr>
              <p:cNvSpPr txBox="1"/>
              <p:nvPr/>
            </p:nvSpPr>
            <p:spPr>
              <a:xfrm>
                <a:off x="4680857" y="335665"/>
                <a:ext cx="617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NAP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1FA4FD9-2F57-146B-3414-AAF9B456CEA4}"/>
                  </a:ext>
                </a:extLst>
              </p:cNvPr>
              <p:cNvSpPr txBox="1"/>
              <p:nvPr/>
            </p:nvSpPr>
            <p:spPr>
              <a:xfrm>
                <a:off x="5545266" y="599461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-0.4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F8C7D1-716B-2E12-BFF7-912E083E7CED}"/>
                  </a:ext>
                </a:extLst>
              </p:cNvPr>
              <p:cNvSpPr txBox="1"/>
              <p:nvPr/>
            </p:nvSpPr>
            <p:spPr>
              <a:xfrm>
                <a:off x="5545265" y="1995149"/>
                <a:ext cx="575799" cy="369332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-3.0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0A56DA6-381F-BF10-96FC-63895930E642}"/>
                  </a:ext>
                </a:extLst>
              </p:cNvPr>
              <p:cNvSpPr txBox="1"/>
              <p:nvPr/>
            </p:nvSpPr>
            <p:spPr>
              <a:xfrm>
                <a:off x="5513925" y="3639475"/>
                <a:ext cx="575799" cy="369332"/>
              </a:xfrm>
              <a:prstGeom prst="rect">
                <a:avLst/>
              </a:prstGeom>
              <a:solidFill>
                <a:schemeClr val="bg1">
                  <a:alpha val="62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-6.0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77BF8E86-C4A6-78BB-AC97-116B8F58C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417" y="4439947"/>
                <a:ext cx="3657264" cy="0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C586847-9ADF-E699-3E73-7D9ECFBD52B1}"/>
                  </a:ext>
                </a:extLst>
              </p:cNvPr>
              <p:cNvSpPr txBox="1"/>
              <p:nvPr/>
            </p:nvSpPr>
            <p:spPr>
              <a:xfrm>
                <a:off x="4614015" y="4192091"/>
                <a:ext cx="575799" cy="369332"/>
              </a:xfrm>
              <a:prstGeom prst="rect">
                <a:avLst/>
              </a:prstGeom>
              <a:solidFill>
                <a:schemeClr val="bg1">
                  <a:alpha val="64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-7.0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0116466-CADB-000D-38E5-8889DAD25081}"/>
                  </a:ext>
                </a:extLst>
              </p:cNvPr>
              <p:cNvSpPr txBox="1"/>
              <p:nvPr/>
            </p:nvSpPr>
            <p:spPr>
              <a:xfrm>
                <a:off x="2475206" y="5630668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-9.4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C4A7893-60B4-DB18-9D0B-E7735E3B614D}"/>
                  </a:ext>
                </a:extLst>
              </p:cNvPr>
              <p:cNvSpPr txBox="1"/>
              <p:nvPr/>
            </p:nvSpPr>
            <p:spPr>
              <a:xfrm>
                <a:off x="5522822" y="104717"/>
                <a:ext cx="620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+0.6</a:t>
                </a: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1EADB9F-6D19-5734-E2D4-70FDD4F1A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9816" y="357781"/>
                <a:ext cx="496832" cy="2374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3ECB5A-33B2-9486-08D8-5FB6D8EF31AE}"/>
                </a:ext>
              </a:extLst>
            </p:cNvPr>
            <p:cNvGrpSpPr/>
            <p:nvPr/>
          </p:nvGrpSpPr>
          <p:grpSpPr>
            <a:xfrm>
              <a:off x="896472" y="1344704"/>
              <a:ext cx="80682" cy="3189402"/>
              <a:chOff x="1102660" y="1371599"/>
              <a:chExt cx="80682" cy="3189402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80D6920F-9D30-0821-E7B5-3CB68C2D388D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888E9BE-468C-FF3A-1A28-EFB52BE4A140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481A49-2128-8745-FA5E-DB8EEC24C013}"/>
                </a:ext>
              </a:extLst>
            </p:cNvPr>
            <p:cNvGrpSpPr/>
            <p:nvPr/>
          </p:nvGrpSpPr>
          <p:grpSpPr>
            <a:xfrm>
              <a:off x="251012" y="206188"/>
              <a:ext cx="2868705" cy="1425388"/>
              <a:chOff x="251012" y="206188"/>
              <a:chExt cx="2868705" cy="1425388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43338E4-23F7-B4CF-621F-BB75BC0FC47D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0CCD5D-3692-BEE1-C03B-99E5DAAFEBE1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7AACCB8-8AD4-D613-70BC-5689C67B684B}"/>
                </a:ext>
              </a:extLst>
            </p:cNvPr>
            <p:cNvGrpSpPr/>
            <p:nvPr/>
          </p:nvGrpSpPr>
          <p:grpSpPr>
            <a:xfrm flipH="1">
              <a:off x="6795239" y="224117"/>
              <a:ext cx="2868705" cy="1142735"/>
              <a:chOff x="251012" y="206188"/>
              <a:chExt cx="2868705" cy="1425388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BE4288C-53B7-FA65-965D-3586E51E5701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7CFF11-E470-F9BC-048A-CDB23B074439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BA1F93E1-C7AA-928E-E85A-2F941BCF1BB0}"/>
                </a:ext>
              </a:extLst>
            </p:cNvPr>
            <p:cNvGrpSpPr/>
            <p:nvPr/>
          </p:nvGrpSpPr>
          <p:grpSpPr>
            <a:xfrm>
              <a:off x="2985244" y="217715"/>
              <a:ext cx="80682" cy="4110202"/>
              <a:chOff x="2985244" y="217715"/>
              <a:chExt cx="80682" cy="4110202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52F9BFC-5007-22CA-35EC-FF868F24ADA7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7BEAC30-D14B-6E19-0A5C-0A6BFDEDDF85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6C74626-56C7-E5FA-6CFE-448B0DEE9692}"/>
                </a:ext>
              </a:extLst>
            </p:cNvPr>
            <p:cNvGrpSpPr/>
            <p:nvPr/>
          </p:nvGrpSpPr>
          <p:grpSpPr>
            <a:xfrm>
              <a:off x="3218327" y="226679"/>
              <a:ext cx="80682" cy="4110202"/>
              <a:chOff x="2985244" y="217715"/>
              <a:chExt cx="80682" cy="4110202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EB04A56C-A080-005B-657C-5479FA22ABDB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D047A71-8B62-7A77-AB95-C016B5DB246F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921D8CEA-814A-916F-CBA7-9F264D98166E}"/>
                </a:ext>
              </a:extLst>
            </p:cNvPr>
            <p:cNvGrpSpPr/>
            <p:nvPr/>
          </p:nvGrpSpPr>
          <p:grpSpPr>
            <a:xfrm>
              <a:off x="6615952" y="-69159"/>
              <a:ext cx="80682" cy="4110202"/>
              <a:chOff x="2985244" y="217715"/>
              <a:chExt cx="80682" cy="4110202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8DA5BD8-9B22-6BD2-6096-436B0732A19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E8BA8FC-A19B-EA05-EAB6-5519E132DE7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4BCF26-F070-C251-6209-404917ECC514}"/>
                </a:ext>
              </a:extLst>
            </p:cNvPr>
            <p:cNvGrpSpPr/>
            <p:nvPr/>
          </p:nvGrpSpPr>
          <p:grpSpPr>
            <a:xfrm>
              <a:off x="6866965" y="-42267"/>
              <a:ext cx="80682" cy="4110202"/>
              <a:chOff x="2985244" y="217715"/>
              <a:chExt cx="80682" cy="4110202"/>
            </a:xfrm>
          </p:grpSpPr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DD29A74B-70B4-8488-BB87-706D0F68864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F0B0758-09AD-28A5-44EA-F1A2F028E8B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1D981E9-523C-ADDC-C8EA-576E759304FD}"/>
                </a:ext>
              </a:extLst>
            </p:cNvPr>
            <p:cNvSpPr/>
            <p:nvPr/>
          </p:nvSpPr>
          <p:spPr>
            <a:xfrm>
              <a:off x="3379694" y="3227294"/>
              <a:ext cx="3218330" cy="1281953"/>
            </a:xfrm>
            <a:custGeom>
              <a:avLst/>
              <a:gdLst>
                <a:gd name="csX0" fmla="*/ 0 w 3218330"/>
                <a:gd name="csY0" fmla="*/ 0 h 1281953"/>
                <a:gd name="csX1" fmla="*/ 134471 w 3218330"/>
                <a:gd name="csY1" fmla="*/ 618565 h 1281953"/>
                <a:gd name="csX2" fmla="*/ 394447 w 3218330"/>
                <a:gd name="csY2" fmla="*/ 896471 h 1281953"/>
                <a:gd name="csX3" fmla="*/ 636494 w 3218330"/>
                <a:gd name="csY3" fmla="*/ 1039906 h 1281953"/>
                <a:gd name="csX4" fmla="*/ 860612 w 3218330"/>
                <a:gd name="csY4" fmla="*/ 995082 h 1281953"/>
                <a:gd name="csX5" fmla="*/ 1290918 w 3218330"/>
                <a:gd name="csY5" fmla="*/ 815788 h 1281953"/>
                <a:gd name="csX6" fmla="*/ 1550894 w 3218330"/>
                <a:gd name="csY6" fmla="*/ 824753 h 1281953"/>
                <a:gd name="csX7" fmla="*/ 1972235 w 3218330"/>
                <a:gd name="csY7" fmla="*/ 869577 h 1281953"/>
                <a:gd name="csX8" fmla="*/ 2196353 w 3218330"/>
                <a:gd name="csY8" fmla="*/ 968188 h 1281953"/>
                <a:gd name="csX9" fmla="*/ 2384612 w 3218330"/>
                <a:gd name="csY9" fmla="*/ 1147482 h 1281953"/>
                <a:gd name="csX10" fmla="*/ 2599765 w 3218330"/>
                <a:gd name="csY10" fmla="*/ 1156447 h 1281953"/>
                <a:gd name="csX11" fmla="*/ 2779059 w 3218330"/>
                <a:gd name="csY11" fmla="*/ 905435 h 1281953"/>
                <a:gd name="csX12" fmla="*/ 2940424 w 3218330"/>
                <a:gd name="csY12" fmla="*/ 609600 h 1281953"/>
                <a:gd name="csX13" fmla="*/ 3048000 w 3218330"/>
                <a:gd name="csY13" fmla="*/ 412377 h 1281953"/>
                <a:gd name="csX14" fmla="*/ 3218330 w 3218330"/>
                <a:gd name="csY14" fmla="*/ 277906 h 1281953"/>
                <a:gd name="csX15" fmla="*/ 3092824 w 3218330"/>
                <a:gd name="csY15" fmla="*/ 466165 h 1281953"/>
                <a:gd name="csX16" fmla="*/ 2886635 w 3218330"/>
                <a:gd name="csY16" fmla="*/ 833718 h 1281953"/>
                <a:gd name="csX17" fmla="*/ 2590800 w 3218330"/>
                <a:gd name="csY17" fmla="*/ 1281953 h 1281953"/>
                <a:gd name="csX18" fmla="*/ 2483224 w 3218330"/>
                <a:gd name="csY18" fmla="*/ 1228165 h 1281953"/>
                <a:gd name="csX19" fmla="*/ 2366682 w 3218330"/>
                <a:gd name="csY19" fmla="*/ 1272988 h 1281953"/>
                <a:gd name="csX20" fmla="*/ 2178424 w 3218330"/>
                <a:gd name="csY20" fmla="*/ 1013012 h 1281953"/>
                <a:gd name="csX21" fmla="*/ 2115671 w 3218330"/>
                <a:gd name="csY21" fmla="*/ 959224 h 1281953"/>
                <a:gd name="csX22" fmla="*/ 1801906 w 3218330"/>
                <a:gd name="csY22" fmla="*/ 887506 h 1281953"/>
                <a:gd name="csX23" fmla="*/ 1640541 w 3218330"/>
                <a:gd name="csY23" fmla="*/ 869577 h 1281953"/>
                <a:gd name="csX24" fmla="*/ 1434353 w 3218330"/>
                <a:gd name="csY24" fmla="*/ 869577 h 1281953"/>
                <a:gd name="csX25" fmla="*/ 1192306 w 3218330"/>
                <a:gd name="csY25" fmla="*/ 923365 h 1281953"/>
                <a:gd name="csX26" fmla="*/ 1004047 w 3218330"/>
                <a:gd name="csY26" fmla="*/ 1004047 h 1281953"/>
                <a:gd name="csX27" fmla="*/ 699247 w 3218330"/>
                <a:gd name="csY27" fmla="*/ 1138518 h 1281953"/>
                <a:gd name="csX28" fmla="*/ 484094 w 3218330"/>
                <a:gd name="csY28" fmla="*/ 1057835 h 1281953"/>
                <a:gd name="csX29" fmla="*/ 107577 w 3218330"/>
                <a:gd name="csY29" fmla="*/ 681318 h 1281953"/>
                <a:gd name="csX30" fmla="*/ 0 w 3218330"/>
                <a:gd name="csY30" fmla="*/ 0 h 128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3218330" h="1281953">
                  <a:moveTo>
                    <a:pt x="0" y="0"/>
                  </a:moveTo>
                  <a:lnTo>
                    <a:pt x="134471" y="618565"/>
                  </a:lnTo>
                  <a:lnTo>
                    <a:pt x="394447" y="896471"/>
                  </a:lnTo>
                  <a:lnTo>
                    <a:pt x="636494" y="1039906"/>
                  </a:lnTo>
                  <a:lnTo>
                    <a:pt x="860612" y="995082"/>
                  </a:lnTo>
                  <a:lnTo>
                    <a:pt x="1290918" y="815788"/>
                  </a:lnTo>
                  <a:lnTo>
                    <a:pt x="1550894" y="824753"/>
                  </a:lnTo>
                  <a:lnTo>
                    <a:pt x="1972235" y="869577"/>
                  </a:lnTo>
                  <a:lnTo>
                    <a:pt x="2196353" y="968188"/>
                  </a:lnTo>
                  <a:lnTo>
                    <a:pt x="2384612" y="1147482"/>
                  </a:lnTo>
                  <a:lnTo>
                    <a:pt x="2599765" y="1156447"/>
                  </a:lnTo>
                  <a:lnTo>
                    <a:pt x="2779059" y="905435"/>
                  </a:lnTo>
                  <a:lnTo>
                    <a:pt x="2940424" y="609600"/>
                  </a:lnTo>
                  <a:lnTo>
                    <a:pt x="3048000" y="412377"/>
                  </a:lnTo>
                  <a:lnTo>
                    <a:pt x="3218330" y="277906"/>
                  </a:lnTo>
                  <a:lnTo>
                    <a:pt x="3092824" y="466165"/>
                  </a:lnTo>
                  <a:lnTo>
                    <a:pt x="2886635" y="833718"/>
                  </a:lnTo>
                  <a:lnTo>
                    <a:pt x="2590800" y="1281953"/>
                  </a:lnTo>
                  <a:lnTo>
                    <a:pt x="2483224" y="1228165"/>
                  </a:lnTo>
                  <a:lnTo>
                    <a:pt x="2366682" y="1272988"/>
                  </a:lnTo>
                  <a:lnTo>
                    <a:pt x="2178424" y="1013012"/>
                  </a:lnTo>
                  <a:lnTo>
                    <a:pt x="2115671" y="959224"/>
                  </a:lnTo>
                  <a:lnTo>
                    <a:pt x="1801906" y="887506"/>
                  </a:lnTo>
                  <a:lnTo>
                    <a:pt x="1640541" y="869577"/>
                  </a:lnTo>
                  <a:lnTo>
                    <a:pt x="1434353" y="869577"/>
                  </a:lnTo>
                  <a:lnTo>
                    <a:pt x="1192306" y="923365"/>
                  </a:lnTo>
                  <a:lnTo>
                    <a:pt x="1004047" y="1004047"/>
                  </a:lnTo>
                  <a:lnTo>
                    <a:pt x="699247" y="1138518"/>
                  </a:lnTo>
                  <a:lnTo>
                    <a:pt x="484094" y="1057835"/>
                  </a:lnTo>
                  <a:lnTo>
                    <a:pt x="107577" y="68131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2040D7-629A-09E8-85B1-4295D772330B}"/>
                </a:ext>
              </a:extLst>
            </p:cNvPr>
            <p:cNvCxnSpPr>
              <a:cxnSpLocks/>
            </p:cNvCxnSpPr>
            <p:nvPr/>
          </p:nvCxnSpPr>
          <p:spPr>
            <a:xfrm>
              <a:off x="3160559" y="5396751"/>
              <a:ext cx="360112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92BEDC8-09B2-026B-B5C7-E9D8501C7B22}"/>
                </a:ext>
              </a:extLst>
            </p:cNvPr>
            <p:cNvSpPr txBox="1"/>
            <p:nvPr/>
          </p:nvSpPr>
          <p:spPr>
            <a:xfrm>
              <a:off x="4492322" y="5121740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100 m</a:t>
              </a: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ED9D0D90-B013-6976-AAD5-1D9B8C600DE3}"/>
                </a:ext>
              </a:extLst>
            </p:cNvPr>
            <p:cNvSpPr/>
            <p:nvPr/>
          </p:nvSpPr>
          <p:spPr>
            <a:xfrm>
              <a:off x="3361766" y="5301225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D81923A-AD06-A42F-FB16-F18EB2E42FC4}"/>
                </a:ext>
              </a:extLst>
            </p:cNvPr>
            <p:cNvSpPr/>
            <p:nvPr/>
          </p:nvSpPr>
          <p:spPr>
            <a:xfrm>
              <a:off x="3370732" y="245678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CEA14DF0-EC11-BCE3-1156-7D8213CA656A}"/>
                </a:ext>
              </a:extLst>
            </p:cNvPr>
            <p:cNvSpPr/>
            <p:nvPr/>
          </p:nvSpPr>
          <p:spPr>
            <a:xfrm>
              <a:off x="6484439" y="5346038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19244DE-E233-C271-ACD1-1C58B665CAA2}"/>
                </a:ext>
              </a:extLst>
            </p:cNvPr>
            <p:cNvSpPr/>
            <p:nvPr/>
          </p:nvSpPr>
          <p:spPr>
            <a:xfrm>
              <a:off x="6484439" y="217714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F13AEA0-63B1-D5B0-6B29-F85E29F257E2}"/>
                </a:ext>
              </a:extLst>
            </p:cNvPr>
            <p:cNvGrpSpPr/>
            <p:nvPr/>
          </p:nvGrpSpPr>
          <p:grpSpPr>
            <a:xfrm>
              <a:off x="8884023" y="1219198"/>
              <a:ext cx="80682" cy="3189402"/>
              <a:chOff x="1102660" y="1371599"/>
              <a:chExt cx="80682" cy="3189402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B925147F-A41A-B7DB-580B-B75D534EDE5B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4FDF4C5-A35C-4B2E-799E-A7517E24ECC8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48D191E-2134-F9F6-9FF2-048FD8D73671}"/>
                </a:ext>
              </a:extLst>
            </p:cNvPr>
            <p:cNvGrpSpPr/>
            <p:nvPr/>
          </p:nvGrpSpPr>
          <p:grpSpPr>
            <a:xfrm>
              <a:off x="1308847" y="1580606"/>
              <a:ext cx="235836" cy="578031"/>
              <a:chOff x="1308847" y="1580606"/>
              <a:chExt cx="235836" cy="578031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F5E85070-C64F-F687-A31A-AB834F341118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F7EF66F5-B1B0-08D5-905F-7E51119E57B4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5F2012D8-B5FB-86FA-CB21-0CB0F4C72D6A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1B8C39B-6092-98DC-893E-F1FB04E7B53C}"/>
                </a:ext>
              </a:extLst>
            </p:cNvPr>
            <p:cNvGrpSpPr/>
            <p:nvPr/>
          </p:nvGrpSpPr>
          <p:grpSpPr>
            <a:xfrm>
              <a:off x="8630683" y="1308935"/>
              <a:ext cx="235836" cy="578031"/>
              <a:chOff x="1308847" y="1580606"/>
              <a:chExt cx="235836" cy="578031"/>
            </a:xfrm>
          </p:grpSpPr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B1604B96-B82D-C281-B951-957C52C72731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9CB7FDC3-EC39-B23F-BCD7-C88B9D910628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5416557-4C5F-B08E-057D-96BDA8116B4B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DDFF0B-EE83-4BD1-BA10-236D24BA5876}"/>
                </a:ext>
              </a:extLst>
            </p:cNvPr>
            <p:cNvSpPr txBox="1"/>
            <p:nvPr/>
          </p:nvSpPr>
          <p:spPr>
            <a:xfrm>
              <a:off x="6967621" y="3700395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E49F54-26A6-914D-4AD6-F3F512DB8DE8}"/>
                </a:ext>
              </a:extLst>
            </p:cNvPr>
            <p:cNvSpPr txBox="1"/>
            <p:nvPr/>
          </p:nvSpPr>
          <p:spPr>
            <a:xfrm>
              <a:off x="8590546" y="4061339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6B3F1D7-7C1B-7547-2AD1-4DB9C9361A41}"/>
                </a:ext>
              </a:extLst>
            </p:cNvPr>
            <p:cNvSpPr txBox="1"/>
            <p:nvPr/>
          </p:nvSpPr>
          <p:spPr>
            <a:xfrm>
              <a:off x="6192243" y="5652187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CFAC78E-544E-04D8-9A1F-2F57045B5E5F}"/>
                </a:ext>
              </a:extLst>
            </p:cNvPr>
            <p:cNvSpPr txBox="1"/>
            <p:nvPr/>
          </p:nvSpPr>
          <p:spPr>
            <a:xfrm>
              <a:off x="3403581" y="545701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4EF2104-3426-DBE1-24EF-72B32D32DBFD}"/>
                </a:ext>
              </a:extLst>
            </p:cNvPr>
            <p:cNvSpPr txBox="1"/>
            <p:nvPr/>
          </p:nvSpPr>
          <p:spPr>
            <a:xfrm>
              <a:off x="2679006" y="39998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3C81B3F-CA68-EE27-B2BB-891F795D0DC6}"/>
                </a:ext>
              </a:extLst>
            </p:cNvPr>
            <p:cNvSpPr txBox="1"/>
            <p:nvPr/>
          </p:nvSpPr>
          <p:spPr>
            <a:xfrm>
              <a:off x="580165" y="41522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411BB71-EED1-1213-9F68-052385F79B80}"/>
                </a:ext>
              </a:extLst>
            </p:cNvPr>
            <p:cNvSpPr txBox="1"/>
            <p:nvPr/>
          </p:nvSpPr>
          <p:spPr>
            <a:xfrm>
              <a:off x="3526562" y="4205731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180B804-F9D2-6FE4-5922-99A042D2DBBF}"/>
                </a:ext>
              </a:extLst>
            </p:cNvPr>
            <p:cNvSpPr/>
            <p:nvPr/>
          </p:nvSpPr>
          <p:spPr>
            <a:xfrm>
              <a:off x="3299326" y="4342063"/>
              <a:ext cx="491958" cy="149726"/>
            </a:xfrm>
            <a:custGeom>
              <a:avLst/>
              <a:gdLst>
                <a:gd name="csX0" fmla="*/ 491958 w 491958"/>
                <a:gd name="csY0" fmla="*/ 149726 h 149726"/>
                <a:gd name="csX1" fmla="*/ 267369 w 491958"/>
                <a:gd name="csY1" fmla="*/ 149726 h 149726"/>
                <a:gd name="csX2" fmla="*/ 0 w 491958"/>
                <a:gd name="csY2" fmla="*/ 0 h 149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958" h="149726">
                  <a:moveTo>
                    <a:pt x="491958" y="149726"/>
                  </a:moveTo>
                  <a:lnTo>
                    <a:pt x="267369" y="149726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9C9AACA-73C1-B683-E1F8-6F30732817DB}"/>
                </a:ext>
              </a:extLst>
            </p:cNvPr>
            <p:cNvSpPr txBox="1"/>
            <p:nvPr/>
          </p:nvSpPr>
          <p:spPr>
            <a:xfrm>
              <a:off x="6841960" y="4130854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F337C38-124F-88BE-2493-7AE6B46CA327}"/>
                </a:ext>
              </a:extLst>
            </p:cNvPr>
            <p:cNvSpPr/>
            <p:nvPr/>
          </p:nvSpPr>
          <p:spPr>
            <a:xfrm>
              <a:off x="6668167" y="4058653"/>
              <a:ext cx="443832" cy="374315"/>
            </a:xfrm>
            <a:custGeom>
              <a:avLst/>
              <a:gdLst>
                <a:gd name="csX0" fmla="*/ 443832 w 443832"/>
                <a:gd name="csY0" fmla="*/ 368968 h 374315"/>
                <a:gd name="csX1" fmla="*/ 224589 w 443832"/>
                <a:gd name="csY1" fmla="*/ 374315 h 374315"/>
                <a:gd name="csX2" fmla="*/ 0 w 443832"/>
                <a:gd name="csY2" fmla="*/ 0 h 3743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3832" h="374315">
                  <a:moveTo>
                    <a:pt x="443832" y="368968"/>
                  </a:moveTo>
                  <a:lnTo>
                    <a:pt x="224589" y="374315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89A3A5D-9DA7-02F6-F8E7-C94D4D794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0211" y="5914661"/>
              <a:ext cx="4177248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6382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4A29CAB6-99EC-798A-0A90-02FEC0495667}"/>
              </a:ext>
            </a:extLst>
          </p:cNvPr>
          <p:cNvGrpSpPr/>
          <p:nvPr/>
        </p:nvGrpSpPr>
        <p:grpSpPr>
          <a:xfrm>
            <a:off x="-36640" y="293722"/>
            <a:ext cx="9144000" cy="6270554"/>
            <a:chOff x="-36640" y="293722"/>
            <a:chExt cx="9144000" cy="6270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3DBB66-1F77-7147-6204-30DC4EAF9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6640" y="293722"/>
              <a:ext cx="9144000" cy="6270554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 w="9525"/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4D98AC8-3431-BD58-658B-050AD7848798}"/>
                </a:ext>
              </a:extLst>
            </p:cNvPr>
            <p:cNvCxnSpPr>
              <a:cxnSpLocks/>
            </p:cNvCxnSpPr>
            <p:nvPr/>
          </p:nvCxnSpPr>
          <p:spPr>
            <a:xfrm>
              <a:off x="1619590" y="908650"/>
              <a:ext cx="23763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D81101-313B-7D26-370B-D25B03E6AB2B}"/>
                </a:ext>
              </a:extLst>
            </p:cNvPr>
            <p:cNvCxnSpPr>
              <a:cxnSpLocks/>
            </p:cNvCxnSpPr>
            <p:nvPr/>
          </p:nvCxnSpPr>
          <p:spPr>
            <a:xfrm>
              <a:off x="5652150" y="908650"/>
              <a:ext cx="208829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4BA7F57-D1BE-6349-7483-36BC941DBF94}"/>
                </a:ext>
              </a:extLst>
            </p:cNvPr>
            <p:cNvCxnSpPr>
              <a:cxnSpLocks/>
            </p:cNvCxnSpPr>
            <p:nvPr/>
          </p:nvCxnSpPr>
          <p:spPr>
            <a:xfrm>
              <a:off x="7884460" y="908650"/>
              <a:ext cx="1008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ular Callout 12">
              <a:extLst>
                <a:ext uri="{FF2B5EF4-FFF2-40B4-BE49-F238E27FC236}">
                  <a16:creationId xmlns:a16="http://schemas.microsoft.com/office/drawing/2014/main" id="{968C69BC-01C6-97A9-0D8D-22E67749CBCC}"/>
                </a:ext>
              </a:extLst>
            </p:cNvPr>
            <p:cNvSpPr/>
            <p:nvPr/>
          </p:nvSpPr>
          <p:spPr>
            <a:xfrm>
              <a:off x="273130" y="692619"/>
              <a:ext cx="1124104" cy="864113"/>
            </a:xfrm>
            <a:prstGeom prst="wedgeRectCallout">
              <a:avLst>
                <a:gd name="adj1" fmla="val 64122"/>
                <a:gd name="adj2" fmla="val 52362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Verruiming</a:t>
              </a:r>
              <a:r>
                <a:rPr lang="en-US" sz="1200" dirty="0">
                  <a:solidFill>
                    <a:schemeClr val="tx1"/>
                  </a:solidFill>
                </a:rPr>
                <a:t>: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Ontstaan</a:t>
              </a:r>
              <a:r>
                <a:rPr lang="en-US" sz="1200" dirty="0">
                  <a:solidFill>
                    <a:schemeClr val="tx1"/>
                  </a:solidFill>
                </a:rPr>
                <a:t> van </a:t>
              </a:r>
              <a:r>
                <a:rPr lang="en-US" sz="1200" dirty="0" err="1">
                  <a:solidFill>
                    <a:schemeClr val="tx1"/>
                  </a:solidFill>
                </a:rPr>
                <a:t>wellen</a:t>
              </a:r>
              <a:r>
                <a:rPr lang="en-US" sz="1200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0A4258-C6F9-7884-EE69-F36752312EC7}"/>
                </a:ext>
              </a:extLst>
            </p:cNvPr>
            <p:cNvSpPr txBox="1"/>
            <p:nvPr/>
          </p:nvSpPr>
          <p:spPr>
            <a:xfrm>
              <a:off x="1541254" y="548600"/>
              <a:ext cx="25330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Natuurlijk</a:t>
              </a:r>
              <a:r>
                <a:rPr lang="en-US" sz="1200" dirty="0"/>
                <a:t> </a:t>
              </a:r>
              <a:r>
                <a:rPr lang="en-US" sz="1200" dirty="0" err="1"/>
                <a:t>herstel</a:t>
              </a:r>
              <a:r>
                <a:rPr lang="en-US" sz="1200" dirty="0"/>
                <a:t> </a:t>
              </a:r>
              <a:r>
                <a:rPr lang="en-US" sz="1200" dirty="0" err="1"/>
                <a:t>bodemweerstand</a:t>
              </a:r>
              <a:endParaRPr lang="en-US" sz="12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415FE97-3582-2313-EAFB-0B001B6E7DE1}"/>
                </a:ext>
              </a:extLst>
            </p:cNvPr>
            <p:cNvSpPr txBox="1"/>
            <p:nvPr/>
          </p:nvSpPr>
          <p:spPr>
            <a:xfrm>
              <a:off x="6073019" y="631651"/>
              <a:ext cx="10722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Bodemerosie</a:t>
              </a:r>
              <a:endParaRPr lang="en-US" sz="12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62C0A19-0666-FC6B-7D64-C8AEC626C956}"/>
                </a:ext>
              </a:extLst>
            </p:cNvPr>
            <p:cNvSpPr txBox="1"/>
            <p:nvPr/>
          </p:nvSpPr>
          <p:spPr>
            <a:xfrm>
              <a:off x="7745622" y="548599"/>
              <a:ext cx="12909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Nieuwe</a:t>
              </a:r>
              <a:r>
                <a:rPr lang="en-US" sz="1200" dirty="0"/>
                <a:t> </a:t>
              </a:r>
              <a:r>
                <a:rPr lang="en-US" sz="1200" dirty="0" err="1"/>
                <a:t>situatie</a:t>
              </a:r>
              <a:r>
                <a:rPr lang="en-US" sz="1200" dirty="0"/>
                <a:t>?</a:t>
              </a:r>
            </a:p>
          </p:txBody>
        </p:sp>
        <p:sp>
          <p:nvSpPr>
            <p:cNvPr id="19" name="Rectangular Callout 18">
              <a:extLst>
                <a:ext uri="{FF2B5EF4-FFF2-40B4-BE49-F238E27FC236}">
                  <a16:creationId xmlns:a16="http://schemas.microsoft.com/office/drawing/2014/main" id="{FB8D7E00-D14C-0EC0-3164-1B656A75A999}"/>
                </a:ext>
              </a:extLst>
            </p:cNvPr>
            <p:cNvSpPr/>
            <p:nvPr/>
          </p:nvSpPr>
          <p:spPr>
            <a:xfrm>
              <a:off x="4557162" y="1088112"/>
              <a:ext cx="1455372" cy="324608"/>
            </a:xfrm>
            <a:prstGeom prst="wedgeRectCallout">
              <a:avLst>
                <a:gd name="adj1" fmla="val 15916"/>
                <a:gd name="adj2" fmla="val 152625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Drempel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Zeeburg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verwijderd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ular Callout 19">
              <a:extLst>
                <a:ext uri="{FF2B5EF4-FFF2-40B4-BE49-F238E27FC236}">
                  <a16:creationId xmlns:a16="http://schemas.microsoft.com/office/drawing/2014/main" id="{A2A51079-A1BE-F4D2-4B4D-6906D8441A33}"/>
                </a:ext>
              </a:extLst>
            </p:cNvPr>
            <p:cNvSpPr/>
            <p:nvPr/>
          </p:nvSpPr>
          <p:spPr>
            <a:xfrm>
              <a:off x="1619590" y="4365130"/>
              <a:ext cx="2304320" cy="1368187"/>
            </a:xfrm>
            <a:prstGeom prst="wedgeRectCallout">
              <a:avLst>
                <a:gd name="adj1" fmla="val 28802"/>
                <a:gd name="adj2" fmla="val 75818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ARK </a:t>
              </a:r>
              <a:r>
                <a:rPr lang="en-US" sz="1200" dirty="0" err="1">
                  <a:solidFill>
                    <a:srgbClr val="FFFF00"/>
                  </a:solidFill>
                </a:rPr>
                <a:t>wordt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verder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klaagemaakt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grote</a:t>
              </a:r>
              <a:r>
                <a:rPr lang="en-US" sz="1200" dirty="0">
                  <a:solidFill>
                    <a:srgbClr val="FFFF00"/>
                  </a:solidFill>
                </a:rPr>
                <a:t> schepen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(1989-1994)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Dit </a:t>
              </a:r>
              <a:r>
                <a:rPr lang="en-US" sz="1200" dirty="0" err="1">
                  <a:solidFill>
                    <a:srgbClr val="FFFF00"/>
                  </a:solidFill>
                </a:rPr>
                <a:t>betreft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vooral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sluizen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bruggen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aanpassen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  <p:sp>
          <p:nvSpPr>
            <p:cNvPr id="22" name="Rectangular Callout 21">
              <a:extLst>
                <a:ext uri="{FF2B5EF4-FFF2-40B4-BE49-F238E27FC236}">
                  <a16:creationId xmlns:a16="http://schemas.microsoft.com/office/drawing/2014/main" id="{5090CCC0-9799-BFE0-AC1F-2A7967A029AD}"/>
                </a:ext>
              </a:extLst>
            </p:cNvPr>
            <p:cNvSpPr/>
            <p:nvPr/>
          </p:nvSpPr>
          <p:spPr>
            <a:xfrm>
              <a:off x="2987780" y="1240512"/>
              <a:ext cx="1455372" cy="324608"/>
            </a:xfrm>
            <a:prstGeom prst="wedgeRectCallout">
              <a:avLst>
                <a:gd name="adj1" fmla="val 16502"/>
                <a:gd name="adj2" fmla="val 147623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ARK </a:t>
              </a:r>
              <a:r>
                <a:rPr lang="en-US" sz="1200" dirty="0" err="1">
                  <a:solidFill>
                    <a:schemeClr val="tx1"/>
                  </a:solidFill>
                </a:rPr>
                <a:t>geopend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1F3E295-15CA-464F-3425-FF2F74375A89}"/>
                </a:ext>
              </a:extLst>
            </p:cNvPr>
            <p:cNvCxnSpPr>
              <a:cxnSpLocks/>
            </p:cNvCxnSpPr>
            <p:nvPr/>
          </p:nvCxnSpPr>
          <p:spPr>
            <a:xfrm>
              <a:off x="2987780" y="6093370"/>
              <a:ext cx="9361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ular Callout 24">
              <a:extLst>
                <a:ext uri="{FF2B5EF4-FFF2-40B4-BE49-F238E27FC236}">
                  <a16:creationId xmlns:a16="http://schemas.microsoft.com/office/drawing/2014/main" id="{65B5A392-3EBA-7A7E-1EDD-E9869ABE8130}"/>
                </a:ext>
              </a:extLst>
            </p:cNvPr>
            <p:cNvSpPr/>
            <p:nvPr/>
          </p:nvSpPr>
          <p:spPr>
            <a:xfrm>
              <a:off x="5580140" y="4221110"/>
              <a:ext cx="1455372" cy="1368187"/>
            </a:xfrm>
            <a:prstGeom prst="wedgeRectCallout">
              <a:avLst>
                <a:gd name="adj1" fmla="val -53405"/>
                <a:gd name="adj2" fmla="val 94556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rgbClr val="FFFF00"/>
                  </a:solidFill>
                </a:rPr>
                <a:t>Vanaf</a:t>
              </a:r>
              <a:r>
                <a:rPr lang="en-US" sz="1200" dirty="0">
                  <a:solidFill>
                    <a:srgbClr val="FFFF00"/>
                  </a:solidFill>
                </a:rPr>
                <a:t> nu </a:t>
              </a:r>
              <a:r>
                <a:rPr lang="en-US" sz="1200" dirty="0" err="1">
                  <a:solidFill>
                    <a:srgbClr val="FFFF00"/>
                  </a:solidFill>
                </a:rPr>
                <a:t>kunnen</a:t>
              </a:r>
              <a:r>
                <a:rPr lang="en-US" sz="1200" dirty="0">
                  <a:solidFill>
                    <a:srgbClr val="FFFF00"/>
                  </a:solidFill>
                </a:rPr>
                <a:t> de </a:t>
              </a:r>
              <a:r>
                <a:rPr lang="en-US" sz="1200" dirty="0" err="1">
                  <a:solidFill>
                    <a:srgbClr val="FFFF00"/>
                  </a:solidFill>
                </a:rPr>
                <a:t>grootsteSchepen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rechtstreeks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naar</a:t>
              </a:r>
              <a:r>
                <a:rPr lang="en-US" sz="1200" dirty="0">
                  <a:solidFill>
                    <a:srgbClr val="FFFF00"/>
                  </a:solidFill>
                </a:rPr>
                <a:t> Amsterdam </a:t>
              </a:r>
              <a:r>
                <a:rPr lang="en-US" sz="1200" dirty="0" err="1">
                  <a:solidFill>
                    <a:srgbClr val="FFFF00"/>
                  </a:solidFill>
                </a:rPr>
                <a:t>doorvaren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</p:grpSp>
      <p:sp>
        <p:nvSpPr>
          <p:cNvPr id="29" name="Freeform 28">
            <a:extLst>
              <a:ext uri="{FF2B5EF4-FFF2-40B4-BE49-F238E27FC236}">
                <a16:creationId xmlns:a16="http://schemas.microsoft.com/office/drawing/2014/main" id="{8A6B3660-AC9F-4B41-D630-40D96C0C9F7F}"/>
              </a:ext>
            </a:extLst>
          </p:cNvPr>
          <p:cNvSpPr/>
          <p:nvPr/>
        </p:nvSpPr>
        <p:spPr>
          <a:xfrm>
            <a:off x="358923" y="1034041"/>
            <a:ext cx="8545795" cy="1367327"/>
          </a:xfrm>
          <a:custGeom>
            <a:avLst/>
            <a:gdLst>
              <a:gd name="csX0" fmla="*/ 0 w 8545795"/>
              <a:gd name="csY0" fmla="*/ 1367327 h 1367327"/>
              <a:gd name="csX1" fmla="*/ 1204957 w 8545795"/>
              <a:gd name="csY1" fmla="*/ 1358781 h 1367327"/>
              <a:gd name="csX2" fmla="*/ 1179320 w 8545795"/>
              <a:gd name="csY2" fmla="*/ 0 h 1367327"/>
              <a:gd name="csX3" fmla="*/ 1324598 w 8545795"/>
              <a:gd name="csY3" fmla="*/ 538385 h 1367327"/>
              <a:gd name="csX4" fmla="*/ 2512464 w 8545795"/>
              <a:gd name="csY4" fmla="*/ 1179320 h 1367327"/>
              <a:gd name="csX5" fmla="*/ 3179036 w 8545795"/>
              <a:gd name="csY5" fmla="*/ 1264778 h 1367327"/>
              <a:gd name="csX6" fmla="*/ 5349668 w 8545795"/>
              <a:gd name="csY6" fmla="*/ 1162228 h 1367327"/>
              <a:gd name="csX7" fmla="*/ 7793765 w 8545795"/>
              <a:gd name="csY7" fmla="*/ 598206 h 1367327"/>
              <a:gd name="csX8" fmla="*/ 8545795 w 8545795"/>
              <a:gd name="csY8" fmla="*/ 598206 h 13673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545795" h="1367327">
                <a:moveTo>
                  <a:pt x="0" y="1367327"/>
                </a:moveTo>
                <a:lnTo>
                  <a:pt x="1204957" y="1358781"/>
                </a:lnTo>
                <a:lnTo>
                  <a:pt x="1179320" y="0"/>
                </a:lnTo>
                <a:lnTo>
                  <a:pt x="1324598" y="538385"/>
                </a:lnTo>
                <a:lnTo>
                  <a:pt x="2512464" y="1179320"/>
                </a:lnTo>
                <a:lnTo>
                  <a:pt x="3179036" y="1264778"/>
                </a:lnTo>
                <a:lnTo>
                  <a:pt x="5349668" y="1162228"/>
                </a:lnTo>
                <a:lnTo>
                  <a:pt x="7793765" y="598206"/>
                </a:lnTo>
                <a:lnTo>
                  <a:pt x="8545795" y="598206"/>
                </a:lnTo>
              </a:path>
            </a:pathLst>
          </a:cu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ular Callout 29">
            <a:extLst>
              <a:ext uri="{FF2B5EF4-FFF2-40B4-BE49-F238E27FC236}">
                <a16:creationId xmlns:a16="http://schemas.microsoft.com/office/drawing/2014/main" id="{D4074224-372D-5E5F-FA6F-2278838E9B74}"/>
              </a:ext>
            </a:extLst>
          </p:cNvPr>
          <p:cNvSpPr/>
          <p:nvPr/>
        </p:nvSpPr>
        <p:spPr>
          <a:xfrm>
            <a:off x="6372250" y="1034040"/>
            <a:ext cx="1230830" cy="282270"/>
          </a:xfrm>
          <a:prstGeom prst="wedgeRectCallout">
            <a:avLst>
              <a:gd name="adj1" fmla="val 30380"/>
              <a:gd name="adj2" fmla="val 214404"/>
            </a:avLst>
          </a:prstGeom>
          <a:solidFill>
            <a:schemeClr val="accent1">
              <a:alpha val="31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Trendlijn</a:t>
            </a:r>
            <a:r>
              <a:rPr lang="en-US" sz="1200" dirty="0">
                <a:solidFill>
                  <a:schemeClr val="tx1"/>
                </a:solidFill>
              </a:rPr>
              <a:t> (</a:t>
            </a:r>
            <a:r>
              <a:rPr lang="en-US" sz="1200" dirty="0" err="1">
                <a:solidFill>
                  <a:schemeClr val="tx1"/>
                </a:solidFill>
              </a:rPr>
              <a:t>grof</a:t>
            </a:r>
            <a:r>
              <a:rPr lang="en-US" sz="12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1977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05B825F-6623-E25C-80D2-7072515E8C3C}"/>
              </a:ext>
            </a:extLst>
          </p:cNvPr>
          <p:cNvGrpSpPr/>
          <p:nvPr/>
        </p:nvGrpSpPr>
        <p:grpSpPr>
          <a:xfrm>
            <a:off x="-1" y="553137"/>
            <a:ext cx="9096751" cy="5916628"/>
            <a:chOff x="-1" y="553137"/>
            <a:chExt cx="9096751" cy="591662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7F0CC3D-8A25-C95A-A00F-1C2108AE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645" r="12456"/>
            <a:stretch>
              <a:fillRect/>
            </a:stretch>
          </p:blipFill>
          <p:spPr>
            <a:xfrm>
              <a:off x="395420" y="3717040"/>
              <a:ext cx="5976830" cy="2752725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ECE870E-DCCE-2A7A-FC78-99DEF768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855324"/>
              <a:ext cx="9096751" cy="3221766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1EE4E5D-D75B-88AA-683F-D3F628C7B64C}"/>
                </a:ext>
              </a:extLst>
            </p:cNvPr>
            <p:cNvCxnSpPr>
              <a:cxnSpLocks/>
            </p:cNvCxnSpPr>
            <p:nvPr/>
          </p:nvCxnSpPr>
          <p:spPr>
            <a:xfrm>
              <a:off x="1979640" y="913187"/>
              <a:ext cx="295241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9276BD-07F3-F288-872C-D66C7E9AC6CE}"/>
                </a:ext>
              </a:extLst>
            </p:cNvPr>
            <p:cNvSpPr txBox="1"/>
            <p:nvPr/>
          </p:nvSpPr>
          <p:spPr>
            <a:xfrm>
              <a:off x="2493658" y="553137"/>
              <a:ext cx="19243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Zone van </a:t>
              </a:r>
              <a:r>
                <a:rPr lang="en-US" sz="1200" dirty="0" err="1"/>
                <a:t>wellen</a:t>
              </a:r>
              <a:r>
                <a:rPr lang="en-US" sz="1200" dirty="0"/>
                <a:t> </a:t>
              </a:r>
              <a:r>
                <a:rPr lang="en-US" sz="1200" dirty="0" err="1"/>
                <a:t>en</a:t>
              </a:r>
              <a:r>
                <a:rPr lang="en-US" sz="1200" dirty="0"/>
                <a:t> </a:t>
              </a:r>
              <a:r>
                <a:rPr lang="en-US" sz="1200" dirty="0" err="1"/>
                <a:t>spleet</a:t>
              </a:r>
              <a:endParaRPr lang="en-US" sz="1200" dirty="0"/>
            </a:p>
          </p:txBody>
        </p:sp>
        <p:sp>
          <p:nvSpPr>
            <p:cNvPr id="8" name="Rectangular Callout 7">
              <a:extLst>
                <a:ext uri="{FF2B5EF4-FFF2-40B4-BE49-F238E27FC236}">
                  <a16:creationId xmlns:a16="http://schemas.microsoft.com/office/drawing/2014/main" id="{2913481B-3D9A-9F8A-B734-B99C54919A86}"/>
                </a:ext>
              </a:extLst>
            </p:cNvPr>
            <p:cNvSpPr/>
            <p:nvPr/>
          </p:nvSpPr>
          <p:spPr>
            <a:xfrm>
              <a:off x="1043510" y="3769605"/>
              <a:ext cx="1152160" cy="277000"/>
            </a:xfrm>
            <a:prstGeom prst="wedgeRectCallout">
              <a:avLst>
                <a:gd name="adj1" fmla="val 38437"/>
                <a:gd name="adj2" fmla="val 18899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Bodemslib</a:t>
              </a:r>
              <a:endParaRPr lang="en-US" sz="1200" dirty="0"/>
            </a:p>
          </p:txBody>
        </p:sp>
        <p:sp>
          <p:nvSpPr>
            <p:cNvPr id="9" name="Rectangular Callout 8">
              <a:extLst>
                <a:ext uri="{FF2B5EF4-FFF2-40B4-BE49-F238E27FC236}">
                  <a16:creationId xmlns:a16="http://schemas.microsoft.com/office/drawing/2014/main" id="{22E9D643-9906-3847-C3E6-07403FB071A5}"/>
                </a:ext>
              </a:extLst>
            </p:cNvPr>
            <p:cNvSpPr/>
            <p:nvPr/>
          </p:nvSpPr>
          <p:spPr>
            <a:xfrm>
              <a:off x="5004060" y="590864"/>
              <a:ext cx="1080150" cy="277000"/>
            </a:xfrm>
            <a:prstGeom prst="wedgeRectCallout">
              <a:avLst>
                <a:gd name="adj1" fmla="val -47301"/>
                <a:gd name="adj2" fmla="val 30622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Eind </a:t>
              </a:r>
              <a:r>
                <a:rPr lang="en-US" sz="1200" dirty="0" err="1"/>
                <a:t>spleet</a:t>
              </a:r>
              <a:endParaRPr lang="en-US" sz="1200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AF2D847-E121-C7EF-066B-FEB3F01D3C73}"/>
                </a:ext>
              </a:extLst>
            </p:cNvPr>
            <p:cNvCxnSpPr>
              <a:cxnSpLocks/>
            </p:cNvCxnSpPr>
            <p:nvPr/>
          </p:nvCxnSpPr>
          <p:spPr>
            <a:xfrm>
              <a:off x="1979640" y="1628750"/>
              <a:ext cx="2808390" cy="28346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CE674FED-5203-350F-A0D0-77EBD7932A64}"/>
                </a:ext>
              </a:extLst>
            </p:cNvPr>
            <p:cNvSpPr/>
            <p:nvPr/>
          </p:nvSpPr>
          <p:spPr>
            <a:xfrm>
              <a:off x="6300240" y="4221110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iangle 16">
              <a:extLst>
                <a:ext uri="{FF2B5EF4-FFF2-40B4-BE49-F238E27FC236}">
                  <a16:creationId xmlns:a16="http://schemas.microsoft.com/office/drawing/2014/main" id="{4D075C97-F3FE-E0F3-E2AD-4775A7CC92FF}"/>
                </a:ext>
              </a:extLst>
            </p:cNvPr>
            <p:cNvSpPr/>
            <p:nvPr/>
          </p:nvSpPr>
          <p:spPr>
            <a:xfrm rot="1800000">
              <a:off x="6117913" y="4336744"/>
              <a:ext cx="226907" cy="19561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1D1ED1-EC76-FDE0-CDBD-B58292670ECD}"/>
                </a:ext>
              </a:extLst>
            </p:cNvPr>
            <p:cNvSpPr txBox="1"/>
            <p:nvPr/>
          </p:nvSpPr>
          <p:spPr>
            <a:xfrm>
              <a:off x="7236370" y="4149100"/>
              <a:ext cx="12304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Waterstroom</a:t>
              </a:r>
              <a:r>
                <a:rPr lang="en-US" sz="1400" dirty="0"/>
                <a:t> door </a:t>
              </a:r>
              <a:r>
                <a:rPr lang="en-US" sz="1400" dirty="0" err="1"/>
                <a:t>spleet</a:t>
              </a:r>
              <a:endParaRPr lang="en-US" sz="1400" dirty="0"/>
            </a:p>
          </p:txBody>
        </p:sp>
        <p:sp>
          <p:nvSpPr>
            <p:cNvPr id="6" name="Rectangular Callout 5">
              <a:extLst>
                <a:ext uri="{FF2B5EF4-FFF2-40B4-BE49-F238E27FC236}">
                  <a16:creationId xmlns:a16="http://schemas.microsoft.com/office/drawing/2014/main" id="{E99AAD1A-D7F0-E182-6D73-E32EDB275FBD}"/>
                </a:ext>
              </a:extLst>
            </p:cNvPr>
            <p:cNvSpPr/>
            <p:nvPr/>
          </p:nvSpPr>
          <p:spPr>
            <a:xfrm>
              <a:off x="911370" y="582960"/>
              <a:ext cx="1080150" cy="277000"/>
            </a:xfrm>
            <a:prstGeom prst="wedgeRectCallout">
              <a:avLst>
                <a:gd name="adj1" fmla="val 48969"/>
                <a:gd name="adj2" fmla="val 31239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Begin </a:t>
              </a:r>
              <a:r>
                <a:rPr lang="en-US" sz="1200" dirty="0" err="1"/>
                <a:t>spleet</a:t>
              </a:r>
              <a:endParaRPr lang="en-US" sz="1200" dirty="0"/>
            </a:p>
          </p:txBody>
        </p:sp>
        <p:sp>
          <p:nvSpPr>
            <p:cNvPr id="20" name="Rectangular Callout 19">
              <a:extLst>
                <a:ext uri="{FF2B5EF4-FFF2-40B4-BE49-F238E27FC236}">
                  <a16:creationId xmlns:a16="http://schemas.microsoft.com/office/drawing/2014/main" id="{38DE9A6A-FEE8-E783-7438-23E862EFBED1}"/>
                </a:ext>
              </a:extLst>
            </p:cNvPr>
            <p:cNvSpPr/>
            <p:nvPr/>
          </p:nvSpPr>
          <p:spPr>
            <a:xfrm>
              <a:off x="2663101" y="3697595"/>
              <a:ext cx="864754" cy="277000"/>
            </a:xfrm>
            <a:prstGeom prst="wedgeRectCallout">
              <a:avLst>
                <a:gd name="adj1" fmla="val 39179"/>
                <a:gd name="adj2" fmla="val 19824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ow-</a:t>
              </a:r>
              <a:r>
                <a:rPr lang="en-US" sz="1200" dirty="0" err="1"/>
                <a:t>talud</a:t>
              </a:r>
              <a:endParaRPr lang="en-US" sz="1200" dirty="0"/>
            </a:p>
          </p:txBody>
        </p:sp>
        <p:sp>
          <p:nvSpPr>
            <p:cNvPr id="21" name="Rectangular Callout 20">
              <a:extLst>
                <a:ext uri="{FF2B5EF4-FFF2-40B4-BE49-F238E27FC236}">
                  <a16:creationId xmlns:a16="http://schemas.microsoft.com/office/drawing/2014/main" id="{C8A32839-E5B5-FDBF-5F38-03F4183E4AE8}"/>
                </a:ext>
              </a:extLst>
            </p:cNvPr>
            <p:cNvSpPr/>
            <p:nvPr/>
          </p:nvSpPr>
          <p:spPr>
            <a:xfrm>
              <a:off x="5219456" y="4758036"/>
              <a:ext cx="648724" cy="183174"/>
            </a:xfrm>
            <a:prstGeom prst="wedgeRectCallout">
              <a:avLst>
                <a:gd name="adj1" fmla="val -8244"/>
                <a:gd name="adj2" fmla="val -19831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spleet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50092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0AA596-EAC9-D6D9-11F3-8724F1C65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0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89FF02F-F8EC-80C4-55CA-6D6EA88E205A}"/>
              </a:ext>
            </a:extLst>
          </p:cNvPr>
          <p:cNvGrpSpPr/>
          <p:nvPr/>
        </p:nvGrpSpPr>
        <p:grpSpPr>
          <a:xfrm>
            <a:off x="-1" y="262466"/>
            <a:ext cx="7236371" cy="6334974"/>
            <a:chOff x="-1" y="262466"/>
            <a:chExt cx="7236371" cy="633497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6004121-BBB9-3122-EE8A-B71F7632C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0886"/>
            <a:stretch>
              <a:fillRect/>
            </a:stretch>
          </p:blipFill>
          <p:spPr>
            <a:xfrm>
              <a:off x="-1" y="262466"/>
              <a:ext cx="7236371" cy="6334974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87208BD-44CD-AA28-D7A2-ECFE5017240F}"/>
                </a:ext>
              </a:extLst>
            </p:cNvPr>
            <p:cNvSpPr/>
            <p:nvPr/>
          </p:nvSpPr>
          <p:spPr>
            <a:xfrm>
              <a:off x="4323411" y="2943364"/>
              <a:ext cx="1701567" cy="808284"/>
            </a:xfrm>
            <a:custGeom>
              <a:avLst/>
              <a:gdLst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46931 w 1768979"/>
                <a:gd name="csY13" fmla="*/ 290557 h 640934"/>
                <a:gd name="csX14" fmla="*/ 598206 w 1768979"/>
                <a:gd name="csY14" fmla="*/ 282011 h 640934"/>
                <a:gd name="csX15" fmla="*/ 649480 w 1768979"/>
                <a:gd name="csY15" fmla="*/ 2307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46931 w 1768979"/>
                <a:gd name="csY13" fmla="*/ 290557 h 640934"/>
                <a:gd name="csX14" fmla="*/ 468606 w 1768979"/>
                <a:gd name="csY14" fmla="*/ 102011 h 640934"/>
                <a:gd name="csX15" fmla="*/ 649480 w 1768979"/>
                <a:gd name="csY15" fmla="*/ 2307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649480 w 1768979"/>
                <a:gd name="csY15" fmla="*/ 2307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4680 w 1768979"/>
                <a:gd name="csY15" fmla="*/ 1515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75118 w 1768979"/>
                <a:gd name="csY16" fmla="*/ 179461 h 640934"/>
                <a:gd name="csX17" fmla="*/ 689955 w 1768979"/>
                <a:gd name="csY17" fmla="*/ 2595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60905 w 1768979"/>
                <a:gd name="csY18" fmla="*/ 1920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60905 w 1768979"/>
                <a:gd name="csY18" fmla="*/ 1920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60905 w 1768979"/>
                <a:gd name="csY18" fmla="*/ 1920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341832 w 1768979"/>
                <a:gd name="csY8" fmla="*/ 222190 h 640934"/>
                <a:gd name="csX9" fmla="*/ 401652 w 1768979"/>
                <a:gd name="csY9" fmla="*/ 239282 h 640934"/>
                <a:gd name="csX10" fmla="*/ 452927 w 1768979"/>
                <a:gd name="csY10" fmla="*/ 264919 h 640934"/>
                <a:gd name="csX11" fmla="*/ 495656 w 1768979"/>
                <a:gd name="csY11" fmla="*/ 282011 h 640934"/>
                <a:gd name="csX12" fmla="*/ 500131 w 1768979"/>
                <a:gd name="csY12" fmla="*/ 222157 h 640934"/>
                <a:gd name="csX13" fmla="*/ 468606 w 1768979"/>
                <a:gd name="csY13" fmla="*/ 102011 h 640934"/>
                <a:gd name="csX14" fmla="*/ 581080 w 1768979"/>
                <a:gd name="csY14" fmla="*/ 198336 h 640934"/>
                <a:gd name="csX15" fmla="*/ 639118 w 1768979"/>
                <a:gd name="csY15" fmla="*/ 262261 h 640934"/>
                <a:gd name="csX16" fmla="*/ 689955 w 1768979"/>
                <a:gd name="csY16" fmla="*/ 259570 h 640934"/>
                <a:gd name="csX17" fmla="*/ 860905 w 1768979"/>
                <a:gd name="csY17" fmla="*/ 192078 h 640934"/>
                <a:gd name="csX18" fmla="*/ 940037 w 1768979"/>
                <a:gd name="csY18" fmla="*/ 136732 h 640934"/>
                <a:gd name="csX19" fmla="*/ 1059678 w 1768979"/>
                <a:gd name="csY19" fmla="*/ 68366 h 640934"/>
                <a:gd name="csX20" fmla="*/ 1102407 w 1768979"/>
                <a:gd name="csY20" fmla="*/ 42729 h 640934"/>
                <a:gd name="csX21" fmla="*/ 1153682 w 1768979"/>
                <a:gd name="csY21" fmla="*/ 25637 h 640934"/>
                <a:gd name="csX22" fmla="*/ 1179320 w 1768979"/>
                <a:gd name="csY22" fmla="*/ 17091 h 640934"/>
                <a:gd name="csX23" fmla="*/ 1204957 w 1768979"/>
                <a:gd name="csY23" fmla="*/ 0 h 640934"/>
                <a:gd name="csX24" fmla="*/ 1298961 w 1768979"/>
                <a:gd name="csY24" fmla="*/ 8546 h 640934"/>
                <a:gd name="csX25" fmla="*/ 1333144 w 1768979"/>
                <a:gd name="csY25" fmla="*/ 25637 h 640934"/>
                <a:gd name="csX26" fmla="*/ 1367327 w 1768979"/>
                <a:gd name="csY26" fmla="*/ 34183 h 640934"/>
                <a:gd name="csX27" fmla="*/ 1444239 w 1768979"/>
                <a:gd name="csY27" fmla="*/ 25637 h 640934"/>
                <a:gd name="csX28" fmla="*/ 1469877 w 1768979"/>
                <a:gd name="csY28" fmla="*/ 17091 h 640934"/>
                <a:gd name="csX29" fmla="*/ 1623701 w 1768979"/>
                <a:gd name="csY29" fmla="*/ 8546 h 640934"/>
                <a:gd name="csX30" fmla="*/ 1717705 w 1768979"/>
                <a:gd name="csY30" fmla="*/ 17091 h 640934"/>
                <a:gd name="csX31" fmla="*/ 1734796 w 1768979"/>
                <a:gd name="csY31" fmla="*/ 42729 h 640934"/>
                <a:gd name="csX32" fmla="*/ 1760434 w 1768979"/>
                <a:gd name="csY32" fmla="*/ 128187 h 640934"/>
                <a:gd name="csX33" fmla="*/ 1768979 w 1768979"/>
                <a:gd name="csY33" fmla="*/ 153824 h 640934"/>
                <a:gd name="csX34" fmla="*/ 1751888 w 1768979"/>
                <a:gd name="csY34" fmla="*/ 247828 h 640934"/>
                <a:gd name="csX35" fmla="*/ 1692067 w 1768979"/>
                <a:gd name="csY35" fmla="*/ 290557 h 640934"/>
                <a:gd name="csX36" fmla="*/ 1657884 w 1768979"/>
                <a:gd name="csY36" fmla="*/ 299103 h 640934"/>
                <a:gd name="csX37" fmla="*/ 1632247 w 1768979"/>
                <a:gd name="csY37" fmla="*/ 316194 h 640934"/>
                <a:gd name="csX38" fmla="*/ 1538243 w 1768979"/>
                <a:gd name="csY38" fmla="*/ 333286 h 640934"/>
                <a:gd name="csX39" fmla="*/ 1128045 w 1768979"/>
                <a:gd name="csY39" fmla="*/ 341832 h 640934"/>
                <a:gd name="csX40" fmla="*/ 1102407 w 1768979"/>
                <a:gd name="csY40" fmla="*/ 350377 h 640934"/>
                <a:gd name="csX41" fmla="*/ 1016950 w 1768979"/>
                <a:gd name="csY41" fmla="*/ 367469 h 640934"/>
                <a:gd name="csX42" fmla="*/ 991312 w 1768979"/>
                <a:gd name="csY42" fmla="*/ 376015 h 640934"/>
                <a:gd name="csX43" fmla="*/ 922946 w 1768979"/>
                <a:gd name="csY43" fmla="*/ 393106 h 640934"/>
                <a:gd name="csX44" fmla="*/ 888763 w 1768979"/>
                <a:gd name="csY44" fmla="*/ 401652 h 640934"/>
                <a:gd name="csX45" fmla="*/ 846034 w 1768979"/>
                <a:gd name="csY45" fmla="*/ 410198 h 640934"/>
                <a:gd name="csX46" fmla="*/ 777667 w 1768979"/>
                <a:gd name="csY46" fmla="*/ 444381 h 640934"/>
                <a:gd name="csX47" fmla="*/ 752030 w 1768979"/>
                <a:gd name="csY47" fmla="*/ 461473 h 640934"/>
                <a:gd name="csX48" fmla="*/ 726393 w 1768979"/>
                <a:gd name="csY48" fmla="*/ 470018 h 640934"/>
                <a:gd name="csX49" fmla="*/ 606751 w 1768979"/>
                <a:gd name="csY49" fmla="*/ 487110 h 640934"/>
                <a:gd name="csX50" fmla="*/ 478564 w 1768979"/>
                <a:gd name="csY50" fmla="*/ 529839 h 640934"/>
                <a:gd name="csX51" fmla="*/ 444381 w 1768979"/>
                <a:gd name="csY51" fmla="*/ 555476 h 640934"/>
                <a:gd name="csX52" fmla="*/ 393107 w 1768979"/>
                <a:gd name="csY52" fmla="*/ 572568 h 640934"/>
                <a:gd name="csX53" fmla="*/ 324740 w 1768979"/>
                <a:gd name="csY53" fmla="*/ 589660 h 640934"/>
                <a:gd name="csX54" fmla="*/ 256374 w 1768979"/>
                <a:gd name="csY54" fmla="*/ 615297 h 640934"/>
                <a:gd name="csX55" fmla="*/ 179462 w 1768979"/>
                <a:gd name="csY55" fmla="*/ 640934 h 640934"/>
                <a:gd name="csX56" fmla="*/ 51275 w 1768979"/>
                <a:gd name="csY56" fmla="*/ 623843 h 640934"/>
                <a:gd name="csX57" fmla="*/ 0 w 1768979"/>
                <a:gd name="csY57" fmla="*/ 589660 h 640934"/>
                <a:gd name="csX58" fmla="*/ 8546 w 1768979"/>
                <a:gd name="csY58" fmla="*/ 529839 h 640934"/>
                <a:gd name="csX59" fmla="*/ 51275 w 1768979"/>
                <a:gd name="csY59" fmla="*/ 487110 h 640934"/>
                <a:gd name="csX60" fmla="*/ 51275 w 1768979"/>
                <a:gd name="csY60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01652 w 1768979"/>
                <a:gd name="csY8" fmla="*/ 239282 h 640934"/>
                <a:gd name="csX9" fmla="*/ 452927 w 1768979"/>
                <a:gd name="csY9" fmla="*/ 264919 h 640934"/>
                <a:gd name="csX10" fmla="*/ 495656 w 1768979"/>
                <a:gd name="csY10" fmla="*/ 282011 h 640934"/>
                <a:gd name="csX11" fmla="*/ 500131 w 1768979"/>
                <a:gd name="csY11" fmla="*/ 222157 h 640934"/>
                <a:gd name="csX12" fmla="*/ 468606 w 1768979"/>
                <a:gd name="csY12" fmla="*/ 102011 h 640934"/>
                <a:gd name="csX13" fmla="*/ 581080 w 1768979"/>
                <a:gd name="csY13" fmla="*/ 198336 h 640934"/>
                <a:gd name="csX14" fmla="*/ 639118 w 1768979"/>
                <a:gd name="csY14" fmla="*/ 262261 h 640934"/>
                <a:gd name="csX15" fmla="*/ 689955 w 1768979"/>
                <a:gd name="csY15" fmla="*/ 259570 h 640934"/>
                <a:gd name="csX16" fmla="*/ 860905 w 1768979"/>
                <a:gd name="csY16" fmla="*/ 192078 h 640934"/>
                <a:gd name="csX17" fmla="*/ 940037 w 1768979"/>
                <a:gd name="csY17" fmla="*/ 136732 h 640934"/>
                <a:gd name="csX18" fmla="*/ 1059678 w 1768979"/>
                <a:gd name="csY18" fmla="*/ 68366 h 640934"/>
                <a:gd name="csX19" fmla="*/ 1102407 w 1768979"/>
                <a:gd name="csY19" fmla="*/ 42729 h 640934"/>
                <a:gd name="csX20" fmla="*/ 1153682 w 1768979"/>
                <a:gd name="csY20" fmla="*/ 25637 h 640934"/>
                <a:gd name="csX21" fmla="*/ 1179320 w 1768979"/>
                <a:gd name="csY21" fmla="*/ 17091 h 640934"/>
                <a:gd name="csX22" fmla="*/ 1204957 w 1768979"/>
                <a:gd name="csY22" fmla="*/ 0 h 640934"/>
                <a:gd name="csX23" fmla="*/ 1298961 w 1768979"/>
                <a:gd name="csY23" fmla="*/ 8546 h 640934"/>
                <a:gd name="csX24" fmla="*/ 1333144 w 1768979"/>
                <a:gd name="csY24" fmla="*/ 25637 h 640934"/>
                <a:gd name="csX25" fmla="*/ 1367327 w 1768979"/>
                <a:gd name="csY25" fmla="*/ 34183 h 640934"/>
                <a:gd name="csX26" fmla="*/ 1444239 w 1768979"/>
                <a:gd name="csY26" fmla="*/ 25637 h 640934"/>
                <a:gd name="csX27" fmla="*/ 1469877 w 1768979"/>
                <a:gd name="csY27" fmla="*/ 17091 h 640934"/>
                <a:gd name="csX28" fmla="*/ 1623701 w 1768979"/>
                <a:gd name="csY28" fmla="*/ 8546 h 640934"/>
                <a:gd name="csX29" fmla="*/ 1717705 w 1768979"/>
                <a:gd name="csY29" fmla="*/ 17091 h 640934"/>
                <a:gd name="csX30" fmla="*/ 1734796 w 1768979"/>
                <a:gd name="csY30" fmla="*/ 42729 h 640934"/>
                <a:gd name="csX31" fmla="*/ 1760434 w 1768979"/>
                <a:gd name="csY31" fmla="*/ 128187 h 640934"/>
                <a:gd name="csX32" fmla="*/ 1768979 w 1768979"/>
                <a:gd name="csY32" fmla="*/ 153824 h 640934"/>
                <a:gd name="csX33" fmla="*/ 1751888 w 1768979"/>
                <a:gd name="csY33" fmla="*/ 247828 h 640934"/>
                <a:gd name="csX34" fmla="*/ 1692067 w 1768979"/>
                <a:gd name="csY34" fmla="*/ 290557 h 640934"/>
                <a:gd name="csX35" fmla="*/ 1657884 w 1768979"/>
                <a:gd name="csY35" fmla="*/ 299103 h 640934"/>
                <a:gd name="csX36" fmla="*/ 1632247 w 1768979"/>
                <a:gd name="csY36" fmla="*/ 316194 h 640934"/>
                <a:gd name="csX37" fmla="*/ 1538243 w 1768979"/>
                <a:gd name="csY37" fmla="*/ 333286 h 640934"/>
                <a:gd name="csX38" fmla="*/ 1128045 w 1768979"/>
                <a:gd name="csY38" fmla="*/ 341832 h 640934"/>
                <a:gd name="csX39" fmla="*/ 1102407 w 1768979"/>
                <a:gd name="csY39" fmla="*/ 350377 h 640934"/>
                <a:gd name="csX40" fmla="*/ 1016950 w 1768979"/>
                <a:gd name="csY40" fmla="*/ 367469 h 640934"/>
                <a:gd name="csX41" fmla="*/ 991312 w 1768979"/>
                <a:gd name="csY41" fmla="*/ 376015 h 640934"/>
                <a:gd name="csX42" fmla="*/ 922946 w 1768979"/>
                <a:gd name="csY42" fmla="*/ 393106 h 640934"/>
                <a:gd name="csX43" fmla="*/ 888763 w 1768979"/>
                <a:gd name="csY43" fmla="*/ 401652 h 640934"/>
                <a:gd name="csX44" fmla="*/ 846034 w 1768979"/>
                <a:gd name="csY44" fmla="*/ 410198 h 640934"/>
                <a:gd name="csX45" fmla="*/ 777667 w 1768979"/>
                <a:gd name="csY45" fmla="*/ 444381 h 640934"/>
                <a:gd name="csX46" fmla="*/ 752030 w 1768979"/>
                <a:gd name="csY46" fmla="*/ 461473 h 640934"/>
                <a:gd name="csX47" fmla="*/ 726393 w 1768979"/>
                <a:gd name="csY47" fmla="*/ 470018 h 640934"/>
                <a:gd name="csX48" fmla="*/ 606751 w 1768979"/>
                <a:gd name="csY48" fmla="*/ 487110 h 640934"/>
                <a:gd name="csX49" fmla="*/ 478564 w 1768979"/>
                <a:gd name="csY49" fmla="*/ 529839 h 640934"/>
                <a:gd name="csX50" fmla="*/ 444381 w 1768979"/>
                <a:gd name="csY50" fmla="*/ 555476 h 640934"/>
                <a:gd name="csX51" fmla="*/ 393107 w 1768979"/>
                <a:gd name="csY51" fmla="*/ 572568 h 640934"/>
                <a:gd name="csX52" fmla="*/ 324740 w 1768979"/>
                <a:gd name="csY52" fmla="*/ 589660 h 640934"/>
                <a:gd name="csX53" fmla="*/ 256374 w 1768979"/>
                <a:gd name="csY53" fmla="*/ 615297 h 640934"/>
                <a:gd name="csX54" fmla="*/ 179462 w 1768979"/>
                <a:gd name="csY54" fmla="*/ 640934 h 640934"/>
                <a:gd name="csX55" fmla="*/ 51275 w 1768979"/>
                <a:gd name="csY55" fmla="*/ 623843 h 640934"/>
                <a:gd name="csX56" fmla="*/ 0 w 1768979"/>
                <a:gd name="csY56" fmla="*/ 589660 h 640934"/>
                <a:gd name="csX57" fmla="*/ 8546 w 1768979"/>
                <a:gd name="csY57" fmla="*/ 529839 h 640934"/>
                <a:gd name="csX58" fmla="*/ 51275 w 1768979"/>
                <a:gd name="csY58" fmla="*/ 487110 h 640934"/>
                <a:gd name="csX59" fmla="*/ 51275 w 1768979"/>
                <a:gd name="csY59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52927 w 1768979"/>
                <a:gd name="csY8" fmla="*/ 264919 h 640934"/>
                <a:gd name="csX9" fmla="*/ 495656 w 1768979"/>
                <a:gd name="csY9" fmla="*/ 282011 h 640934"/>
                <a:gd name="csX10" fmla="*/ 500131 w 1768979"/>
                <a:gd name="csY10" fmla="*/ 222157 h 640934"/>
                <a:gd name="csX11" fmla="*/ 468606 w 1768979"/>
                <a:gd name="csY11" fmla="*/ 102011 h 640934"/>
                <a:gd name="csX12" fmla="*/ 581080 w 1768979"/>
                <a:gd name="csY12" fmla="*/ 198336 h 640934"/>
                <a:gd name="csX13" fmla="*/ 639118 w 1768979"/>
                <a:gd name="csY13" fmla="*/ 262261 h 640934"/>
                <a:gd name="csX14" fmla="*/ 689955 w 1768979"/>
                <a:gd name="csY14" fmla="*/ 259570 h 640934"/>
                <a:gd name="csX15" fmla="*/ 860905 w 1768979"/>
                <a:gd name="csY15" fmla="*/ 192078 h 640934"/>
                <a:gd name="csX16" fmla="*/ 940037 w 1768979"/>
                <a:gd name="csY16" fmla="*/ 136732 h 640934"/>
                <a:gd name="csX17" fmla="*/ 1059678 w 1768979"/>
                <a:gd name="csY17" fmla="*/ 68366 h 640934"/>
                <a:gd name="csX18" fmla="*/ 1102407 w 1768979"/>
                <a:gd name="csY18" fmla="*/ 42729 h 640934"/>
                <a:gd name="csX19" fmla="*/ 1153682 w 1768979"/>
                <a:gd name="csY19" fmla="*/ 25637 h 640934"/>
                <a:gd name="csX20" fmla="*/ 1179320 w 1768979"/>
                <a:gd name="csY20" fmla="*/ 17091 h 640934"/>
                <a:gd name="csX21" fmla="*/ 1204957 w 1768979"/>
                <a:gd name="csY21" fmla="*/ 0 h 640934"/>
                <a:gd name="csX22" fmla="*/ 1298961 w 1768979"/>
                <a:gd name="csY22" fmla="*/ 8546 h 640934"/>
                <a:gd name="csX23" fmla="*/ 1333144 w 1768979"/>
                <a:gd name="csY23" fmla="*/ 25637 h 640934"/>
                <a:gd name="csX24" fmla="*/ 1367327 w 1768979"/>
                <a:gd name="csY24" fmla="*/ 34183 h 640934"/>
                <a:gd name="csX25" fmla="*/ 1444239 w 1768979"/>
                <a:gd name="csY25" fmla="*/ 25637 h 640934"/>
                <a:gd name="csX26" fmla="*/ 1469877 w 1768979"/>
                <a:gd name="csY26" fmla="*/ 17091 h 640934"/>
                <a:gd name="csX27" fmla="*/ 1623701 w 1768979"/>
                <a:gd name="csY27" fmla="*/ 8546 h 640934"/>
                <a:gd name="csX28" fmla="*/ 1717705 w 1768979"/>
                <a:gd name="csY28" fmla="*/ 17091 h 640934"/>
                <a:gd name="csX29" fmla="*/ 1734796 w 1768979"/>
                <a:gd name="csY29" fmla="*/ 42729 h 640934"/>
                <a:gd name="csX30" fmla="*/ 1760434 w 1768979"/>
                <a:gd name="csY30" fmla="*/ 128187 h 640934"/>
                <a:gd name="csX31" fmla="*/ 1768979 w 1768979"/>
                <a:gd name="csY31" fmla="*/ 153824 h 640934"/>
                <a:gd name="csX32" fmla="*/ 1751888 w 1768979"/>
                <a:gd name="csY32" fmla="*/ 247828 h 640934"/>
                <a:gd name="csX33" fmla="*/ 1692067 w 1768979"/>
                <a:gd name="csY33" fmla="*/ 290557 h 640934"/>
                <a:gd name="csX34" fmla="*/ 1657884 w 1768979"/>
                <a:gd name="csY34" fmla="*/ 299103 h 640934"/>
                <a:gd name="csX35" fmla="*/ 1632247 w 1768979"/>
                <a:gd name="csY35" fmla="*/ 316194 h 640934"/>
                <a:gd name="csX36" fmla="*/ 1538243 w 1768979"/>
                <a:gd name="csY36" fmla="*/ 333286 h 640934"/>
                <a:gd name="csX37" fmla="*/ 1128045 w 1768979"/>
                <a:gd name="csY37" fmla="*/ 341832 h 640934"/>
                <a:gd name="csX38" fmla="*/ 1102407 w 1768979"/>
                <a:gd name="csY38" fmla="*/ 350377 h 640934"/>
                <a:gd name="csX39" fmla="*/ 1016950 w 1768979"/>
                <a:gd name="csY39" fmla="*/ 367469 h 640934"/>
                <a:gd name="csX40" fmla="*/ 991312 w 1768979"/>
                <a:gd name="csY40" fmla="*/ 376015 h 640934"/>
                <a:gd name="csX41" fmla="*/ 922946 w 1768979"/>
                <a:gd name="csY41" fmla="*/ 393106 h 640934"/>
                <a:gd name="csX42" fmla="*/ 888763 w 1768979"/>
                <a:gd name="csY42" fmla="*/ 401652 h 640934"/>
                <a:gd name="csX43" fmla="*/ 846034 w 1768979"/>
                <a:gd name="csY43" fmla="*/ 410198 h 640934"/>
                <a:gd name="csX44" fmla="*/ 777667 w 1768979"/>
                <a:gd name="csY44" fmla="*/ 444381 h 640934"/>
                <a:gd name="csX45" fmla="*/ 752030 w 1768979"/>
                <a:gd name="csY45" fmla="*/ 461473 h 640934"/>
                <a:gd name="csX46" fmla="*/ 726393 w 1768979"/>
                <a:gd name="csY46" fmla="*/ 470018 h 640934"/>
                <a:gd name="csX47" fmla="*/ 606751 w 1768979"/>
                <a:gd name="csY47" fmla="*/ 487110 h 640934"/>
                <a:gd name="csX48" fmla="*/ 478564 w 1768979"/>
                <a:gd name="csY48" fmla="*/ 529839 h 640934"/>
                <a:gd name="csX49" fmla="*/ 444381 w 1768979"/>
                <a:gd name="csY49" fmla="*/ 555476 h 640934"/>
                <a:gd name="csX50" fmla="*/ 393107 w 1768979"/>
                <a:gd name="csY50" fmla="*/ 572568 h 640934"/>
                <a:gd name="csX51" fmla="*/ 324740 w 1768979"/>
                <a:gd name="csY51" fmla="*/ 589660 h 640934"/>
                <a:gd name="csX52" fmla="*/ 256374 w 1768979"/>
                <a:gd name="csY52" fmla="*/ 615297 h 640934"/>
                <a:gd name="csX53" fmla="*/ 179462 w 1768979"/>
                <a:gd name="csY53" fmla="*/ 640934 h 640934"/>
                <a:gd name="csX54" fmla="*/ 51275 w 1768979"/>
                <a:gd name="csY54" fmla="*/ 623843 h 640934"/>
                <a:gd name="csX55" fmla="*/ 0 w 1768979"/>
                <a:gd name="csY55" fmla="*/ 589660 h 640934"/>
                <a:gd name="csX56" fmla="*/ 8546 w 1768979"/>
                <a:gd name="csY56" fmla="*/ 529839 h 640934"/>
                <a:gd name="csX57" fmla="*/ 51275 w 1768979"/>
                <a:gd name="csY57" fmla="*/ 487110 h 640934"/>
                <a:gd name="csX58" fmla="*/ 51275 w 1768979"/>
                <a:gd name="csY58" fmla="*/ 452927 h 640934"/>
                <a:gd name="csX0" fmla="*/ 44075 w 1768979"/>
                <a:gd name="csY0" fmla="*/ 4061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52927 w 1768979"/>
                <a:gd name="csY8" fmla="*/ 264919 h 640934"/>
                <a:gd name="csX9" fmla="*/ 495656 w 1768979"/>
                <a:gd name="csY9" fmla="*/ 282011 h 640934"/>
                <a:gd name="csX10" fmla="*/ 500131 w 1768979"/>
                <a:gd name="csY10" fmla="*/ 222157 h 640934"/>
                <a:gd name="csX11" fmla="*/ 468606 w 1768979"/>
                <a:gd name="csY11" fmla="*/ 102011 h 640934"/>
                <a:gd name="csX12" fmla="*/ 581080 w 1768979"/>
                <a:gd name="csY12" fmla="*/ 198336 h 640934"/>
                <a:gd name="csX13" fmla="*/ 639118 w 1768979"/>
                <a:gd name="csY13" fmla="*/ 262261 h 640934"/>
                <a:gd name="csX14" fmla="*/ 689955 w 1768979"/>
                <a:gd name="csY14" fmla="*/ 259570 h 640934"/>
                <a:gd name="csX15" fmla="*/ 860905 w 1768979"/>
                <a:gd name="csY15" fmla="*/ 192078 h 640934"/>
                <a:gd name="csX16" fmla="*/ 940037 w 1768979"/>
                <a:gd name="csY16" fmla="*/ 136732 h 640934"/>
                <a:gd name="csX17" fmla="*/ 1059678 w 1768979"/>
                <a:gd name="csY17" fmla="*/ 68366 h 640934"/>
                <a:gd name="csX18" fmla="*/ 1102407 w 1768979"/>
                <a:gd name="csY18" fmla="*/ 42729 h 640934"/>
                <a:gd name="csX19" fmla="*/ 1153682 w 1768979"/>
                <a:gd name="csY19" fmla="*/ 25637 h 640934"/>
                <a:gd name="csX20" fmla="*/ 1179320 w 1768979"/>
                <a:gd name="csY20" fmla="*/ 17091 h 640934"/>
                <a:gd name="csX21" fmla="*/ 1204957 w 1768979"/>
                <a:gd name="csY21" fmla="*/ 0 h 640934"/>
                <a:gd name="csX22" fmla="*/ 1298961 w 1768979"/>
                <a:gd name="csY22" fmla="*/ 8546 h 640934"/>
                <a:gd name="csX23" fmla="*/ 1333144 w 1768979"/>
                <a:gd name="csY23" fmla="*/ 25637 h 640934"/>
                <a:gd name="csX24" fmla="*/ 1367327 w 1768979"/>
                <a:gd name="csY24" fmla="*/ 34183 h 640934"/>
                <a:gd name="csX25" fmla="*/ 1444239 w 1768979"/>
                <a:gd name="csY25" fmla="*/ 25637 h 640934"/>
                <a:gd name="csX26" fmla="*/ 1469877 w 1768979"/>
                <a:gd name="csY26" fmla="*/ 17091 h 640934"/>
                <a:gd name="csX27" fmla="*/ 1623701 w 1768979"/>
                <a:gd name="csY27" fmla="*/ 8546 h 640934"/>
                <a:gd name="csX28" fmla="*/ 1717705 w 1768979"/>
                <a:gd name="csY28" fmla="*/ 17091 h 640934"/>
                <a:gd name="csX29" fmla="*/ 1734796 w 1768979"/>
                <a:gd name="csY29" fmla="*/ 42729 h 640934"/>
                <a:gd name="csX30" fmla="*/ 1760434 w 1768979"/>
                <a:gd name="csY30" fmla="*/ 128187 h 640934"/>
                <a:gd name="csX31" fmla="*/ 1768979 w 1768979"/>
                <a:gd name="csY31" fmla="*/ 153824 h 640934"/>
                <a:gd name="csX32" fmla="*/ 1751888 w 1768979"/>
                <a:gd name="csY32" fmla="*/ 247828 h 640934"/>
                <a:gd name="csX33" fmla="*/ 1692067 w 1768979"/>
                <a:gd name="csY33" fmla="*/ 290557 h 640934"/>
                <a:gd name="csX34" fmla="*/ 1657884 w 1768979"/>
                <a:gd name="csY34" fmla="*/ 299103 h 640934"/>
                <a:gd name="csX35" fmla="*/ 1632247 w 1768979"/>
                <a:gd name="csY35" fmla="*/ 316194 h 640934"/>
                <a:gd name="csX36" fmla="*/ 1538243 w 1768979"/>
                <a:gd name="csY36" fmla="*/ 333286 h 640934"/>
                <a:gd name="csX37" fmla="*/ 1128045 w 1768979"/>
                <a:gd name="csY37" fmla="*/ 341832 h 640934"/>
                <a:gd name="csX38" fmla="*/ 1102407 w 1768979"/>
                <a:gd name="csY38" fmla="*/ 350377 h 640934"/>
                <a:gd name="csX39" fmla="*/ 1016950 w 1768979"/>
                <a:gd name="csY39" fmla="*/ 367469 h 640934"/>
                <a:gd name="csX40" fmla="*/ 991312 w 1768979"/>
                <a:gd name="csY40" fmla="*/ 376015 h 640934"/>
                <a:gd name="csX41" fmla="*/ 922946 w 1768979"/>
                <a:gd name="csY41" fmla="*/ 393106 h 640934"/>
                <a:gd name="csX42" fmla="*/ 888763 w 1768979"/>
                <a:gd name="csY42" fmla="*/ 401652 h 640934"/>
                <a:gd name="csX43" fmla="*/ 846034 w 1768979"/>
                <a:gd name="csY43" fmla="*/ 410198 h 640934"/>
                <a:gd name="csX44" fmla="*/ 777667 w 1768979"/>
                <a:gd name="csY44" fmla="*/ 444381 h 640934"/>
                <a:gd name="csX45" fmla="*/ 752030 w 1768979"/>
                <a:gd name="csY45" fmla="*/ 461473 h 640934"/>
                <a:gd name="csX46" fmla="*/ 726393 w 1768979"/>
                <a:gd name="csY46" fmla="*/ 470018 h 640934"/>
                <a:gd name="csX47" fmla="*/ 606751 w 1768979"/>
                <a:gd name="csY47" fmla="*/ 487110 h 640934"/>
                <a:gd name="csX48" fmla="*/ 478564 w 1768979"/>
                <a:gd name="csY48" fmla="*/ 529839 h 640934"/>
                <a:gd name="csX49" fmla="*/ 444381 w 1768979"/>
                <a:gd name="csY49" fmla="*/ 555476 h 640934"/>
                <a:gd name="csX50" fmla="*/ 393107 w 1768979"/>
                <a:gd name="csY50" fmla="*/ 572568 h 640934"/>
                <a:gd name="csX51" fmla="*/ 324740 w 1768979"/>
                <a:gd name="csY51" fmla="*/ 589660 h 640934"/>
                <a:gd name="csX52" fmla="*/ 256374 w 1768979"/>
                <a:gd name="csY52" fmla="*/ 615297 h 640934"/>
                <a:gd name="csX53" fmla="*/ 179462 w 1768979"/>
                <a:gd name="csY53" fmla="*/ 640934 h 640934"/>
                <a:gd name="csX54" fmla="*/ 51275 w 1768979"/>
                <a:gd name="csY54" fmla="*/ 623843 h 640934"/>
                <a:gd name="csX55" fmla="*/ 0 w 1768979"/>
                <a:gd name="csY55" fmla="*/ 589660 h 640934"/>
                <a:gd name="csX56" fmla="*/ 8546 w 1768979"/>
                <a:gd name="csY56" fmla="*/ 529839 h 640934"/>
                <a:gd name="csX57" fmla="*/ 51275 w 1768979"/>
                <a:gd name="csY57" fmla="*/ 487110 h 640934"/>
                <a:gd name="csX58" fmla="*/ 44075 w 1768979"/>
                <a:gd name="csY58" fmla="*/ 406127 h 640934"/>
                <a:gd name="csX0" fmla="*/ 44075 w 1768979"/>
                <a:gd name="csY0" fmla="*/ 406127 h 640934"/>
                <a:gd name="csX1" fmla="*/ 94004 w 1768979"/>
                <a:gd name="csY1" fmla="*/ 3795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52927 w 1768979"/>
                <a:gd name="csY8" fmla="*/ 264919 h 640934"/>
                <a:gd name="csX9" fmla="*/ 495656 w 1768979"/>
                <a:gd name="csY9" fmla="*/ 282011 h 640934"/>
                <a:gd name="csX10" fmla="*/ 500131 w 1768979"/>
                <a:gd name="csY10" fmla="*/ 222157 h 640934"/>
                <a:gd name="csX11" fmla="*/ 468606 w 1768979"/>
                <a:gd name="csY11" fmla="*/ 102011 h 640934"/>
                <a:gd name="csX12" fmla="*/ 581080 w 1768979"/>
                <a:gd name="csY12" fmla="*/ 198336 h 640934"/>
                <a:gd name="csX13" fmla="*/ 639118 w 1768979"/>
                <a:gd name="csY13" fmla="*/ 262261 h 640934"/>
                <a:gd name="csX14" fmla="*/ 689955 w 1768979"/>
                <a:gd name="csY14" fmla="*/ 259570 h 640934"/>
                <a:gd name="csX15" fmla="*/ 860905 w 1768979"/>
                <a:gd name="csY15" fmla="*/ 192078 h 640934"/>
                <a:gd name="csX16" fmla="*/ 940037 w 1768979"/>
                <a:gd name="csY16" fmla="*/ 136732 h 640934"/>
                <a:gd name="csX17" fmla="*/ 1059678 w 1768979"/>
                <a:gd name="csY17" fmla="*/ 68366 h 640934"/>
                <a:gd name="csX18" fmla="*/ 1102407 w 1768979"/>
                <a:gd name="csY18" fmla="*/ 42729 h 640934"/>
                <a:gd name="csX19" fmla="*/ 1153682 w 1768979"/>
                <a:gd name="csY19" fmla="*/ 25637 h 640934"/>
                <a:gd name="csX20" fmla="*/ 1179320 w 1768979"/>
                <a:gd name="csY20" fmla="*/ 17091 h 640934"/>
                <a:gd name="csX21" fmla="*/ 1204957 w 1768979"/>
                <a:gd name="csY21" fmla="*/ 0 h 640934"/>
                <a:gd name="csX22" fmla="*/ 1298961 w 1768979"/>
                <a:gd name="csY22" fmla="*/ 8546 h 640934"/>
                <a:gd name="csX23" fmla="*/ 1333144 w 1768979"/>
                <a:gd name="csY23" fmla="*/ 25637 h 640934"/>
                <a:gd name="csX24" fmla="*/ 1367327 w 1768979"/>
                <a:gd name="csY24" fmla="*/ 34183 h 640934"/>
                <a:gd name="csX25" fmla="*/ 1444239 w 1768979"/>
                <a:gd name="csY25" fmla="*/ 25637 h 640934"/>
                <a:gd name="csX26" fmla="*/ 1469877 w 1768979"/>
                <a:gd name="csY26" fmla="*/ 17091 h 640934"/>
                <a:gd name="csX27" fmla="*/ 1623701 w 1768979"/>
                <a:gd name="csY27" fmla="*/ 8546 h 640934"/>
                <a:gd name="csX28" fmla="*/ 1717705 w 1768979"/>
                <a:gd name="csY28" fmla="*/ 17091 h 640934"/>
                <a:gd name="csX29" fmla="*/ 1734796 w 1768979"/>
                <a:gd name="csY29" fmla="*/ 42729 h 640934"/>
                <a:gd name="csX30" fmla="*/ 1760434 w 1768979"/>
                <a:gd name="csY30" fmla="*/ 128187 h 640934"/>
                <a:gd name="csX31" fmla="*/ 1768979 w 1768979"/>
                <a:gd name="csY31" fmla="*/ 153824 h 640934"/>
                <a:gd name="csX32" fmla="*/ 1751888 w 1768979"/>
                <a:gd name="csY32" fmla="*/ 247828 h 640934"/>
                <a:gd name="csX33" fmla="*/ 1692067 w 1768979"/>
                <a:gd name="csY33" fmla="*/ 290557 h 640934"/>
                <a:gd name="csX34" fmla="*/ 1657884 w 1768979"/>
                <a:gd name="csY34" fmla="*/ 299103 h 640934"/>
                <a:gd name="csX35" fmla="*/ 1632247 w 1768979"/>
                <a:gd name="csY35" fmla="*/ 316194 h 640934"/>
                <a:gd name="csX36" fmla="*/ 1538243 w 1768979"/>
                <a:gd name="csY36" fmla="*/ 333286 h 640934"/>
                <a:gd name="csX37" fmla="*/ 1128045 w 1768979"/>
                <a:gd name="csY37" fmla="*/ 341832 h 640934"/>
                <a:gd name="csX38" fmla="*/ 1102407 w 1768979"/>
                <a:gd name="csY38" fmla="*/ 350377 h 640934"/>
                <a:gd name="csX39" fmla="*/ 1016950 w 1768979"/>
                <a:gd name="csY39" fmla="*/ 367469 h 640934"/>
                <a:gd name="csX40" fmla="*/ 991312 w 1768979"/>
                <a:gd name="csY40" fmla="*/ 376015 h 640934"/>
                <a:gd name="csX41" fmla="*/ 922946 w 1768979"/>
                <a:gd name="csY41" fmla="*/ 393106 h 640934"/>
                <a:gd name="csX42" fmla="*/ 888763 w 1768979"/>
                <a:gd name="csY42" fmla="*/ 401652 h 640934"/>
                <a:gd name="csX43" fmla="*/ 846034 w 1768979"/>
                <a:gd name="csY43" fmla="*/ 410198 h 640934"/>
                <a:gd name="csX44" fmla="*/ 777667 w 1768979"/>
                <a:gd name="csY44" fmla="*/ 444381 h 640934"/>
                <a:gd name="csX45" fmla="*/ 752030 w 1768979"/>
                <a:gd name="csY45" fmla="*/ 461473 h 640934"/>
                <a:gd name="csX46" fmla="*/ 726393 w 1768979"/>
                <a:gd name="csY46" fmla="*/ 470018 h 640934"/>
                <a:gd name="csX47" fmla="*/ 606751 w 1768979"/>
                <a:gd name="csY47" fmla="*/ 487110 h 640934"/>
                <a:gd name="csX48" fmla="*/ 478564 w 1768979"/>
                <a:gd name="csY48" fmla="*/ 529839 h 640934"/>
                <a:gd name="csX49" fmla="*/ 444381 w 1768979"/>
                <a:gd name="csY49" fmla="*/ 555476 h 640934"/>
                <a:gd name="csX50" fmla="*/ 393107 w 1768979"/>
                <a:gd name="csY50" fmla="*/ 572568 h 640934"/>
                <a:gd name="csX51" fmla="*/ 324740 w 1768979"/>
                <a:gd name="csY51" fmla="*/ 589660 h 640934"/>
                <a:gd name="csX52" fmla="*/ 256374 w 1768979"/>
                <a:gd name="csY52" fmla="*/ 615297 h 640934"/>
                <a:gd name="csX53" fmla="*/ 179462 w 1768979"/>
                <a:gd name="csY53" fmla="*/ 640934 h 640934"/>
                <a:gd name="csX54" fmla="*/ 51275 w 1768979"/>
                <a:gd name="csY54" fmla="*/ 623843 h 640934"/>
                <a:gd name="csX55" fmla="*/ 0 w 1768979"/>
                <a:gd name="csY55" fmla="*/ 589660 h 640934"/>
                <a:gd name="csX56" fmla="*/ 8546 w 1768979"/>
                <a:gd name="csY56" fmla="*/ 529839 h 640934"/>
                <a:gd name="csX57" fmla="*/ 51275 w 1768979"/>
                <a:gd name="csY57" fmla="*/ 487110 h 640934"/>
                <a:gd name="csX58" fmla="*/ 44075 w 1768979"/>
                <a:gd name="csY58" fmla="*/ 406127 h 640934"/>
                <a:gd name="csX0" fmla="*/ 35529 w 1760433"/>
                <a:gd name="csY0" fmla="*/ 406127 h 640934"/>
                <a:gd name="csX1" fmla="*/ 85458 w 1760433"/>
                <a:gd name="csY1" fmla="*/ 379581 h 640934"/>
                <a:gd name="csX2" fmla="*/ 136732 w 1760433"/>
                <a:gd name="csY2" fmla="*/ 401652 h 640934"/>
                <a:gd name="csX3" fmla="*/ 162370 w 1760433"/>
                <a:gd name="csY3" fmla="*/ 384561 h 640934"/>
                <a:gd name="csX4" fmla="*/ 170916 w 1760433"/>
                <a:gd name="csY4" fmla="*/ 358923 h 640934"/>
                <a:gd name="csX5" fmla="*/ 188007 w 1760433"/>
                <a:gd name="csY5" fmla="*/ 333286 h 640934"/>
                <a:gd name="csX6" fmla="*/ 264953 w 1760433"/>
                <a:gd name="csY6" fmla="*/ 309903 h 640934"/>
                <a:gd name="csX7" fmla="*/ 322957 w 1760433"/>
                <a:gd name="csY7" fmla="*/ 282045 h 640934"/>
                <a:gd name="csX8" fmla="*/ 444381 w 1760433"/>
                <a:gd name="csY8" fmla="*/ 264919 h 640934"/>
                <a:gd name="csX9" fmla="*/ 487110 w 1760433"/>
                <a:gd name="csY9" fmla="*/ 282011 h 640934"/>
                <a:gd name="csX10" fmla="*/ 491585 w 1760433"/>
                <a:gd name="csY10" fmla="*/ 222157 h 640934"/>
                <a:gd name="csX11" fmla="*/ 460060 w 1760433"/>
                <a:gd name="csY11" fmla="*/ 102011 h 640934"/>
                <a:gd name="csX12" fmla="*/ 572534 w 1760433"/>
                <a:gd name="csY12" fmla="*/ 198336 h 640934"/>
                <a:gd name="csX13" fmla="*/ 630572 w 1760433"/>
                <a:gd name="csY13" fmla="*/ 262261 h 640934"/>
                <a:gd name="csX14" fmla="*/ 681409 w 1760433"/>
                <a:gd name="csY14" fmla="*/ 259570 h 640934"/>
                <a:gd name="csX15" fmla="*/ 852359 w 1760433"/>
                <a:gd name="csY15" fmla="*/ 192078 h 640934"/>
                <a:gd name="csX16" fmla="*/ 931491 w 1760433"/>
                <a:gd name="csY16" fmla="*/ 136732 h 640934"/>
                <a:gd name="csX17" fmla="*/ 1051132 w 1760433"/>
                <a:gd name="csY17" fmla="*/ 68366 h 640934"/>
                <a:gd name="csX18" fmla="*/ 1093861 w 1760433"/>
                <a:gd name="csY18" fmla="*/ 42729 h 640934"/>
                <a:gd name="csX19" fmla="*/ 1145136 w 1760433"/>
                <a:gd name="csY19" fmla="*/ 25637 h 640934"/>
                <a:gd name="csX20" fmla="*/ 1170774 w 1760433"/>
                <a:gd name="csY20" fmla="*/ 17091 h 640934"/>
                <a:gd name="csX21" fmla="*/ 1196411 w 1760433"/>
                <a:gd name="csY21" fmla="*/ 0 h 640934"/>
                <a:gd name="csX22" fmla="*/ 1290415 w 1760433"/>
                <a:gd name="csY22" fmla="*/ 8546 h 640934"/>
                <a:gd name="csX23" fmla="*/ 1324598 w 1760433"/>
                <a:gd name="csY23" fmla="*/ 25637 h 640934"/>
                <a:gd name="csX24" fmla="*/ 1358781 w 1760433"/>
                <a:gd name="csY24" fmla="*/ 34183 h 640934"/>
                <a:gd name="csX25" fmla="*/ 1435693 w 1760433"/>
                <a:gd name="csY25" fmla="*/ 25637 h 640934"/>
                <a:gd name="csX26" fmla="*/ 1461331 w 1760433"/>
                <a:gd name="csY26" fmla="*/ 17091 h 640934"/>
                <a:gd name="csX27" fmla="*/ 1615155 w 1760433"/>
                <a:gd name="csY27" fmla="*/ 8546 h 640934"/>
                <a:gd name="csX28" fmla="*/ 1709159 w 1760433"/>
                <a:gd name="csY28" fmla="*/ 17091 h 640934"/>
                <a:gd name="csX29" fmla="*/ 1726250 w 1760433"/>
                <a:gd name="csY29" fmla="*/ 42729 h 640934"/>
                <a:gd name="csX30" fmla="*/ 1751888 w 1760433"/>
                <a:gd name="csY30" fmla="*/ 128187 h 640934"/>
                <a:gd name="csX31" fmla="*/ 1760433 w 1760433"/>
                <a:gd name="csY31" fmla="*/ 153824 h 640934"/>
                <a:gd name="csX32" fmla="*/ 1743342 w 1760433"/>
                <a:gd name="csY32" fmla="*/ 247828 h 640934"/>
                <a:gd name="csX33" fmla="*/ 1683521 w 1760433"/>
                <a:gd name="csY33" fmla="*/ 290557 h 640934"/>
                <a:gd name="csX34" fmla="*/ 1649338 w 1760433"/>
                <a:gd name="csY34" fmla="*/ 299103 h 640934"/>
                <a:gd name="csX35" fmla="*/ 1623701 w 1760433"/>
                <a:gd name="csY35" fmla="*/ 316194 h 640934"/>
                <a:gd name="csX36" fmla="*/ 1529697 w 1760433"/>
                <a:gd name="csY36" fmla="*/ 333286 h 640934"/>
                <a:gd name="csX37" fmla="*/ 1119499 w 1760433"/>
                <a:gd name="csY37" fmla="*/ 341832 h 640934"/>
                <a:gd name="csX38" fmla="*/ 1093861 w 1760433"/>
                <a:gd name="csY38" fmla="*/ 350377 h 640934"/>
                <a:gd name="csX39" fmla="*/ 1008404 w 1760433"/>
                <a:gd name="csY39" fmla="*/ 367469 h 640934"/>
                <a:gd name="csX40" fmla="*/ 982766 w 1760433"/>
                <a:gd name="csY40" fmla="*/ 376015 h 640934"/>
                <a:gd name="csX41" fmla="*/ 914400 w 1760433"/>
                <a:gd name="csY41" fmla="*/ 393106 h 640934"/>
                <a:gd name="csX42" fmla="*/ 880217 w 1760433"/>
                <a:gd name="csY42" fmla="*/ 401652 h 640934"/>
                <a:gd name="csX43" fmla="*/ 837488 w 1760433"/>
                <a:gd name="csY43" fmla="*/ 410198 h 640934"/>
                <a:gd name="csX44" fmla="*/ 769121 w 1760433"/>
                <a:gd name="csY44" fmla="*/ 444381 h 640934"/>
                <a:gd name="csX45" fmla="*/ 743484 w 1760433"/>
                <a:gd name="csY45" fmla="*/ 461473 h 640934"/>
                <a:gd name="csX46" fmla="*/ 717847 w 1760433"/>
                <a:gd name="csY46" fmla="*/ 470018 h 640934"/>
                <a:gd name="csX47" fmla="*/ 598205 w 1760433"/>
                <a:gd name="csY47" fmla="*/ 487110 h 640934"/>
                <a:gd name="csX48" fmla="*/ 470018 w 1760433"/>
                <a:gd name="csY48" fmla="*/ 529839 h 640934"/>
                <a:gd name="csX49" fmla="*/ 435835 w 1760433"/>
                <a:gd name="csY49" fmla="*/ 555476 h 640934"/>
                <a:gd name="csX50" fmla="*/ 384561 w 1760433"/>
                <a:gd name="csY50" fmla="*/ 572568 h 640934"/>
                <a:gd name="csX51" fmla="*/ 316194 w 1760433"/>
                <a:gd name="csY51" fmla="*/ 589660 h 640934"/>
                <a:gd name="csX52" fmla="*/ 247828 w 1760433"/>
                <a:gd name="csY52" fmla="*/ 615297 h 640934"/>
                <a:gd name="csX53" fmla="*/ 170916 w 1760433"/>
                <a:gd name="csY53" fmla="*/ 640934 h 640934"/>
                <a:gd name="csX54" fmla="*/ 42729 w 1760433"/>
                <a:gd name="csY54" fmla="*/ 623843 h 640934"/>
                <a:gd name="csX55" fmla="*/ 0 w 1760433"/>
                <a:gd name="csY55" fmla="*/ 529839 h 640934"/>
                <a:gd name="csX56" fmla="*/ 42729 w 1760433"/>
                <a:gd name="csY56" fmla="*/ 487110 h 640934"/>
                <a:gd name="csX57" fmla="*/ 35529 w 1760433"/>
                <a:gd name="csY57" fmla="*/ 406127 h 640934"/>
                <a:gd name="csX0" fmla="*/ 2107 w 1727011"/>
                <a:gd name="csY0" fmla="*/ 406127 h 642039"/>
                <a:gd name="csX1" fmla="*/ 52036 w 1727011"/>
                <a:gd name="csY1" fmla="*/ 379581 h 642039"/>
                <a:gd name="csX2" fmla="*/ 103310 w 1727011"/>
                <a:gd name="csY2" fmla="*/ 401652 h 642039"/>
                <a:gd name="csX3" fmla="*/ 128948 w 1727011"/>
                <a:gd name="csY3" fmla="*/ 384561 h 642039"/>
                <a:gd name="csX4" fmla="*/ 137494 w 1727011"/>
                <a:gd name="csY4" fmla="*/ 358923 h 642039"/>
                <a:gd name="csX5" fmla="*/ 154585 w 1727011"/>
                <a:gd name="csY5" fmla="*/ 333286 h 642039"/>
                <a:gd name="csX6" fmla="*/ 231531 w 1727011"/>
                <a:gd name="csY6" fmla="*/ 309903 h 642039"/>
                <a:gd name="csX7" fmla="*/ 289535 w 1727011"/>
                <a:gd name="csY7" fmla="*/ 282045 h 642039"/>
                <a:gd name="csX8" fmla="*/ 410959 w 1727011"/>
                <a:gd name="csY8" fmla="*/ 264919 h 642039"/>
                <a:gd name="csX9" fmla="*/ 453688 w 1727011"/>
                <a:gd name="csY9" fmla="*/ 282011 h 642039"/>
                <a:gd name="csX10" fmla="*/ 458163 w 1727011"/>
                <a:gd name="csY10" fmla="*/ 222157 h 642039"/>
                <a:gd name="csX11" fmla="*/ 426638 w 1727011"/>
                <a:gd name="csY11" fmla="*/ 102011 h 642039"/>
                <a:gd name="csX12" fmla="*/ 539112 w 1727011"/>
                <a:gd name="csY12" fmla="*/ 198336 h 642039"/>
                <a:gd name="csX13" fmla="*/ 597150 w 1727011"/>
                <a:gd name="csY13" fmla="*/ 262261 h 642039"/>
                <a:gd name="csX14" fmla="*/ 647987 w 1727011"/>
                <a:gd name="csY14" fmla="*/ 259570 h 642039"/>
                <a:gd name="csX15" fmla="*/ 818937 w 1727011"/>
                <a:gd name="csY15" fmla="*/ 192078 h 642039"/>
                <a:gd name="csX16" fmla="*/ 898069 w 1727011"/>
                <a:gd name="csY16" fmla="*/ 136732 h 642039"/>
                <a:gd name="csX17" fmla="*/ 1017710 w 1727011"/>
                <a:gd name="csY17" fmla="*/ 68366 h 642039"/>
                <a:gd name="csX18" fmla="*/ 1060439 w 1727011"/>
                <a:gd name="csY18" fmla="*/ 42729 h 642039"/>
                <a:gd name="csX19" fmla="*/ 1111714 w 1727011"/>
                <a:gd name="csY19" fmla="*/ 25637 h 642039"/>
                <a:gd name="csX20" fmla="*/ 1137352 w 1727011"/>
                <a:gd name="csY20" fmla="*/ 17091 h 642039"/>
                <a:gd name="csX21" fmla="*/ 1162989 w 1727011"/>
                <a:gd name="csY21" fmla="*/ 0 h 642039"/>
                <a:gd name="csX22" fmla="*/ 1256993 w 1727011"/>
                <a:gd name="csY22" fmla="*/ 8546 h 642039"/>
                <a:gd name="csX23" fmla="*/ 1291176 w 1727011"/>
                <a:gd name="csY23" fmla="*/ 25637 h 642039"/>
                <a:gd name="csX24" fmla="*/ 1325359 w 1727011"/>
                <a:gd name="csY24" fmla="*/ 34183 h 642039"/>
                <a:gd name="csX25" fmla="*/ 1402271 w 1727011"/>
                <a:gd name="csY25" fmla="*/ 25637 h 642039"/>
                <a:gd name="csX26" fmla="*/ 1427909 w 1727011"/>
                <a:gd name="csY26" fmla="*/ 17091 h 642039"/>
                <a:gd name="csX27" fmla="*/ 1581733 w 1727011"/>
                <a:gd name="csY27" fmla="*/ 8546 h 642039"/>
                <a:gd name="csX28" fmla="*/ 1675737 w 1727011"/>
                <a:gd name="csY28" fmla="*/ 17091 h 642039"/>
                <a:gd name="csX29" fmla="*/ 1692828 w 1727011"/>
                <a:gd name="csY29" fmla="*/ 42729 h 642039"/>
                <a:gd name="csX30" fmla="*/ 1718466 w 1727011"/>
                <a:gd name="csY30" fmla="*/ 128187 h 642039"/>
                <a:gd name="csX31" fmla="*/ 1727011 w 1727011"/>
                <a:gd name="csY31" fmla="*/ 153824 h 642039"/>
                <a:gd name="csX32" fmla="*/ 1709920 w 1727011"/>
                <a:gd name="csY32" fmla="*/ 247828 h 642039"/>
                <a:gd name="csX33" fmla="*/ 1650099 w 1727011"/>
                <a:gd name="csY33" fmla="*/ 290557 h 642039"/>
                <a:gd name="csX34" fmla="*/ 1615916 w 1727011"/>
                <a:gd name="csY34" fmla="*/ 299103 h 642039"/>
                <a:gd name="csX35" fmla="*/ 1590279 w 1727011"/>
                <a:gd name="csY35" fmla="*/ 316194 h 642039"/>
                <a:gd name="csX36" fmla="*/ 1496275 w 1727011"/>
                <a:gd name="csY36" fmla="*/ 333286 h 642039"/>
                <a:gd name="csX37" fmla="*/ 1086077 w 1727011"/>
                <a:gd name="csY37" fmla="*/ 341832 h 642039"/>
                <a:gd name="csX38" fmla="*/ 1060439 w 1727011"/>
                <a:gd name="csY38" fmla="*/ 350377 h 642039"/>
                <a:gd name="csX39" fmla="*/ 974982 w 1727011"/>
                <a:gd name="csY39" fmla="*/ 367469 h 642039"/>
                <a:gd name="csX40" fmla="*/ 949344 w 1727011"/>
                <a:gd name="csY40" fmla="*/ 376015 h 642039"/>
                <a:gd name="csX41" fmla="*/ 880978 w 1727011"/>
                <a:gd name="csY41" fmla="*/ 393106 h 642039"/>
                <a:gd name="csX42" fmla="*/ 846795 w 1727011"/>
                <a:gd name="csY42" fmla="*/ 401652 h 642039"/>
                <a:gd name="csX43" fmla="*/ 804066 w 1727011"/>
                <a:gd name="csY43" fmla="*/ 410198 h 642039"/>
                <a:gd name="csX44" fmla="*/ 735699 w 1727011"/>
                <a:gd name="csY44" fmla="*/ 444381 h 642039"/>
                <a:gd name="csX45" fmla="*/ 710062 w 1727011"/>
                <a:gd name="csY45" fmla="*/ 461473 h 642039"/>
                <a:gd name="csX46" fmla="*/ 684425 w 1727011"/>
                <a:gd name="csY46" fmla="*/ 470018 h 642039"/>
                <a:gd name="csX47" fmla="*/ 564783 w 1727011"/>
                <a:gd name="csY47" fmla="*/ 487110 h 642039"/>
                <a:gd name="csX48" fmla="*/ 436596 w 1727011"/>
                <a:gd name="csY48" fmla="*/ 529839 h 642039"/>
                <a:gd name="csX49" fmla="*/ 402413 w 1727011"/>
                <a:gd name="csY49" fmla="*/ 555476 h 642039"/>
                <a:gd name="csX50" fmla="*/ 351139 w 1727011"/>
                <a:gd name="csY50" fmla="*/ 572568 h 642039"/>
                <a:gd name="csX51" fmla="*/ 282772 w 1727011"/>
                <a:gd name="csY51" fmla="*/ 589660 h 642039"/>
                <a:gd name="csX52" fmla="*/ 214406 w 1727011"/>
                <a:gd name="csY52" fmla="*/ 615297 h 642039"/>
                <a:gd name="csX53" fmla="*/ 137494 w 1727011"/>
                <a:gd name="csY53" fmla="*/ 640934 h 642039"/>
                <a:gd name="csX54" fmla="*/ 9307 w 1727011"/>
                <a:gd name="csY54" fmla="*/ 623843 h 642039"/>
                <a:gd name="csX55" fmla="*/ 9307 w 1727011"/>
                <a:gd name="csY55" fmla="*/ 487110 h 642039"/>
                <a:gd name="csX56" fmla="*/ 2107 w 1727011"/>
                <a:gd name="csY56" fmla="*/ 406127 h 642039"/>
                <a:gd name="csX0" fmla="*/ 7740 w 1732644"/>
                <a:gd name="csY0" fmla="*/ 406127 h 640934"/>
                <a:gd name="csX1" fmla="*/ 57669 w 1732644"/>
                <a:gd name="csY1" fmla="*/ 379581 h 640934"/>
                <a:gd name="csX2" fmla="*/ 108943 w 1732644"/>
                <a:gd name="csY2" fmla="*/ 401652 h 640934"/>
                <a:gd name="csX3" fmla="*/ 134581 w 1732644"/>
                <a:gd name="csY3" fmla="*/ 384561 h 640934"/>
                <a:gd name="csX4" fmla="*/ 143127 w 1732644"/>
                <a:gd name="csY4" fmla="*/ 358923 h 640934"/>
                <a:gd name="csX5" fmla="*/ 160218 w 1732644"/>
                <a:gd name="csY5" fmla="*/ 333286 h 640934"/>
                <a:gd name="csX6" fmla="*/ 237164 w 1732644"/>
                <a:gd name="csY6" fmla="*/ 309903 h 640934"/>
                <a:gd name="csX7" fmla="*/ 295168 w 1732644"/>
                <a:gd name="csY7" fmla="*/ 282045 h 640934"/>
                <a:gd name="csX8" fmla="*/ 416592 w 1732644"/>
                <a:gd name="csY8" fmla="*/ 264919 h 640934"/>
                <a:gd name="csX9" fmla="*/ 459321 w 1732644"/>
                <a:gd name="csY9" fmla="*/ 282011 h 640934"/>
                <a:gd name="csX10" fmla="*/ 463796 w 1732644"/>
                <a:gd name="csY10" fmla="*/ 222157 h 640934"/>
                <a:gd name="csX11" fmla="*/ 432271 w 1732644"/>
                <a:gd name="csY11" fmla="*/ 102011 h 640934"/>
                <a:gd name="csX12" fmla="*/ 544745 w 1732644"/>
                <a:gd name="csY12" fmla="*/ 198336 h 640934"/>
                <a:gd name="csX13" fmla="*/ 602783 w 1732644"/>
                <a:gd name="csY13" fmla="*/ 262261 h 640934"/>
                <a:gd name="csX14" fmla="*/ 653620 w 1732644"/>
                <a:gd name="csY14" fmla="*/ 259570 h 640934"/>
                <a:gd name="csX15" fmla="*/ 824570 w 1732644"/>
                <a:gd name="csY15" fmla="*/ 192078 h 640934"/>
                <a:gd name="csX16" fmla="*/ 903702 w 1732644"/>
                <a:gd name="csY16" fmla="*/ 136732 h 640934"/>
                <a:gd name="csX17" fmla="*/ 1023343 w 1732644"/>
                <a:gd name="csY17" fmla="*/ 68366 h 640934"/>
                <a:gd name="csX18" fmla="*/ 1066072 w 1732644"/>
                <a:gd name="csY18" fmla="*/ 42729 h 640934"/>
                <a:gd name="csX19" fmla="*/ 1117347 w 1732644"/>
                <a:gd name="csY19" fmla="*/ 25637 h 640934"/>
                <a:gd name="csX20" fmla="*/ 1142985 w 1732644"/>
                <a:gd name="csY20" fmla="*/ 17091 h 640934"/>
                <a:gd name="csX21" fmla="*/ 1168622 w 1732644"/>
                <a:gd name="csY21" fmla="*/ 0 h 640934"/>
                <a:gd name="csX22" fmla="*/ 1262626 w 1732644"/>
                <a:gd name="csY22" fmla="*/ 8546 h 640934"/>
                <a:gd name="csX23" fmla="*/ 1296809 w 1732644"/>
                <a:gd name="csY23" fmla="*/ 25637 h 640934"/>
                <a:gd name="csX24" fmla="*/ 1330992 w 1732644"/>
                <a:gd name="csY24" fmla="*/ 34183 h 640934"/>
                <a:gd name="csX25" fmla="*/ 1407904 w 1732644"/>
                <a:gd name="csY25" fmla="*/ 25637 h 640934"/>
                <a:gd name="csX26" fmla="*/ 1433542 w 1732644"/>
                <a:gd name="csY26" fmla="*/ 17091 h 640934"/>
                <a:gd name="csX27" fmla="*/ 1587366 w 1732644"/>
                <a:gd name="csY27" fmla="*/ 8546 h 640934"/>
                <a:gd name="csX28" fmla="*/ 1681370 w 1732644"/>
                <a:gd name="csY28" fmla="*/ 17091 h 640934"/>
                <a:gd name="csX29" fmla="*/ 1698461 w 1732644"/>
                <a:gd name="csY29" fmla="*/ 42729 h 640934"/>
                <a:gd name="csX30" fmla="*/ 1724099 w 1732644"/>
                <a:gd name="csY30" fmla="*/ 128187 h 640934"/>
                <a:gd name="csX31" fmla="*/ 1732644 w 1732644"/>
                <a:gd name="csY31" fmla="*/ 153824 h 640934"/>
                <a:gd name="csX32" fmla="*/ 1715553 w 1732644"/>
                <a:gd name="csY32" fmla="*/ 247828 h 640934"/>
                <a:gd name="csX33" fmla="*/ 1655732 w 1732644"/>
                <a:gd name="csY33" fmla="*/ 290557 h 640934"/>
                <a:gd name="csX34" fmla="*/ 1621549 w 1732644"/>
                <a:gd name="csY34" fmla="*/ 299103 h 640934"/>
                <a:gd name="csX35" fmla="*/ 1595912 w 1732644"/>
                <a:gd name="csY35" fmla="*/ 316194 h 640934"/>
                <a:gd name="csX36" fmla="*/ 1501908 w 1732644"/>
                <a:gd name="csY36" fmla="*/ 333286 h 640934"/>
                <a:gd name="csX37" fmla="*/ 1091710 w 1732644"/>
                <a:gd name="csY37" fmla="*/ 341832 h 640934"/>
                <a:gd name="csX38" fmla="*/ 1066072 w 1732644"/>
                <a:gd name="csY38" fmla="*/ 350377 h 640934"/>
                <a:gd name="csX39" fmla="*/ 980615 w 1732644"/>
                <a:gd name="csY39" fmla="*/ 367469 h 640934"/>
                <a:gd name="csX40" fmla="*/ 954977 w 1732644"/>
                <a:gd name="csY40" fmla="*/ 376015 h 640934"/>
                <a:gd name="csX41" fmla="*/ 886611 w 1732644"/>
                <a:gd name="csY41" fmla="*/ 393106 h 640934"/>
                <a:gd name="csX42" fmla="*/ 852428 w 1732644"/>
                <a:gd name="csY42" fmla="*/ 401652 h 640934"/>
                <a:gd name="csX43" fmla="*/ 809699 w 1732644"/>
                <a:gd name="csY43" fmla="*/ 410198 h 640934"/>
                <a:gd name="csX44" fmla="*/ 741332 w 1732644"/>
                <a:gd name="csY44" fmla="*/ 444381 h 640934"/>
                <a:gd name="csX45" fmla="*/ 715695 w 1732644"/>
                <a:gd name="csY45" fmla="*/ 461473 h 640934"/>
                <a:gd name="csX46" fmla="*/ 690058 w 1732644"/>
                <a:gd name="csY46" fmla="*/ 470018 h 640934"/>
                <a:gd name="csX47" fmla="*/ 570416 w 1732644"/>
                <a:gd name="csY47" fmla="*/ 487110 h 640934"/>
                <a:gd name="csX48" fmla="*/ 442229 w 1732644"/>
                <a:gd name="csY48" fmla="*/ 529839 h 640934"/>
                <a:gd name="csX49" fmla="*/ 408046 w 1732644"/>
                <a:gd name="csY49" fmla="*/ 555476 h 640934"/>
                <a:gd name="csX50" fmla="*/ 356772 w 1732644"/>
                <a:gd name="csY50" fmla="*/ 572568 h 640934"/>
                <a:gd name="csX51" fmla="*/ 288405 w 1732644"/>
                <a:gd name="csY51" fmla="*/ 589660 h 640934"/>
                <a:gd name="csX52" fmla="*/ 220039 w 1732644"/>
                <a:gd name="csY52" fmla="*/ 615297 h 640934"/>
                <a:gd name="csX53" fmla="*/ 143127 w 1732644"/>
                <a:gd name="csY53" fmla="*/ 640934 h 640934"/>
                <a:gd name="csX54" fmla="*/ 7740 w 1732644"/>
                <a:gd name="csY54" fmla="*/ 580643 h 640934"/>
                <a:gd name="csX55" fmla="*/ 14940 w 1732644"/>
                <a:gd name="csY55" fmla="*/ 487110 h 640934"/>
                <a:gd name="csX56" fmla="*/ 7740 w 1732644"/>
                <a:gd name="csY56" fmla="*/ 406127 h 640934"/>
                <a:gd name="csX0" fmla="*/ 7484 w 1732388"/>
                <a:gd name="csY0" fmla="*/ 406127 h 616894"/>
                <a:gd name="csX1" fmla="*/ 57413 w 1732388"/>
                <a:gd name="csY1" fmla="*/ 379581 h 616894"/>
                <a:gd name="csX2" fmla="*/ 108687 w 1732388"/>
                <a:gd name="csY2" fmla="*/ 401652 h 616894"/>
                <a:gd name="csX3" fmla="*/ 134325 w 1732388"/>
                <a:gd name="csY3" fmla="*/ 384561 h 616894"/>
                <a:gd name="csX4" fmla="*/ 142871 w 1732388"/>
                <a:gd name="csY4" fmla="*/ 358923 h 616894"/>
                <a:gd name="csX5" fmla="*/ 159962 w 1732388"/>
                <a:gd name="csY5" fmla="*/ 333286 h 616894"/>
                <a:gd name="csX6" fmla="*/ 236908 w 1732388"/>
                <a:gd name="csY6" fmla="*/ 309903 h 616894"/>
                <a:gd name="csX7" fmla="*/ 294912 w 1732388"/>
                <a:gd name="csY7" fmla="*/ 282045 h 616894"/>
                <a:gd name="csX8" fmla="*/ 416336 w 1732388"/>
                <a:gd name="csY8" fmla="*/ 264919 h 616894"/>
                <a:gd name="csX9" fmla="*/ 459065 w 1732388"/>
                <a:gd name="csY9" fmla="*/ 282011 h 616894"/>
                <a:gd name="csX10" fmla="*/ 463540 w 1732388"/>
                <a:gd name="csY10" fmla="*/ 222157 h 616894"/>
                <a:gd name="csX11" fmla="*/ 432015 w 1732388"/>
                <a:gd name="csY11" fmla="*/ 102011 h 616894"/>
                <a:gd name="csX12" fmla="*/ 544489 w 1732388"/>
                <a:gd name="csY12" fmla="*/ 198336 h 616894"/>
                <a:gd name="csX13" fmla="*/ 602527 w 1732388"/>
                <a:gd name="csY13" fmla="*/ 262261 h 616894"/>
                <a:gd name="csX14" fmla="*/ 653364 w 1732388"/>
                <a:gd name="csY14" fmla="*/ 259570 h 616894"/>
                <a:gd name="csX15" fmla="*/ 824314 w 1732388"/>
                <a:gd name="csY15" fmla="*/ 192078 h 616894"/>
                <a:gd name="csX16" fmla="*/ 903446 w 1732388"/>
                <a:gd name="csY16" fmla="*/ 136732 h 616894"/>
                <a:gd name="csX17" fmla="*/ 1023087 w 1732388"/>
                <a:gd name="csY17" fmla="*/ 68366 h 616894"/>
                <a:gd name="csX18" fmla="*/ 1065816 w 1732388"/>
                <a:gd name="csY18" fmla="*/ 42729 h 616894"/>
                <a:gd name="csX19" fmla="*/ 1117091 w 1732388"/>
                <a:gd name="csY19" fmla="*/ 25637 h 616894"/>
                <a:gd name="csX20" fmla="*/ 1142729 w 1732388"/>
                <a:gd name="csY20" fmla="*/ 17091 h 616894"/>
                <a:gd name="csX21" fmla="*/ 1168366 w 1732388"/>
                <a:gd name="csY21" fmla="*/ 0 h 616894"/>
                <a:gd name="csX22" fmla="*/ 1262370 w 1732388"/>
                <a:gd name="csY22" fmla="*/ 8546 h 616894"/>
                <a:gd name="csX23" fmla="*/ 1296553 w 1732388"/>
                <a:gd name="csY23" fmla="*/ 25637 h 616894"/>
                <a:gd name="csX24" fmla="*/ 1330736 w 1732388"/>
                <a:gd name="csY24" fmla="*/ 34183 h 616894"/>
                <a:gd name="csX25" fmla="*/ 1407648 w 1732388"/>
                <a:gd name="csY25" fmla="*/ 25637 h 616894"/>
                <a:gd name="csX26" fmla="*/ 1433286 w 1732388"/>
                <a:gd name="csY26" fmla="*/ 17091 h 616894"/>
                <a:gd name="csX27" fmla="*/ 1587110 w 1732388"/>
                <a:gd name="csY27" fmla="*/ 8546 h 616894"/>
                <a:gd name="csX28" fmla="*/ 1681114 w 1732388"/>
                <a:gd name="csY28" fmla="*/ 17091 h 616894"/>
                <a:gd name="csX29" fmla="*/ 1698205 w 1732388"/>
                <a:gd name="csY29" fmla="*/ 42729 h 616894"/>
                <a:gd name="csX30" fmla="*/ 1723843 w 1732388"/>
                <a:gd name="csY30" fmla="*/ 128187 h 616894"/>
                <a:gd name="csX31" fmla="*/ 1732388 w 1732388"/>
                <a:gd name="csY31" fmla="*/ 153824 h 616894"/>
                <a:gd name="csX32" fmla="*/ 1715297 w 1732388"/>
                <a:gd name="csY32" fmla="*/ 247828 h 616894"/>
                <a:gd name="csX33" fmla="*/ 1655476 w 1732388"/>
                <a:gd name="csY33" fmla="*/ 290557 h 616894"/>
                <a:gd name="csX34" fmla="*/ 1621293 w 1732388"/>
                <a:gd name="csY34" fmla="*/ 299103 h 616894"/>
                <a:gd name="csX35" fmla="*/ 1595656 w 1732388"/>
                <a:gd name="csY35" fmla="*/ 316194 h 616894"/>
                <a:gd name="csX36" fmla="*/ 1501652 w 1732388"/>
                <a:gd name="csY36" fmla="*/ 333286 h 616894"/>
                <a:gd name="csX37" fmla="*/ 1091454 w 1732388"/>
                <a:gd name="csY37" fmla="*/ 341832 h 616894"/>
                <a:gd name="csX38" fmla="*/ 1065816 w 1732388"/>
                <a:gd name="csY38" fmla="*/ 350377 h 616894"/>
                <a:gd name="csX39" fmla="*/ 980359 w 1732388"/>
                <a:gd name="csY39" fmla="*/ 367469 h 616894"/>
                <a:gd name="csX40" fmla="*/ 954721 w 1732388"/>
                <a:gd name="csY40" fmla="*/ 376015 h 616894"/>
                <a:gd name="csX41" fmla="*/ 886355 w 1732388"/>
                <a:gd name="csY41" fmla="*/ 393106 h 616894"/>
                <a:gd name="csX42" fmla="*/ 852172 w 1732388"/>
                <a:gd name="csY42" fmla="*/ 401652 h 616894"/>
                <a:gd name="csX43" fmla="*/ 809443 w 1732388"/>
                <a:gd name="csY43" fmla="*/ 410198 h 616894"/>
                <a:gd name="csX44" fmla="*/ 741076 w 1732388"/>
                <a:gd name="csY44" fmla="*/ 444381 h 616894"/>
                <a:gd name="csX45" fmla="*/ 715439 w 1732388"/>
                <a:gd name="csY45" fmla="*/ 461473 h 616894"/>
                <a:gd name="csX46" fmla="*/ 689802 w 1732388"/>
                <a:gd name="csY46" fmla="*/ 470018 h 616894"/>
                <a:gd name="csX47" fmla="*/ 570160 w 1732388"/>
                <a:gd name="csY47" fmla="*/ 487110 h 616894"/>
                <a:gd name="csX48" fmla="*/ 441973 w 1732388"/>
                <a:gd name="csY48" fmla="*/ 529839 h 616894"/>
                <a:gd name="csX49" fmla="*/ 407790 w 1732388"/>
                <a:gd name="csY49" fmla="*/ 555476 h 616894"/>
                <a:gd name="csX50" fmla="*/ 356516 w 1732388"/>
                <a:gd name="csY50" fmla="*/ 572568 h 616894"/>
                <a:gd name="csX51" fmla="*/ 288149 w 1732388"/>
                <a:gd name="csY51" fmla="*/ 589660 h 616894"/>
                <a:gd name="csX52" fmla="*/ 219783 w 1732388"/>
                <a:gd name="csY52" fmla="*/ 615297 h 616894"/>
                <a:gd name="csX53" fmla="*/ 139271 w 1732388"/>
                <a:gd name="csY53" fmla="*/ 583334 h 616894"/>
                <a:gd name="csX54" fmla="*/ 7484 w 1732388"/>
                <a:gd name="csY54" fmla="*/ 580643 h 616894"/>
                <a:gd name="csX55" fmla="*/ 14684 w 1732388"/>
                <a:gd name="csY55" fmla="*/ 487110 h 616894"/>
                <a:gd name="csX56" fmla="*/ 7484 w 1732388"/>
                <a:gd name="csY56" fmla="*/ 406127 h 616894"/>
                <a:gd name="csX0" fmla="*/ 7484 w 1732388"/>
                <a:gd name="csY0" fmla="*/ 406127 h 592387"/>
                <a:gd name="csX1" fmla="*/ 57413 w 1732388"/>
                <a:gd name="csY1" fmla="*/ 379581 h 592387"/>
                <a:gd name="csX2" fmla="*/ 108687 w 1732388"/>
                <a:gd name="csY2" fmla="*/ 401652 h 592387"/>
                <a:gd name="csX3" fmla="*/ 134325 w 1732388"/>
                <a:gd name="csY3" fmla="*/ 384561 h 592387"/>
                <a:gd name="csX4" fmla="*/ 142871 w 1732388"/>
                <a:gd name="csY4" fmla="*/ 358923 h 592387"/>
                <a:gd name="csX5" fmla="*/ 159962 w 1732388"/>
                <a:gd name="csY5" fmla="*/ 333286 h 592387"/>
                <a:gd name="csX6" fmla="*/ 236908 w 1732388"/>
                <a:gd name="csY6" fmla="*/ 309903 h 592387"/>
                <a:gd name="csX7" fmla="*/ 294912 w 1732388"/>
                <a:gd name="csY7" fmla="*/ 282045 h 592387"/>
                <a:gd name="csX8" fmla="*/ 416336 w 1732388"/>
                <a:gd name="csY8" fmla="*/ 264919 h 592387"/>
                <a:gd name="csX9" fmla="*/ 459065 w 1732388"/>
                <a:gd name="csY9" fmla="*/ 282011 h 592387"/>
                <a:gd name="csX10" fmla="*/ 463540 w 1732388"/>
                <a:gd name="csY10" fmla="*/ 222157 h 592387"/>
                <a:gd name="csX11" fmla="*/ 432015 w 1732388"/>
                <a:gd name="csY11" fmla="*/ 102011 h 592387"/>
                <a:gd name="csX12" fmla="*/ 544489 w 1732388"/>
                <a:gd name="csY12" fmla="*/ 198336 h 592387"/>
                <a:gd name="csX13" fmla="*/ 602527 w 1732388"/>
                <a:gd name="csY13" fmla="*/ 262261 h 592387"/>
                <a:gd name="csX14" fmla="*/ 653364 w 1732388"/>
                <a:gd name="csY14" fmla="*/ 259570 h 592387"/>
                <a:gd name="csX15" fmla="*/ 824314 w 1732388"/>
                <a:gd name="csY15" fmla="*/ 192078 h 592387"/>
                <a:gd name="csX16" fmla="*/ 903446 w 1732388"/>
                <a:gd name="csY16" fmla="*/ 136732 h 592387"/>
                <a:gd name="csX17" fmla="*/ 1023087 w 1732388"/>
                <a:gd name="csY17" fmla="*/ 68366 h 592387"/>
                <a:gd name="csX18" fmla="*/ 1065816 w 1732388"/>
                <a:gd name="csY18" fmla="*/ 42729 h 592387"/>
                <a:gd name="csX19" fmla="*/ 1117091 w 1732388"/>
                <a:gd name="csY19" fmla="*/ 25637 h 592387"/>
                <a:gd name="csX20" fmla="*/ 1142729 w 1732388"/>
                <a:gd name="csY20" fmla="*/ 17091 h 592387"/>
                <a:gd name="csX21" fmla="*/ 1168366 w 1732388"/>
                <a:gd name="csY21" fmla="*/ 0 h 592387"/>
                <a:gd name="csX22" fmla="*/ 1262370 w 1732388"/>
                <a:gd name="csY22" fmla="*/ 8546 h 592387"/>
                <a:gd name="csX23" fmla="*/ 1296553 w 1732388"/>
                <a:gd name="csY23" fmla="*/ 25637 h 592387"/>
                <a:gd name="csX24" fmla="*/ 1330736 w 1732388"/>
                <a:gd name="csY24" fmla="*/ 34183 h 592387"/>
                <a:gd name="csX25" fmla="*/ 1407648 w 1732388"/>
                <a:gd name="csY25" fmla="*/ 25637 h 592387"/>
                <a:gd name="csX26" fmla="*/ 1433286 w 1732388"/>
                <a:gd name="csY26" fmla="*/ 17091 h 592387"/>
                <a:gd name="csX27" fmla="*/ 1587110 w 1732388"/>
                <a:gd name="csY27" fmla="*/ 8546 h 592387"/>
                <a:gd name="csX28" fmla="*/ 1681114 w 1732388"/>
                <a:gd name="csY28" fmla="*/ 17091 h 592387"/>
                <a:gd name="csX29" fmla="*/ 1698205 w 1732388"/>
                <a:gd name="csY29" fmla="*/ 42729 h 592387"/>
                <a:gd name="csX30" fmla="*/ 1723843 w 1732388"/>
                <a:gd name="csY30" fmla="*/ 128187 h 592387"/>
                <a:gd name="csX31" fmla="*/ 1732388 w 1732388"/>
                <a:gd name="csY31" fmla="*/ 153824 h 592387"/>
                <a:gd name="csX32" fmla="*/ 1715297 w 1732388"/>
                <a:gd name="csY32" fmla="*/ 247828 h 592387"/>
                <a:gd name="csX33" fmla="*/ 1655476 w 1732388"/>
                <a:gd name="csY33" fmla="*/ 290557 h 592387"/>
                <a:gd name="csX34" fmla="*/ 1621293 w 1732388"/>
                <a:gd name="csY34" fmla="*/ 299103 h 592387"/>
                <a:gd name="csX35" fmla="*/ 1595656 w 1732388"/>
                <a:gd name="csY35" fmla="*/ 316194 h 592387"/>
                <a:gd name="csX36" fmla="*/ 1501652 w 1732388"/>
                <a:gd name="csY36" fmla="*/ 333286 h 592387"/>
                <a:gd name="csX37" fmla="*/ 1091454 w 1732388"/>
                <a:gd name="csY37" fmla="*/ 341832 h 592387"/>
                <a:gd name="csX38" fmla="*/ 1065816 w 1732388"/>
                <a:gd name="csY38" fmla="*/ 350377 h 592387"/>
                <a:gd name="csX39" fmla="*/ 980359 w 1732388"/>
                <a:gd name="csY39" fmla="*/ 367469 h 592387"/>
                <a:gd name="csX40" fmla="*/ 954721 w 1732388"/>
                <a:gd name="csY40" fmla="*/ 376015 h 592387"/>
                <a:gd name="csX41" fmla="*/ 886355 w 1732388"/>
                <a:gd name="csY41" fmla="*/ 393106 h 592387"/>
                <a:gd name="csX42" fmla="*/ 852172 w 1732388"/>
                <a:gd name="csY42" fmla="*/ 401652 h 592387"/>
                <a:gd name="csX43" fmla="*/ 809443 w 1732388"/>
                <a:gd name="csY43" fmla="*/ 410198 h 592387"/>
                <a:gd name="csX44" fmla="*/ 741076 w 1732388"/>
                <a:gd name="csY44" fmla="*/ 444381 h 592387"/>
                <a:gd name="csX45" fmla="*/ 715439 w 1732388"/>
                <a:gd name="csY45" fmla="*/ 461473 h 592387"/>
                <a:gd name="csX46" fmla="*/ 689802 w 1732388"/>
                <a:gd name="csY46" fmla="*/ 470018 h 592387"/>
                <a:gd name="csX47" fmla="*/ 570160 w 1732388"/>
                <a:gd name="csY47" fmla="*/ 487110 h 592387"/>
                <a:gd name="csX48" fmla="*/ 441973 w 1732388"/>
                <a:gd name="csY48" fmla="*/ 529839 h 592387"/>
                <a:gd name="csX49" fmla="*/ 407790 w 1732388"/>
                <a:gd name="csY49" fmla="*/ 555476 h 592387"/>
                <a:gd name="csX50" fmla="*/ 356516 w 1732388"/>
                <a:gd name="csY50" fmla="*/ 572568 h 592387"/>
                <a:gd name="csX51" fmla="*/ 288149 w 1732388"/>
                <a:gd name="csY51" fmla="*/ 589660 h 592387"/>
                <a:gd name="csX52" fmla="*/ 230583 w 1732388"/>
                <a:gd name="csY52" fmla="*/ 510897 h 592387"/>
                <a:gd name="csX53" fmla="*/ 139271 w 1732388"/>
                <a:gd name="csY53" fmla="*/ 583334 h 592387"/>
                <a:gd name="csX54" fmla="*/ 7484 w 1732388"/>
                <a:gd name="csY54" fmla="*/ 580643 h 592387"/>
                <a:gd name="csX55" fmla="*/ 14684 w 1732388"/>
                <a:gd name="csY55" fmla="*/ 487110 h 592387"/>
                <a:gd name="csX56" fmla="*/ 7484 w 1732388"/>
                <a:gd name="csY56" fmla="*/ 406127 h 592387"/>
                <a:gd name="csX0" fmla="*/ 7484 w 1732388"/>
                <a:gd name="csY0" fmla="*/ 406127 h 588383"/>
                <a:gd name="csX1" fmla="*/ 57413 w 1732388"/>
                <a:gd name="csY1" fmla="*/ 379581 h 588383"/>
                <a:gd name="csX2" fmla="*/ 108687 w 1732388"/>
                <a:gd name="csY2" fmla="*/ 401652 h 588383"/>
                <a:gd name="csX3" fmla="*/ 134325 w 1732388"/>
                <a:gd name="csY3" fmla="*/ 384561 h 588383"/>
                <a:gd name="csX4" fmla="*/ 142871 w 1732388"/>
                <a:gd name="csY4" fmla="*/ 358923 h 588383"/>
                <a:gd name="csX5" fmla="*/ 159962 w 1732388"/>
                <a:gd name="csY5" fmla="*/ 333286 h 588383"/>
                <a:gd name="csX6" fmla="*/ 236908 w 1732388"/>
                <a:gd name="csY6" fmla="*/ 309903 h 588383"/>
                <a:gd name="csX7" fmla="*/ 294912 w 1732388"/>
                <a:gd name="csY7" fmla="*/ 282045 h 588383"/>
                <a:gd name="csX8" fmla="*/ 416336 w 1732388"/>
                <a:gd name="csY8" fmla="*/ 264919 h 588383"/>
                <a:gd name="csX9" fmla="*/ 459065 w 1732388"/>
                <a:gd name="csY9" fmla="*/ 282011 h 588383"/>
                <a:gd name="csX10" fmla="*/ 463540 w 1732388"/>
                <a:gd name="csY10" fmla="*/ 222157 h 588383"/>
                <a:gd name="csX11" fmla="*/ 432015 w 1732388"/>
                <a:gd name="csY11" fmla="*/ 102011 h 588383"/>
                <a:gd name="csX12" fmla="*/ 544489 w 1732388"/>
                <a:gd name="csY12" fmla="*/ 198336 h 588383"/>
                <a:gd name="csX13" fmla="*/ 602527 w 1732388"/>
                <a:gd name="csY13" fmla="*/ 262261 h 588383"/>
                <a:gd name="csX14" fmla="*/ 653364 w 1732388"/>
                <a:gd name="csY14" fmla="*/ 259570 h 588383"/>
                <a:gd name="csX15" fmla="*/ 824314 w 1732388"/>
                <a:gd name="csY15" fmla="*/ 192078 h 588383"/>
                <a:gd name="csX16" fmla="*/ 903446 w 1732388"/>
                <a:gd name="csY16" fmla="*/ 136732 h 588383"/>
                <a:gd name="csX17" fmla="*/ 1023087 w 1732388"/>
                <a:gd name="csY17" fmla="*/ 68366 h 588383"/>
                <a:gd name="csX18" fmla="*/ 1065816 w 1732388"/>
                <a:gd name="csY18" fmla="*/ 42729 h 588383"/>
                <a:gd name="csX19" fmla="*/ 1117091 w 1732388"/>
                <a:gd name="csY19" fmla="*/ 25637 h 588383"/>
                <a:gd name="csX20" fmla="*/ 1142729 w 1732388"/>
                <a:gd name="csY20" fmla="*/ 17091 h 588383"/>
                <a:gd name="csX21" fmla="*/ 1168366 w 1732388"/>
                <a:gd name="csY21" fmla="*/ 0 h 588383"/>
                <a:gd name="csX22" fmla="*/ 1262370 w 1732388"/>
                <a:gd name="csY22" fmla="*/ 8546 h 588383"/>
                <a:gd name="csX23" fmla="*/ 1296553 w 1732388"/>
                <a:gd name="csY23" fmla="*/ 25637 h 588383"/>
                <a:gd name="csX24" fmla="*/ 1330736 w 1732388"/>
                <a:gd name="csY24" fmla="*/ 34183 h 588383"/>
                <a:gd name="csX25" fmla="*/ 1407648 w 1732388"/>
                <a:gd name="csY25" fmla="*/ 25637 h 588383"/>
                <a:gd name="csX26" fmla="*/ 1433286 w 1732388"/>
                <a:gd name="csY26" fmla="*/ 17091 h 588383"/>
                <a:gd name="csX27" fmla="*/ 1587110 w 1732388"/>
                <a:gd name="csY27" fmla="*/ 8546 h 588383"/>
                <a:gd name="csX28" fmla="*/ 1681114 w 1732388"/>
                <a:gd name="csY28" fmla="*/ 17091 h 588383"/>
                <a:gd name="csX29" fmla="*/ 1698205 w 1732388"/>
                <a:gd name="csY29" fmla="*/ 42729 h 588383"/>
                <a:gd name="csX30" fmla="*/ 1723843 w 1732388"/>
                <a:gd name="csY30" fmla="*/ 128187 h 588383"/>
                <a:gd name="csX31" fmla="*/ 1732388 w 1732388"/>
                <a:gd name="csY31" fmla="*/ 153824 h 588383"/>
                <a:gd name="csX32" fmla="*/ 1715297 w 1732388"/>
                <a:gd name="csY32" fmla="*/ 247828 h 588383"/>
                <a:gd name="csX33" fmla="*/ 1655476 w 1732388"/>
                <a:gd name="csY33" fmla="*/ 290557 h 588383"/>
                <a:gd name="csX34" fmla="*/ 1621293 w 1732388"/>
                <a:gd name="csY34" fmla="*/ 299103 h 588383"/>
                <a:gd name="csX35" fmla="*/ 1595656 w 1732388"/>
                <a:gd name="csY35" fmla="*/ 316194 h 588383"/>
                <a:gd name="csX36" fmla="*/ 1501652 w 1732388"/>
                <a:gd name="csY36" fmla="*/ 333286 h 588383"/>
                <a:gd name="csX37" fmla="*/ 1091454 w 1732388"/>
                <a:gd name="csY37" fmla="*/ 341832 h 588383"/>
                <a:gd name="csX38" fmla="*/ 1065816 w 1732388"/>
                <a:gd name="csY38" fmla="*/ 350377 h 588383"/>
                <a:gd name="csX39" fmla="*/ 980359 w 1732388"/>
                <a:gd name="csY39" fmla="*/ 367469 h 588383"/>
                <a:gd name="csX40" fmla="*/ 954721 w 1732388"/>
                <a:gd name="csY40" fmla="*/ 376015 h 588383"/>
                <a:gd name="csX41" fmla="*/ 886355 w 1732388"/>
                <a:gd name="csY41" fmla="*/ 393106 h 588383"/>
                <a:gd name="csX42" fmla="*/ 852172 w 1732388"/>
                <a:gd name="csY42" fmla="*/ 401652 h 588383"/>
                <a:gd name="csX43" fmla="*/ 809443 w 1732388"/>
                <a:gd name="csY43" fmla="*/ 410198 h 588383"/>
                <a:gd name="csX44" fmla="*/ 741076 w 1732388"/>
                <a:gd name="csY44" fmla="*/ 444381 h 588383"/>
                <a:gd name="csX45" fmla="*/ 715439 w 1732388"/>
                <a:gd name="csY45" fmla="*/ 461473 h 588383"/>
                <a:gd name="csX46" fmla="*/ 689802 w 1732388"/>
                <a:gd name="csY46" fmla="*/ 470018 h 588383"/>
                <a:gd name="csX47" fmla="*/ 570160 w 1732388"/>
                <a:gd name="csY47" fmla="*/ 487110 h 588383"/>
                <a:gd name="csX48" fmla="*/ 441973 w 1732388"/>
                <a:gd name="csY48" fmla="*/ 529839 h 588383"/>
                <a:gd name="csX49" fmla="*/ 407790 w 1732388"/>
                <a:gd name="csY49" fmla="*/ 555476 h 588383"/>
                <a:gd name="csX50" fmla="*/ 356516 w 1732388"/>
                <a:gd name="csY50" fmla="*/ 572568 h 588383"/>
                <a:gd name="csX51" fmla="*/ 374549 w 1732388"/>
                <a:gd name="csY51" fmla="*/ 488860 h 588383"/>
                <a:gd name="csX52" fmla="*/ 230583 w 1732388"/>
                <a:gd name="csY52" fmla="*/ 510897 h 588383"/>
                <a:gd name="csX53" fmla="*/ 139271 w 1732388"/>
                <a:gd name="csY53" fmla="*/ 583334 h 588383"/>
                <a:gd name="csX54" fmla="*/ 7484 w 1732388"/>
                <a:gd name="csY54" fmla="*/ 580643 h 588383"/>
                <a:gd name="csX55" fmla="*/ 14684 w 1732388"/>
                <a:gd name="csY55" fmla="*/ 487110 h 588383"/>
                <a:gd name="csX56" fmla="*/ 7484 w 1732388"/>
                <a:gd name="csY56" fmla="*/ 406127 h 588383"/>
                <a:gd name="csX0" fmla="*/ 7484 w 1732388"/>
                <a:gd name="csY0" fmla="*/ 406127 h 588383"/>
                <a:gd name="csX1" fmla="*/ 57413 w 1732388"/>
                <a:gd name="csY1" fmla="*/ 379581 h 588383"/>
                <a:gd name="csX2" fmla="*/ 108687 w 1732388"/>
                <a:gd name="csY2" fmla="*/ 401652 h 588383"/>
                <a:gd name="csX3" fmla="*/ 134325 w 1732388"/>
                <a:gd name="csY3" fmla="*/ 384561 h 588383"/>
                <a:gd name="csX4" fmla="*/ 142871 w 1732388"/>
                <a:gd name="csY4" fmla="*/ 358923 h 588383"/>
                <a:gd name="csX5" fmla="*/ 159962 w 1732388"/>
                <a:gd name="csY5" fmla="*/ 333286 h 588383"/>
                <a:gd name="csX6" fmla="*/ 236908 w 1732388"/>
                <a:gd name="csY6" fmla="*/ 309903 h 588383"/>
                <a:gd name="csX7" fmla="*/ 294912 w 1732388"/>
                <a:gd name="csY7" fmla="*/ 282045 h 588383"/>
                <a:gd name="csX8" fmla="*/ 416336 w 1732388"/>
                <a:gd name="csY8" fmla="*/ 264919 h 588383"/>
                <a:gd name="csX9" fmla="*/ 459065 w 1732388"/>
                <a:gd name="csY9" fmla="*/ 282011 h 588383"/>
                <a:gd name="csX10" fmla="*/ 463540 w 1732388"/>
                <a:gd name="csY10" fmla="*/ 222157 h 588383"/>
                <a:gd name="csX11" fmla="*/ 432015 w 1732388"/>
                <a:gd name="csY11" fmla="*/ 102011 h 588383"/>
                <a:gd name="csX12" fmla="*/ 544489 w 1732388"/>
                <a:gd name="csY12" fmla="*/ 198336 h 588383"/>
                <a:gd name="csX13" fmla="*/ 602527 w 1732388"/>
                <a:gd name="csY13" fmla="*/ 262261 h 588383"/>
                <a:gd name="csX14" fmla="*/ 653364 w 1732388"/>
                <a:gd name="csY14" fmla="*/ 259570 h 588383"/>
                <a:gd name="csX15" fmla="*/ 824314 w 1732388"/>
                <a:gd name="csY15" fmla="*/ 192078 h 588383"/>
                <a:gd name="csX16" fmla="*/ 903446 w 1732388"/>
                <a:gd name="csY16" fmla="*/ 136732 h 588383"/>
                <a:gd name="csX17" fmla="*/ 1023087 w 1732388"/>
                <a:gd name="csY17" fmla="*/ 68366 h 588383"/>
                <a:gd name="csX18" fmla="*/ 1065816 w 1732388"/>
                <a:gd name="csY18" fmla="*/ 42729 h 588383"/>
                <a:gd name="csX19" fmla="*/ 1117091 w 1732388"/>
                <a:gd name="csY19" fmla="*/ 25637 h 588383"/>
                <a:gd name="csX20" fmla="*/ 1142729 w 1732388"/>
                <a:gd name="csY20" fmla="*/ 17091 h 588383"/>
                <a:gd name="csX21" fmla="*/ 1168366 w 1732388"/>
                <a:gd name="csY21" fmla="*/ 0 h 588383"/>
                <a:gd name="csX22" fmla="*/ 1262370 w 1732388"/>
                <a:gd name="csY22" fmla="*/ 8546 h 588383"/>
                <a:gd name="csX23" fmla="*/ 1296553 w 1732388"/>
                <a:gd name="csY23" fmla="*/ 25637 h 588383"/>
                <a:gd name="csX24" fmla="*/ 1330736 w 1732388"/>
                <a:gd name="csY24" fmla="*/ 34183 h 588383"/>
                <a:gd name="csX25" fmla="*/ 1407648 w 1732388"/>
                <a:gd name="csY25" fmla="*/ 25637 h 588383"/>
                <a:gd name="csX26" fmla="*/ 1433286 w 1732388"/>
                <a:gd name="csY26" fmla="*/ 17091 h 588383"/>
                <a:gd name="csX27" fmla="*/ 1587110 w 1732388"/>
                <a:gd name="csY27" fmla="*/ 8546 h 588383"/>
                <a:gd name="csX28" fmla="*/ 1681114 w 1732388"/>
                <a:gd name="csY28" fmla="*/ 17091 h 588383"/>
                <a:gd name="csX29" fmla="*/ 1698205 w 1732388"/>
                <a:gd name="csY29" fmla="*/ 42729 h 588383"/>
                <a:gd name="csX30" fmla="*/ 1723843 w 1732388"/>
                <a:gd name="csY30" fmla="*/ 128187 h 588383"/>
                <a:gd name="csX31" fmla="*/ 1732388 w 1732388"/>
                <a:gd name="csY31" fmla="*/ 153824 h 588383"/>
                <a:gd name="csX32" fmla="*/ 1715297 w 1732388"/>
                <a:gd name="csY32" fmla="*/ 247828 h 588383"/>
                <a:gd name="csX33" fmla="*/ 1655476 w 1732388"/>
                <a:gd name="csY33" fmla="*/ 290557 h 588383"/>
                <a:gd name="csX34" fmla="*/ 1621293 w 1732388"/>
                <a:gd name="csY34" fmla="*/ 299103 h 588383"/>
                <a:gd name="csX35" fmla="*/ 1595656 w 1732388"/>
                <a:gd name="csY35" fmla="*/ 316194 h 588383"/>
                <a:gd name="csX36" fmla="*/ 1501652 w 1732388"/>
                <a:gd name="csY36" fmla="*/ 333286 h 588383"/>
                <a:gd name="csX37" fmla="*/ 1091454 w 1732388"/>
                <a:gd name="csY37" fmla="*/ 341832 h 588383"/>
                <a:gd name="csX38" fmla="*/ 1065816 w 1732388"/>
                <a:gd name="csY38" fmla="*/ 350377 h 588383"/>
                <a:gd name="csX39" fmla="*/ 980359 w 1732388"/>
                <a:gd name="csY39" fmla="*/ 367469 h 588383"/>
                <a:gd name="csX40" fmla="*/ 954721 w 1732388"/>
                <a:gd name="csY40" fmla="*/ 376015 h 588383"/>
                <a:gd name="csX41" fmla="*/ 886355 w 1732388"/>
                <a:gd name="csY41" fmla="*/ 393106 h 588383"/>
                <a:gd name="csX42" fmla="*/ 852172 w 1732388"/>
                <a:gd name="csY42" fmla="*/ 401652 h 588383"/>
                <a:gd name="csX43" fmla="*/ 809443 w 1732388"/>
                <a:gd name="csY43" fmla="*/ 410198 h 588383"/>
                <a:gd name="csX44" fmla="*/ 741076 w 1732388"/>
                <a:gd name="csY44" fmla="*/ 444381 h 588383"/>
                <a:gd name="csX45" fmla="*/ 715439 w 1732388"/>
                <a:gd name="csY45" fmla="*/ 461473 h 588383"/>
                <a:gd name="csX46" fmla="*/ 689802 w 1732388"/>
                <a:gd name="csY46" fmla="*/ 470018 h 588383"/>
                <a:gd name="csX47" fmla="*/ 570160 w 1732388"/>
                <a:gd name="csY47" fmla="*/ 487110 h 588383"/>
                <a:gd name="csX48" fmla="*/ 441973 w 1732388"/>
                <a:gd name="csY48" fmla="*/ 529839 h 588383"/>
                <a:gd name="csX49" fmla="*/ 407790 w 1732388"/>
                <a:gd name="csY49" fmla="*/ 555476 h 588383"/>
                <a:gd name="csX50" fmla="*/ 374549 w 1732388"/>
                <a:gd name="csY50" fmla="*/ 488860 h 588383"/>
                <a:gd name="csX51" fmla="*/ 230583 w 1732388"/>
                <a:gd name="csY51" fmla="*/ 510897 h 588383"/>
                <a:gd name="csX52" fmla="*/ 139271 w 1732388"/>
                <a:gd name="csY52" fmla="*/ 583334 h 588383"/>
                <a:gd name="csX53" fmla="*/ 7484 w 1732388"/>
                <a:gd name="csY53" fmla="*/ 580643 h 588383"/>
                <a:gd name="csX54" fmla="*/ 14684 w 1732388"/>
                <a:gd name="csY54" fmla="*/ 487110 h 588383"/>
                <a:gd name="csX55" fmla="*/ 7484 w 1732388"/>
                <a:gd name="csY55" fmla="*/ 406127 h 588383"/>
                <a:gd name="csX0" fmla="*/ 7484 w 1732388"/>
                <a:gd name="csY0" fmla="*/ 406127 h 588383"/>
                <a:gd name="csX1" fmla="*/ 57413 w 1732388"/>
                <a:gd name="csY1" fmla="*/ 379581 h 588383"/>
                <a:gd name="csX2" fmla="*/ 108687 w 1732388"/>
                <a:gd name="csY2" fmla="*/ 401652 h 588383"/>
                <a:gd name="csX3" fmla="*/ 134325 w 1732388"/>
                <a:gd name="csY3" fmla="*/ 384561 h 588383"/>
                <a:gd name="csX4" fmla="*/ 142871 w 1732388"/>
                <a:gd name="csY4" fmla="*/ 358923 h 588383"/>
                <a:gd name="csX5" fmla="*/ 159962 w 1732388"/>
                <a:gd name="csY5" fmla="*/ 333286 h 588383"/>
                <a:gd name="csX6" fmla="*/ 236908 w 1732388"/>
                <a:gd name="csY6" fmla="*/ 309903 h 588383"/>
                <a:gd name="csX7" fmla="*/ 294912 w 1732388"/>
                <a:gd name="csY7" fmla="*/ 282045 h 588383"/>
                <a:gd name="csX8" fmla="*/ 416336 w 1732388"/>
                <a:gd name="csY8" fmla="*/ 264919 h 588383"/>
                <a:gd name="csX9" fmla="*/ 459065 w 1732388"/>
                <a:gd name="csY9" fmla="*/ 282011 h 588383"/>
                <a:gd name="csX10" fmla="*/ 463540 w 1732388"/>
                <a:gd name="csY10" fmla="*/ 222157 h 588383"/>
                <a:gd name="csX11" fmla="*/ 432015 w 1732388"/>
                <a:gd name="csY11" fmla="*/ 102011 h 588383"/>
                <a:gd name="csX12" fmla="*/ 544489 w 1732388"/>
                <a:gd name="csY12" fmla="*/ 198336 h 588383"/>
                <a:gd name="csX13" fmla="*/ 602527 w 1732388"/>
                <a:gd name="csY13" fmla="*/ 262261 h 588383"/>
                <a:gd name="csX14" fmla="*/ 653364 w 1732388"/>
                <a:gd name="csY14" fmla="*/ 259570 h 588383"/>
                <a:gd name="csX15" fmla="*/ 824314 w 1732388"/>
                <a:gd name="csY15" fmla="*/ 192078 h 588383"/>
                <a:gd name="csX16" fmla="*/ 903446 w 1732388"/>
                <a:gd name="csY16" fmla="*/ 136732 h 588383"/>
                <a:gd name="csX17" fmla="*/ 1023087 w 1732388"/>
                <a:gd name="csY17" fmla="*/ 68366 h 588383"/>
                <a:gd name="csX18" fmla="*/ 1065816 w 1732388"/>
                <a:gd name="csY18" fmla="*/ 42729 h 588383"/>
                <a:gd name="csX19" fmla="*/ 1117091 w 1732388"/>
                <a:gd name="csY19" fmla="*/ 25637 h 588383"/>
                <a:gd name="csX20" fmla="*/ 1142729 w 1732388"/>
                <a:gd name="csY20" fmla="*/ 17091 h 588383"/>
                <a:gd name="csX21" fmla="*/ 1168366 w 1732388"/>
                <a:gd name="csY21" fmla="*/ 0 h 588383"/>
                <a:gd name="csX22" fmla="*/ 1262370 w 1732388"/>
                <a:gd name="csY22" fmla="*/ 8546 h 588383"/>
                <a:gd name="csX23" fmla="*/ 1296553 w 1732388"/>
                <a:gd name="csY23" fmla="*/ 25637 h 588383"/>
                <a:gd name="csX24" fmla="*/ 1330736 w 1732388"/>
                <a:gd name="csY24" fmla="*/ 34183 h 588383"/>
                <a:gd name="csX25" fmla="*/ 1407648 w 1732388"/>
                <a:gd name="csY25" fmla="*/ 25637 h 588383"/>
                <a:gd name="csX26" fmla="*/ 1433286 w 1732388"/>
                <a:gd name="csY26" fmla="*/ 17091 h 588383"/>
                <a:gd name="csX27" fmla="*/ 1587110 w 1732388"/>
                <a:gd name="csY27" fmla="*/ 8546 h 588383"/>
                <a:gd name="csX28" fmla="*/ 1681114 w 1732388"/>
                <a:gd name="csY28" fmla="*/ 17091 h 588383"/>
                <a:gd name="csX29" fmla="*/ 1698205 w 1732388"/>
                <a:gd name="csY29" fmla="*/ 42729 h 588383"/>
                <a:gd name="csX30" fmla="*/ 1723843 w 1732388"/>
                <a:gd name="csY30" fmla="*/ 128187 h 588383"/>
                <a:gd name="csX31" fmla="*/ 1732388 w 1732388"/>
                <a:gd name="csY31" fmla="*/ 153824 h 588383"/>
                <a:gd name="csX32" fmla="*/ 1715297 w 1732388"/>
                <a:gd name="csY32" fmla="*/ 247828 h 588383"/>
                <a:gd name="csX33" fmla="*/ 1655476 w 1732388"/>
                <a:gd name="csY33" fmla="*/ 290557 h 588383"/>
                <a:gd name="csX34" fmla="*/ 1621293 w 1732388"/>
                <a:gd name="csY34" fmla="*/ 299103 h 588383"/>
                <a:gd name="csX35" fmla="*/ 1595656 w 1732388"/>
                <a:gd name="csY35" fmla="*/ 316194 h 588383"/>
                <a:gd name="csX36" fmla="*/ 1501652 w 1732388"/>
                <a:gd name="csY36" fmla="*/ 333286 h 588383"/>
                <a:gd name="csX37" fmla="*/ 1091454 w 1732388"/>
                <a:gd name="csY37" fmla="*/ 341832 h 588383"/>
                <a:gd name="csX38" fmla="*/ 1065816 w 1732388"/>
                <a:gd name="csY38" fmla="*/ 350377 h 588383"/>
                <a:gd name="csX39" fmla="*/ 980359 w 1732388"/>
                <a:gd name="csY39" fmla="*/ 367469 h 588383"/>
                <a:gd name="csX40" fmla="*/ 954721 w 1732388"/>
                <a:gd name="csY40" fmla="*/ 376015 h 588383"/>
                <a:gd name="csX41" fmla="*/ 886355 w 1732388"/>
                <a:gd name="csY41" fmla="*/ 393106 h 588383"/>
                <a:gd name="csX42" fmla="*/ 852172 w 1732388"/>
                <a:gd name="csY42" fmla="*/ 401652 h 588383"/>
                <a:gd name="csX43" fmla="*/ 809443 w 1732388"/>
                <a:gd name="csY43" fmla="*/ 410198 h 588383"/>
                <a:gd name="csX44" fmla="*/ 741076 w 1732388"/>
                <a:gd name="csY44" fmla="*/ 444381 h 588383"/>
                <a:gd name="csX45" fmla="*/ 715439 w 1732388"/>
                <a:gd name="csY45" fmla="*/ 461473 h 588383"/>
                <a:gd name="csX46" fmla="*/ 689802 w 1732388"/>
                <a:gd name="csY46" fmla="*/ 470018 h 588383"/>
                <a:gd name="csX47" fmla="*/ 570160 w 1732388"/>
                <a:gd name="csY47" fmla="*/ 487110 h 588383"/>
                <a:gd name="csX48" fmla="*/ 441973 w 1732388"/>
                <a:gd name="csY48" fmla="*/ 529839 h 588383"/>
                <a:gd name="csX49" fmla="*/ 374549 w 1732388"/>
                <a:gd name="csY49" fmla="*/ 488860 h 588383"/>
                <a:gd name="csX50" fmla="*/ 230583 w 1732388"/>
                <a:gd name="csY50" fmla="*/ 510897 h 588383"/>
                <a:gd name="csX51" fmla="*/ 139271 w 1732388"/>
                <a:gd name="csY51" fmla="*/ 583334 h 588383"/>
                <a:gd name="csX52" fmla="*/ 7484 w 1732388"/>
                <a:gd name="csY52" fmla="*/ 580643 h 588383"/>
                <a:gd name="csX53" fmla="*/ 14684 w 1732388"/>
                <a:gd name="csY53" fmla="*/ 487110 h 588383"/>
                <a:gd name="csX54" fmla="*/ 7484 w 1732388"/>
                <a:gd name="csY54" fmla="*/ 406127 h 588383"/>
                <a:gd name="csX0" fmla="*/ 7484 w 1732388"/>
                <a:gd name="csY0" fmla="*/ 406127 h 663144"/>
                <a:gd name="csX1" fmla="*/ 57413 w 1732388"/>
                <a:gd name="csY1" fmla="*/ 379581 h 663144"/>
                <a:gd name="csX2" fmla="*/ 108687 w 1732388"/>
                <a:gd name="csY2" fmla="*/ 401652 h 663144"/>
                <a:gd name="csX3" fmla="*/ 134325 w 1732388"/>
                <a:gd name="csY3" fmla="*/ 384561 h 663144"/>
                <a:gd name="csX4" fmla="*/ 142871 w 1732388"/>
                <a:gd name="csY4" fmla="*/ 358923 h 663144"/>
                <a:gd name="csX5" fmla="*/ 159962 w 1732388"/>
                <a:gd name="csY5" fmla="*/ 333286 h 663144"/>
                <a:gd name="csX6" fmla="*/ 236908 w 1732388"/>
                <a:gd name="csY6" fmla="*/ 309903 h 663144"/>
                <a:gd name="csX7" fmla="*/ 294912 w 1732388"/>
                <a:gd name="csY7" fmla="*/ 282045 h 663144"/>
                <a:gd name="csX8" fmla="*/ 416336 w 1732388"/>
                <a:gd name="csY8" fmla="*/ 264919 h 663144"/>
                <a:gd name="csX9" fmla="*/ 459065 w 1732388"/>
                <a:gd name="csY9" fmla="*/ 282011 h 663144"/>
                <a:gd name="csX10" fmla="*/ 463540 w 1732388"/>
                <a:gd name="csY10" fmla="*/ 222157 h 663144"/>
                <a:gd name="csX11" fmla="*/ 432015 w 1732388"/>
                <a:gd name="csY11" fmla="*/ 102011 h 663144"/>
                <a:gd name="csX12" fmla="*/ 544489 w 1732388"/>
                <a:gd name="csY12" fmla="*/ 198336 h 663144"/>
                <a:gd name="csX13" fmla="*/ 602527 w 1732388"/>
                <a:gd name="csY13" fmla="*/ 262261 h 663144"/>
                <a:gd name="csX14" fmla="*/ 653364 w 1732388"/>
                <a:gd name="csY14" fmla="*/ 259570 h 663144"/>
                <a:gd name="csX15" fmla="*/ 824314 w 1732388"/>
                <a:gd name="csY15" fmla="*/ 192078 h 663144"/>
                <a:gd name="csX16" fmla="*/ 903446 w 1732388"/>
                <a:gd name="csY16" fmla="*/ 136732 h 663144"/>
                <a:gd name="csX17" fmla="*/ 1023087 w 1732388"/>
                <a:gd name="csY17" fmla="*/ 68366 h 663144"/>
                <a:gd name="csX18" fmla="*/ 1065816 w 1732388"/>
                <a:gd name="csY18" fmla="*/ 42729 h 663144"/>
                <a:gd name="csX19" fmla="*/ 1117091 w 1732388"/>
                <a:gd name="csY19" fmla="*/ 25637 h 663144"/>
                <a:gd name="csX20" fmla="*/ 1142729 w 1732388"/>
                <a:gd name="csY20" fmla="*/ 17091 h 663144"/>
                <a:gd name="csX21" fmla="*/ 1168366 w 1732388"/>
                <a:gd name="csY21" fmla="*/ 0 h 663144"/>
                <a:gd name="csX22" fmla="*/ 1262370 w 1732388"/>
                <a:gd name="csY22" fmla="*/ 8546 h 663144"/>
                <a:gd name="csX23" fmla="*/ 1296553 w 1732388"/>
                <a:gd name="csY23" fmla="*/ 25637 h 663144"/>
                <a:gd name="csX24" fmla="*/ 1330736 w 1732388"/>
                <a:gd name="csY24" fmla="*/ 34183 h 663144"/>
                <a:gd name="csX25" fmla="*/ 1407648 w 1732388"/>
                <a:gd name="csY25" fmla="*/ 25637 h 663144"/>
                <a:gd name="csX26" fmla="*/ 1433286 w 1732388"/>
                <a:gd name="csY26" fmla="*/ 17091 h 663144"/>
                <a:gd name="csX27" fmla="*/ 1587110 w 1732388"/>
                <a:gd name="csY27" fmla="*/ 8546 h 663144"/>
                <a:gd name="csX28" fmla="*/ 1681114 w 1732388"/>
                <a:gd name="csY28" fmla="*/ 17091 h 663144"/>
                <a:gd name="csX29" fmla="*/ 1698205 w 1732388"/>
                <a:gd name="csY29" fmla="*/ 42729 h 663144"/>
                <a:gd name="csX30" fmla="*/ 1723843 w 1732388"/>
                <a:gd name="csY30" fmla="*/ 128187 h 663144"/>
                <a:gd name="csX31" fmla="*/ 1732388 w 1732388"/>
                <a:gd name="csY31" fmla="*/ 153824 h 663144"/>
                <a:gd name="csX32" fmla="*/ 1715297 w 1732388"/>
                <a:gd name="csY32" fmla="*/ 247828 h 663144"/>
                <a:gd name="csX33" fmla="*/ 1655476 w 1732388"/>
                <a:gd name="csY33" fmla="*/ 290557 h 663144"/>
                <a:gd name="csX34" fmla="*/ 1621293 w 1732388"/>
                <a:gd name="csY34" fmla="*/ 299103 h 663144"/>
                <a:gd name="csX35" fmla="*/ 1595656 w 1732388"/>
                <a:gd name="csY35" fmla="*/ 316194 h 663144"/>
                <a:gd name="csX36" fmla="*/ 1501652 w 1732388"/>
                <a:gd name="csY36" fmla="*/ 333286 h 663144"/>
                <a:gd name="csX37" fmla="*/ 1091454 w 1732388"/>
                <a:gd name="csY37" fmla="*/ 341832 h 663144"/>
                <a:gd name="csX38" fmla="*/ 1065816 w 1732388"/>
                <a:gd name="csY38" fmla="*/ 350377 h 663144"/>
                <a:gd name="csX39" fmla="*/ 980359 w 1732388"/>
                <a:gd name="csY39" fmla="*/ 367469 h 663144"/>
                <a:gd name="csX40" fmla="*/ 954721 w 1732388"/>
                <a:gd name="csY40" fmla="*/ 376015 h 663144"/>
                <a:gd name="csX41" fmla="*/ 886355 w 1732388"/>
                <a:gd name="csY41" fmla="*/ 393106 h 663144"/>
                <a:gd name="csX42" fmla="*/ 852172 w 1732388"/>
                <a:gd name="csY42" fmla="*/ 401652 h 663144"/>
                <a:gd name="csX43" fmla="*/ 809443 w 1732388"/>
                <a:gd name="csY43" fmla="*/ 410198 h 663144"/>
                <a:gd name="csX44" fmla="*/ 741076 w 1732388"/>
                <a:gd name="csY44" fmla="*/ 444381 h 663144"/>
                <a:gd name="csX45" fmla="*/ 765839 w 1732388"/>
                <a:gd name="csY45" fmla="*/ 663073 h 663144"/>
                <a:gd name="csX46" fmla="*/ 689802 w 1732388"/>
                <a:gd name="csY46" fmla="*/ 470018 h 663144"/>
                <a:gd name="csX47" fmla="*/ 570160 w 1732388"/>
                <a:gd name="csY47" fmla="*/ 487110 h 663144"/>
                <a:gd name="csX48" fmla="*/ 441973 w 1732388"/>
                <a:gd name="csY48" fmla="*/ 529839 h 663144"/>
                <a:gd name="csX49" fmla="*/ 374549 w 1732388"/>
                <a:gd name="csY49" fmla="*/ 488860 h 663144"/>
                <a:gd name="csX50" fmla="*/ 230583 w 1732388"/>
                <a:gd name="csY50" fmla="*/ 510897 h 663144"/>
                <a:gd name="csX51" fmla="*/ 139271 w 1732388"/>
                <a:gd name="csY51" fmla="*/ 583334 h 663144"/>
                <a:gd name="csX52" fmla="*/ 7484 w 1732388"/>
                <a:gd name="csY52" fmla="*/ 580643 h 663144"/>
                <a:gd name="csX53" fmla="*/ 14684 w 1732388"/>
                <a:gd name="csY53" fmla="*/ 487110 h 663144"/>
                <a:gd name="csX54" fmla="*/ 7484 w 1732388"/>
                <a:gd name="csY54" fmla="*/ 406127 h 663144"/>
                <a:gd name="csX0" fmla="*/ 7484 w 1732388"/>
                <a:gd name="csY0" fmla="*/ 406127 h 664439"/>
                <a:gd name="csX1" fmla="*/ 57413 w 1732388"/>
                <a:gd name="csY1" fmla="*/ 379581 h 664439"/>
                <a:gd name="csX2" fmla="*/ 108687 w 1732388"/>
                <a:gd name="csY2" fmla="*/ 401652 h 664439"/>
                <a:gd name="csX3" fmla="*/ 134325 w 1732388"/>
                <a:gd name="csY3" fmla="*/ 384561 h 664439"/>
                <a:gd name="csX4" fmla="*/ 142871 w 1732388"/>
                <a:gd name="csY4" fmla="*/ 358923 h 664439"/>
                <a:gd name="csX5" fmla="*/ 159962 w 1732388"/>
                <a:gd name="csY5" fmla="*/ 333286 h 664439"/>
                <a:gd name="csX6" fmla="*/ 236908 w 1732388"/>
                <a:gd name="csY6" fmla="*/ 309903 h 664439"/>
                <a:gd name="csX7" fmla="*/ 294912 w 1732388"/>
                <a:gd name="csY7" fmla="*/ 282045 h 664439"/>
                <a:gd name="csX8" fmla="*/ 416336 w 1732388"/>
                <a:gd name="csY8" fmla="*/ 264919 h 664439"/>
                <a:gd name="csX9" fmla="*/ 459065 w 1732388"/>
                <a:gd name="csY9" fmla="*/ 282011 h 664439"/>
                <a:gd name="csX10" fmla="*/ 463540 w 1732388"/>
                <a:gd name="csY10" fmla="*/ 222157 h 664439"/>
                <a:gd name="csX11" fmla="*/ 432015 w 1732388"/>
                <a:gd name="csY11" fmla="*/ 102011 h 664439"/>
                <a:gd name="csX12" fmla="*/ 544489 w 1732388"/>
                <a:gd name="csY12" fmla="*/ 198336 h 664439"/>
                <a:gd name="csX13" fmla="*/ 602527 w 1732388"/>
                <a:gd name="csY13" fmla="*/ 262261 h 664439"/>
                <a:gd name="csX14" fmla="*/ 653364 w 1732388"/>
                <a:gd name="csY14" fmla="*/ 259570 h 664439"/>
                <a:gd name="csX15" fmla="*/ 824314 w 1732388"/>
                <a:gd name="csY15" fmla="*/ 192078 h 664439"/>
                <a:gd name="csX16" fmla="*/ 903446 w 1732388"/>
                <a:gd name="csY16" fmla="*/ 136732 h 664439"/>
                <a:gd name="csX17" fmla="*/ 1023087 w 1732388"/>
                <a:gd name="csY17" fmla="*/ 68366 h 664439"/>
                <a:gd name="csX18" fmla="*/ 1065816 w 1732388"/>
                <a:gd name="csY18" fmla="*/ 42729 h 664439"/>
                <a:gd name="csX19" fmla="*/ 1117091 w 1732388"/>
                <a:gd name="csY19" fmla="*/ 25637 h 664439"/>
                <a:gd name="csX20" fmla="*/ 1142729 w 1732388"/>
                <a:gd name="csY20" fmla="*/ 17091 h 664439"/>
                <a:gd name="csX21" fmla="*/ 1168366 w 1732388"/>
                <a:gd name="csY21" fmla="*/ 0 h 664439"/>
                <a:gd name="csX22" fmla="*/ 1262370 w 1732388"/>
                <a:gd name="csY22" fmla="*/ 8546 h 664439"/>
                <a:gd name="csX23" fmla="*/ 1296553 w 1732388"/>
                <a:gd name="csY23" fmla="*/ 25637 h 664439"/>
                <a:gd name="csX24" fmla="*/ 1330736 w 1732388"/>
                <a:gd name="csY24" fmla="*/ 34183 h 664439"/>
                <a:gd name="csX25" fmla="*/ 1407648 w 1732388"/>
                <a:gd name="csY25" fmla="*/ 25637 h 664439"/>
                <a:gd name="csX26" fmla="*/ 1433286 w 1732388"/>
                <a:gd name="csY26" fmla="*/ 17091 h 664439"/>
                <a:gd name="csX27" fmla="*/ 1587110 w 1732388"/>
                <a:gd name="csY27" fmla="*/ 8546 h 664439"/>
                <a:gd name="csX28" fmla="*/ 1681114 w 1732388"/>
                <a:gd name="csY28" fmla="*/ 17091 h 664439"/>
                <a:gd name="csX29" fmla="*/ 1698205 w 1732388"/>
                <a:gd name="csY29" fmla="*/ 42729 h 664439"/>
                <a:gd name="csX30" fmla="*/ 1723843 w 1732388"/>
                <a:gd name="csY30" fmla="*/ 128187 h 664439"/>
                <a:gd name="csX31" fmla="*/ 1732388 w 1732388"/>
                <a:gd name="csY31" fmla="*/ 153824 h 664439"/>
                <a:gd name="csX32" fmla="*/ 1715297 w 1732388"/>
                <a:gd name="csY32" fmla="*/ 247828 h 664439"/>
                <a:gd name="csX33" fmla="*/ 1655476 w 1732388"/>
                <a:gd name="csY33" fmla="*/ 290557 h 664439"/>
                <a:gd name="csX34" fmla="*/ 1621293 w 1732388"/>
                <a:gd name="csY34" fmla="*/ 299103 h 664439"/>
                <a:gd name="csX35" fmla="*/ 1595656 w 1732388"/>
                <a:gd name="csY35" fmla="*/ 316194 h 664439"/>
                <a:gd name="csX36" fmla="*/ 1501652 w 1732388"/>
                <a:gd name="csY36" fmla="*/ 333286 h 664439"/>
                <a:gd name="csX37" fmla="*/ 1091454 w 1732388"/>
                <a:gd name="csY37" fmla="*/ 341832 h 664439"/>
                <a:gd name="csX38" fmla="*/ 1065816 w 1732388"/>
                <a:gd name="csY38" fmla="*/ 350377 h 664439"/>
                <a:gd name="csX39" fmla="*/ 980359 w 1732388"/>
                <a:gd name="csY39" fmla="*/ 367469 h 664439"/>
                <a:gd name="csX40" fmla="*/ 954721 w 1732388"/>
                <a:gd name="csY40" fmla="*/ 376015 h 664439"/>
                <a:gd name="csX41" fmla="*/ 886355 w 1732388"/>
                <a:gd name="csY41" fmla="*/ 393106 h 664439"/>
                <a:gd name="csX42" fmla="*/ 852172 w 1732388"/>
                <a:gd name="csY42" fmla="*/ 401652 h 664439"/>
                <a:gd name="csX43" fmla="*/ 809443 w 1732388"/>
                <a:gd name="csY43" fmla="*/ 410198 h 664439"/>
                <a:gd name="csX44" fmla="*/ 741076 w 1732388"/>
                <a:gd name="csY44" fmla="*/ 444381 h 664439"/>
                <a:gd name="csX45" fmla="*/ 765839 w 1732388"/>
                <a:gd name="csY45" fmla="*/ 663073 h 664439"/>
                <a:gd name="csX46" fmla="*/ 686202 w 1732388"/>
                <a:gd name="csY46" fmla="*/ 534818 h 664439"/>
                <a:gd name="csX47" fmla="*/ 570160 w 1732388"/>
                <a:gd name="csY47" fmla="*/ 487110 h 664439"/>
                <a:gd name="csX48" fmla="*/ 441973 w 1732388"/>
                <a:gd name="csY48" fmla="*/ 529839 h 664439"/>
                <a:gd name="csX49" fmla="*/ 374549 w 1732388"/>
                <a:gd name="csY49" fmla="*/ 488860 h 664439"/>
                <a:gd name="csX50" fmla="*/ 230583 w 1732388"/>
                <a:gd name="csY50" fmla="*/ 510897 h 664439"/>
                <a:gd name="csX51" fmla="*/ 139271 w 1732388"/>
                <a:gd name="csY51" fmla="*/ 583334 h 664439"/>
                <a:gd name="csX52" fmla="*/ 7484 w 1732388"/>
                <a:gd name="csY52" fmla="*/ 580643 h 664439"/>
                <a:gd name="csX53" fmla="*/ 14684 w 1732388"/>
                <a:gd name="csY53" fmla="*/ 487110 h 664439"/>
                <a:gd name="csX54" fmla="*/ 7484 w 1732388"/>
                <a:gd name="csY54" fmla="*/ 406127 h 664439"/>
                <a:gd name="csX0" fmla="*/ 7484 w 1732388"/>
                <a:gd name="csY0" fmla="*/ 406127 h 664542"/>
                <a:gd name="csX1" fmla="*/ 57413 w 1732388"/>
                <a:gd name="csY1" fmla="*/ 379581 h 664542"/>
                <a:gd name="csX2" fmla="*/ 108687 w 1732388"/>
                <a:gd name="csY2" fmla="*/ 401652 h 664542"/>
                <a:gd name="csX3" fmla="*/ 134325 w 1732388"/>
                <a:gd name="csY3" fmla="*/ 384561 h 664542"/>
                <a:gd name="csX4" fmla="*/ 142871 w 1732388"/>
                <a:gd name="csY4" fmla="*/ 358923 h 664542"/>
                <a:gd name="csX5" fmla="*/ 159962 w 1732388"/>
                <a:gd name="csY5" fmla="*/ 333286 h 664542"/>
                <a:gd name="csX6" fmla="*/ 236908 w 1732388"/>
                <a:gd name="csY6" fmla="*/ 309903 h 664542"/>
                <a:gd name="csX7" fmla="*/ 294912 w 1732388"/>
                <a:gd name="csY7" fmla="*/ 282045 h 664542"/>
                <a:gd name="csX8" fmla="*/ 416336 w 1732388"/>
                <a:gd name="csY8" fmla="*/ 264919 h 664542"/>
                <a:gd name="csX9" fmla="*/ 459065 w 1732388"/>
                <a:gd name="csY9" fmla="*/ 282011 h 664542"/>
                <a:gd name="csX10" fmla="*/ 463540 w 1732388"/>
                <a:gd name="csY10" fmla="*/ 222157 h 664542"/>
                <a:gd name="csX11" fmla="*/ 432015 w 1732388"/>
                <a:gd name="csY11" fmla="*/ 102011 h 664542"/>
                <a:gd name="csX12" fmla="*/ 544489 w 1732388"/>
                <a:gd name="csY12" fmla="*/ 198336 h 664542"/>
                <a:gd name="csX13" fmla="*/ 602527 w 1732388"/>
                <a:gd name="csY13" fmla="*/ 262261 h 664542"/>
                <a:gd name="csX14" fmla="*/ 653364 w 1732388"/>
                <a:gd name="csY14" fmla="*/ 259570 h 664542"/>
                <a:gd name="csX15" fmla="*/ 824314 w 1732388"/>
                <a:gd name="csY15" fmla="*/ 192078 h 664542"/>
                <a:gd name="csX16" fmla="*/ 903446 w 1732388"/>
                <a:gd name="csY16" fmla="*/ 136732 h 664542"/>
                <a:gd name="csX17" fmla="*/ 1023087 w 1732388"/>
                <a:gd name="csY17" fmla="*/ 68366 h 664542"/>
                <a:gd name="csX18" fmla="*/ 1065816 w 1732388"/>
                <a:gd name="csY18" fmla="*/ 42729 h 664542"/>
                <a:gd name="csX19" fmla="*/ 1117091 w 1732388"/>
                <a:gd name="csY19" fmla="*/ 25637 h 664542"/>
                <a:gd name="csX20" fmla="*/ 1142729 w 1732388"/>
                <a:gd name="csY20" fmla="*/ 17091 h 664542"/>
                <a:gd name="csX21" fmla="*/ 1168366 w 1732388"/>
                <a:gd name="csY21" fmla="*/ 0 h 664542"/>
                <a:gd name="csX22" fmla="*/ 1262370 w 1732388"/>
                <a:gd name="csY22" fmla="*/ 8546 h 664542"/>
                <a:gd name="csX23" fmla="*/ 1296553 w 1732388"/>
                <a:gd name="csY23" fmla="*/ 25637 h 664542"/>
                <a:gd name="csX24" fmla="*/ 1330736 w 1732388"/>
                <a:gd name="csY24" fmla="*/ 34183 h 664542"/>
                <a:gd name="csX25" fmla="*/ 1407648 w 1732388"/>
                <a:gd name="csY25" fmla="*/ 25637 h 664542"/>
                <a:gd name="csX26" fmla="*/ 1433286 w 1732388"/>
                <a:gd name="csY26" fmla="*/ 17091 h 664542"/>
                <a:gd name="csX27" fmla="*/ 1587110 w 1732388"/>
                <a:gd name="csY27" fmla="*/ 8546 h 664542"/>
                <a:gd name="csX28" fmla="*/ 1681114 w 1732388"/>
                <a:gd name="csY28" fmla="*/ 17091 h 664542"/>
                <a:gd name="csX29" fmla="*/ 1698205 w 1732388"/>
                <a:gd name="csY29" fmla="*/ 42729 h 664542"/>
                <a:gd name="csX30" fmla="*/ 1723843 w 1732388"/>
                <a:gd name="csY30" fmla="*/ 128187 h 664542"/>
                <a:gd name="csX31" fmla="*/ 1732388 w 1732388"/>
                <a:gd name="csY31" fmla="*/ 153824 h 664542"/>
                <a:gd name="csX32" fmla="*/ 1715297 w 1732388"/>
                <a:gd name="csY32" fmla="*/ 247828 h 664542"/>
                <a:gd name="csX33" fmla="*/ 1655476 w 1732388"/>
                <a:gd name="csY33" fmla="*/ 290557 h 664542"/>
                <a:gd name="csX34" fmla="*/ 1621293 w 1732388"/>
                <a:gd name="csY34" fmla="*/ 299103 h 664542"/>
                <a:gd name="csX35" fmla="*/ 1595656 w 1732388"/>
                <a:gd name="csY35" fmla="*/ 316194 h 664542"/>
                <a:gd name="csX36" fmla="*/ 1501652 w 1732388"/>
                <a:gd name="csY36" fmla="*/ 333286 h 664542"/>
                <a:gd name="csX37" fmla="*/ 1091454 w 1732388"/>
                <a:gd name="csY37" fmla="*/ 341832 h 664542"/>
                <a:gd name="csX38" fmla="*/ 1065816 w 1732388"/>
                <a:gd name="csY38" fmla="*/ 350377 h 664542"/>
                <a:gd name="csX39" fmla="*/ 980359 w 1732388"/>
                <a:gd name="csY39" fmla="*/ 367469 h 664542"/>
                <a:gd name="csX40" fmla="*/ 954721 w 1732388"/>
                <a:gd name="csY40" fmla="*/ 376015 h 664542"/>
                <a:gd name="csX41" fmla="*/ 886355 w 1732388"/>
                <a:gd name="csY41" fmla="*/ 393106 h 664542"/>
                <a:gd name="csX42" fmla="*/ 852172 w 1732388"/>
                <a:gd name="csY42" fmla="*/ 401652 h 664542"/>
                <a:gd name="csX43" fmla="*/ 809443 w 1732388"/>
                <a:gd name="csY43" fmla="*/ 410198 h 664542"/>
                <a:gd name="csX44" fmla="*/ 741076 w 1732388"/>
                <a:gd name="csY44" fmla="*/ 444381 h 664542"/>
                <a:gd name="csX45" fmla="*/ 765839 w 1732388"/>
                <a:gd name="csY45" fmla="*/ 663073 h 664542"/>
                <a:gd name="csX46" fmla="*/ 686202 w 1732388"/>
                <a:gd name="csY46" fmla="*/ 534818 h 664542"/>
                <a:gd name="csX47" fmla="*/ 595360 w 1732388"/>
                <a:gd name="csY47" fmla="*/ 433110 h 664542"/>
                <a:gd name="csX48" fmla="*/ 441973 w 1732388"/>
                <a:gd name="csY48" fmla="*/ 529839 h 664542"/>
                <a:gd name="csX49" fmla="*/ 374549 w 1732388"/>
                <a:gd name="csY49" fmla="*/ 488860 h 664542"/>
                <a:gd name="csX50" fmla="*/ 230583 w 1732388"/>
                <a:gd name="csY50" fmla="*/ 510897 h 664542"/>
                <a:gd name="csX51" fmla="*/ 139271 w 1732388"/>
                <a:gd name="csY51" fmla="*/ 583334 h 664542"/>
                <a:gd name="csX52" fmla="*/ 7484 w 1732388"/>
                <a:gd name="csY52" fmla="*/ 580643 h 664542"/>
                <a:gd name="csX53" fmla="*/ 14684 w 1732388"/>
                <a:gd name="csY53" fmla="*/ 487110 h 664542"/>
                <a:gd name="csX54" fmla="*/ 7484 w 1732388"/>
                <a:gd name="csY54" fmla="*/ 406127 h 664542"/>
                <a:gd name="csX0" fmla="*/ 7484 w 1732388"/>
                <a:gd name="csY0" fmla="*/ 406127 h 664542"/>
                <a:gd name="csX1" fmla="*/ 57413 w 1732388"/>
                <a:gd name="csY1" fmla="*/ 379581 h 664542"/>
                <a:gd name="csX2" fmla="*/ 108687 w 1732388"/>
                <a:gd name="csY2" fmla="*/ 401652 h 664542"/>
                <a:gd name="csX3" fmla="*/ 134325 w 1732388"/>
                <a:gd name="csY3" fmla="*/ 384561 h 664542"/>
                <a:gd name="csX4" fmla="*/ 142871 w 1732388"/>
                <a:gd name="csY4" fmla="*/ 358923 h 664542"/>
                <a:gd name="csX5" fmla="*/ 159962 w 1732388"/>
                <a:gd name="csY5" fmla="*/ 333286 h 664542"/>
                <a:gd name="csX6" fmla="*/ 236908 w 1732388"/>
                <a:gd name="csY6" fmla="*/ 309903 h 664542"/>
                <a:gd name="csX7" fmla="*/ 294912 w 1732388"/>
                <a:gd name="csY7" fmla="*/ 282045 h 664542"/>
                <a:gd name="csX8" fmla="*/ 416336 w 1732388"/>
                <a:gd name="csY8" fmla="*/ 264919 h 664542"/>
                <a:gd name="csX9" fmla="*/ 459065 w 1732388"/>
                <a:gd name="csY9" fmla="*/ 282011 h 664542"/>
                <a:gd name="csX10" fmla="*/ 463540 w 1732388"/>
                <a:gd name="csY10" fmla="*/ 222157 h 664542"/>
                <a:gd name="csX11" fmla="*/ 432015 w 1732388"/>
                <a:gd name="csY11" fmla="*/ 102011 h 664542"/>
                <a:gd name="csX12" fmla="*/ 544489 w 1732388"/>
                <a:gd name="csY12" fmla="*/ 198336 h 664542"/>
                <a:gd name="csX13" fmla="*/ 602527 w 1732388"/>
                <a:gd name="csY13" fmla="*/ 262261 h 664542"/>
                <a:gd name="csX14" fmla="*/ 653364 w 1732388"/>
                <a:gd name="csY14" fmla="*/ 259570 h 664542"/>
                <a:gd name="csX15" fmla="*/ 824314 w 1732388"/>
                <a:gd name="csY15" fmla="*/ 192078 h 664542"/>
                <a:gd name="csX16" fmla="*/ 903446 w 1732388"/>
                <a:gd name="csY16" fmla="*/ 136732 h 664542"/>
                <a:gd name="csX17" fmla="*/ 1023087 w 1732388"/>
                <a:gd name="csY17" fmla="*/ 68366 h 664542"/>
                <a:gd name="csX18" fmla="*/ 1065816 w 1732388"/>
                <a:gd name="csY18" fmla="*/ 42729 h 664542"/>
                <a:gd name="csX19" fmla="*/ 1117091 w 1732388"/>
                <a:gd name="csY19" fmla="*/ 25637 h 664542"/>
                <a:gd name="csX20" fmla="*/ 1142729 w 1732388"/>
                <a:gd name="csY20" fmla="*/ 17091 h 664542"/>
                <a:gd name="csX21" fmla="*/ 1168366 w 1732388"/>
                <a:gd name="csY21" fmla="*/ 0 h 664542"/>
                <a:gd name="csX22" fmla="*/ 1262370 w 1732388"/>
                <a:gd name="csY22" fmla="*/ 8546 h 664542"/>
                <a:gd name="csX23" fmla="*/ 1296553 w 1732388"/>
                <a:gd name="csY23" fmla="*/ 25637 h 664542"/>
                <a:gd name="csX24" fmla="*/ 1330736 w 1732388"/>
                <a:gd name="csY24" fmla="*/ 34183 h 664542"/>
                <a:gd name="csX25" fmla="*/ 1407648 w 1732388"/>
                <a:gd name="csY25" fmla="*/ 25637 h 664542"/>
                <a:gd name="csX26" fmla="*/ 1433286 w 1732388"/>
                <a:gd name="csY26" fmla="*/ 17091 h 664542"/>
                <a:gd name="csX27" fmla="*/ 1587110 w 1732388"/>
                <a:gd name="csY27" fmla="*/ 8546 h 664542"/>
                <a:gd name="csX28" fmla="*/ 1681114 w 1732388"/>
                <a:gd name="csY28" fmla="*/ 17091 h 664542"/>
                <a:gd name="csX29" fmla="*/ 1698205 w 1732388"/>
                <a:gd name="csY29" fmla="*/ 42729 h 664542"/>
                <a:gd name="csX30" fmla="*/ 1723843 w 1732388"/>
                <a:gd name="csY30" fmla="*/ 128187 h 664542"/>
                <a:gd name="csX31" fmla="*/ 1732388 w 1732388"/>
                <a:gd name="csY31" fmla="*/ 153824 h 664542"/>
                <a:gd name="csX32" fmla="*/ 1715297 w 1732388"/>
                <a:gd name="csY32" fmla="*/ 247828 h 664542"/>
                <a:gd name="csX33" fmla="*/ 1655476 w 1732388"/>
                <a:gd name="csY33" fmla="*/ 290557 h 664542"/>
                <a:gd name="csX34" fmla="*/ 1621293 w 1732388"/>
                <a:gd name="csY34" fmla="*/ 299103 h 664542"/>
                <a:gd name="csX35" fmla="*/ 1595656 w 1732388"/>
                <a:gd name="csY35" fmla="*/ 316194 h 664542"/>
                <a:gd name="csX36" fmla="*/ 1501652 w 1732388"/>
                <a:gd name="csY36" fmla="*/ 333286 h 664542"/>
                <a:gd name="csX37" fmla="*/ 1091454 w 1732388"/>
                <a:gd name="csY37" fmla="*/ 341832 h 664542"/>
                <a:gd name="csX38" fmla="*/ 1065816 w 1732388"/>
                <a:gd name="csY38" fmla="*/ 350377 h 664542"/>
                <a:gd name="csX39" fmla="*/ 980359 w 1732388"/>
                <a:gd name="csY39" fmla="*/ 367469 h 664542"/>
                <a:gd name="csX40" fmla="*/ 954721 w 1732388"/>
                <a:gd name="csY40" fmla="*/ 376015 h 664542"/>
                <a:gd name="csX41" fmla="*/ 886355 w 1732388"/>
                <a:gd name="csY41" fmla="*/ 393106 h 664542"/>
                <a:gd name="csX42" fmla="*/ 852172 w 1732388"/>
                <a:gd name="csY42" fmla="*/ 401652 h 664542"/>
                <a:gd name="csX43" fmla="*/ 809443 w 1732388"/>
                <a:gd name="csY43" fmla="*/ 410198 h 664542"/>
                <a:gd name="csX44" fmla="*/ 741076 w 1732388"/>
                <a:gd name="csY44" fmla="*/ 444381 h 664542"/>
                <a:gd name="csX45" fmla="*/ 765839 w 1732388"/>
                <a:gd name="csY45" fmla="*/ 663073 h 664542"/>
                <a:gd name="csX46" fmla="*/ 686202 w 1732388"/>
                <a:gd name="csY46" fmla="*/ 534818 h 664542"/>
                <a:gd name="csX47" fmla="*/ 595360 w 1732388"/>
                <a:gd name="csY47" fmla="*/ 433110 h 664542"/>
                <a:gd name="csX48" fmla="*/ 481573 w 1732388"/>
                <a:gd name="csY48" fmla="*/ 475839 h 664542"/>
                <a:gd name="csX49" fmla="*/ 374549 w 1732388"/>
                <a:gd name="csY49" fmla="*/ 488860 h 664542"/>
                <a:gd name="csX50" fmla="*/ 230583 w 1732388"/>
                <a:gd name="csY50" fmla="*/ 510897 h 664542"/>
                <a:gd name="csX51" fmla="*/ 139271 w 1732388"/>
                <a:gd name="csY51" fmla="*/ 583334 h 664542"/>
                <a:gd name="csX52" fmla="*/ 7484 w 1732388"/>
                <a:gd name="csY52" fmla="*/ 580643 h 664542"/>
                <a:gd name="csX53" fmla="*/ 14684 w 1732388"/>
                <a:gd name="csY53" fmla="*/ 487110 h 664542"/>
                <a:gd name="csX54" fmla="*/ 7484 w 1732388"/>
                <a:gd name="csY54" fmla="*/ 406127 h 664542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715297 w 1732388"/>
                <a:gd name="csY32" fmla="*/ 247828 h 663730"/>
                <a:gd name="csX33" fmla="*/ 1655476 w 1732388"/>
                <a:gd name="csY33" fmla="*/ 290557 h 663730"/>
                <a:gd name="csX34" fmla="*/ 1621293 w 1732388"/>
                <a:gd name="csY34" fmla="*/ 299103 h 663730"/>
                <a:gd name="csX35" fmla="*/ 1595656 w 1732388"/>
                <a:gd name="csY35" fmla="*/ 316194 h 663730"/>
                <a:gd name="csX36" fmla="*/ 1501652 w 1732388"/>
                <a:gd name="csY36" fmla="*/ 333286 h 663730"/>
                <a:gd name="csX37" fmla="*/ 1091454 w 1732388"/>
                <a:gd name="csY37" fmla="*/ 341832 h 663730"/>
                <a:gd name="csX38" fmla="*/ 1065816 w 1732388"/>
                <a:gd name="csY38" fmla="*/ 350377 h 663730"/>
                <a:gd name="csX39" fmla="*/ 980359 w 1732388"/>
                <a:gd name="csY39" fmla="*/ 367469 h 663730"/>
                <a:gd name="csX40" fmla="*/ 954721 w 1732388"/>
                <a:gd name="csY40" fmla="*/ 376015 h 663730"/>
                <a:gd name="csX41" fmla="*/ 886355 w 1732388"/>
                <a:gd name="csY41" fmla="*/ 393106 h 663730"/>
                <a:gd name="csX42" fmla="*/ 852172 w 1732388"/>
                <a:gd name="csY42" fmla="*/ 401652 h 663730"/>
                <a:gd name="csX43" fmla="*/ 809443 w 1732388"/>
                <a:gd name="csY43" fmla="*/ 410198 h 663730"/>
                <a:gd name="csX44" fmla="*/ 741076 w 1732388"/>
                <a:gd name="csY44" fmla="*/ 476781 h 663730"/>
                <a:gd name="csX45" fmla="*/ 765839 w 1732388"/>
                <a:gd name="csY45" fmla="*/ 663073 h 663730"/>
                <a:gd name="csX46" fmla="*/ 686202 w 1732388"/>
                <a:gd name="csY46" fmla="*/ 534818 h 663730"/>
                <a:gd name="csX47" fmla="*/ 595360 w 1732388"/>
                <a:gd name="csY47" fmla="*/ 433110 h 663730"/>
                <a:gd name="csX48" fmla="*/ 481573 w 1732388"/>
                <a:gd name="csY48" fmla="*/ 475839 h 663730"/>
                <a:gd name="csX49" fmla="*/ 374549 w 1732388"/>
                <a:gd name="csY49" fmla="*/ 488860 h 663730"/>
                <a:gd name="csX50" fmla="*/ 230583 w 1732388"/>
                <a:gd name="csY50" fmla="*/ 510897 h 663730"/>
                <a:gd name="csX51" fmla="*/ 139271 w 1732388"/>
                <a:gd name="csY51" fmla="*/ 583334 h 663730"/>
                <a:gd name="csX52" fmla="*/ 7484 w 1732388"/>
                <a:gd name="csY52" fmla="*/ 580643 h 663730"/>
                <a:gd name="csX53" fmla="*/ 14684 w 1732388"/>
                <a:gd name="csY53" fmla="*/ 487110 h 663730"/>
                <a:gd name="csX54" fmla="*/ 7484 w 1732388"/>
                <a:gd name="csY54" fmla="*/ 406127 h 663730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715297 w 1732388"/>
                <a:gd name="csY32" fmla="*/ 247828 h 663730"/>
                <a:gd name="csX33" fmla="*/ 1655476 w 1732388"/>
                <a:gd name="csY33" fmla="*/ 290557 h 663730"/>
                <a:gd name="csX34" fmla="*/ 1621293 w 1732388"/>
                <a:gd name="csY34" fmla="*/ 299103 h 663730"/>
                <a:gd name="csX35" fmla="*/ 1595656 w 1732388"/>
                <a:gd name="csY35" fmla="*/ 316194 h 663730"/>
                <a:gd name="csX36" fmla="*/ 1501652 w 1732388"/>
                <a:gd name="csY36" fmla="*/ 333286 h 663730"/>
                <a:gd name="csX37" fmla="*/ 1091454 w 1732388"/>
                <a:gd name="csY37" fmla="*/ 341832 h 663730"/>
                <a:gd name="csX38" fmla="*/ 1281816 w 1732388"/>
                <a:gd name="csY38" fmla="*/ 256777 h 663730"/>
                <a:gd name="csX39" fmla="*/ 980359 w 1732388"/>
                <a:gd name="csY39" fmla="*/ 367469 h 663730"/>
                <a:gd name="csX40" fmla="*/ 954721 w 1732388"/>
                <a:gd name="csY40" fmla="*/ 376015 h 663730"/>
                <a:gd name="csX41" fmla="*/ 886355 w 1732388"/>
                <a:gd name="csY41" fmla="*/ 393106 h 663730"/>
                <a:gd name="csX42" fmla="*/ 852172 w 1732388"/>
                <a:gd name="csY42" fmla="*/ 401652 h 663730"/>
                <a:gd name="csX43" fmla="*/ 809443 w 1732388"/>
                <a:gd name="csY43" fmla="*/ 410198 h 663730"/>
                <a:gd name="csX44" fmla="*/ 741076 w 1732388"/>
                <a:gd name="csY44" fmla="*/ 476781 h 663730"/>
                <a:gd name="csX45" fmla="*/ 765839 w 1732388"/>
                <a:gd name="csY45" fmla="*/ 663073 h 663730"/>
                <a:gd name="csX46" fmla="*/ 686202 w 1732388"/>
                <a:gd name="csY46" fmla="*/ 534818 h 663730"/>
                <a:gd name="csX47" fmla="*/ 595360 w 1732388"/>
                <a:gd name="csY47" fmla="*/ 433110 h 663730"/>
                <a:gd name="csX48" fmla="*/ 481573 w 1732388"/>
                <a:gd name="csY48" fmla="*/ 475839 h 663730"/>
                <a:gd name="csX49" fmla="*/ 374549 w 1732388"/>
                <a:gd name="csY49" fmla="*/ 488860 h 663730"/>
                <a:gd name="csX50" fmla="*/ 230583 w 1732388"/>
                <a:gd name="csY50" fmla="*/ 510897 h 663730"/>
                <a:gd name="csX51" fmla="*/ 139271 w 1732388"/>
                <a:gd name="csY51" fmla="*/ 583334 h 663730"/>
                <a:gd name="csX52" fmla="*/ 7484 w 1732388"/>
                <a:gd name="csY52" fmla="*/ 580643 h 663730"/>
                <a:gd name="csX53" fmla="*/ 14684 w 1732388"/>
                <a:gd name="csY53" fmla="*/ 487110 h 663730"/>
                <a:gd name="csX54" fmla="*/ 7484 w 1732388"/>
                <a:gd name="csY54" fmla="*/ 406127 h 663730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715297 w 1732388"/>
                <a:gd name="csY32" fmla="*/ 247828 h 663730"/>
                <a:gd name="csX33" fmla="*/ 1655476 w 1732388"/>
                <a:gd name="csY33" fmla="*/ 290557 h 663730"/>
                <a:gd name="csX34" fmla="*/ 1621293 w 1732388"/>
                <a:gd name="csY34" fmla="*/ 299103 h 663730"/>
                <a:gd name="csX35" fmla="*/ 1595656 w 1732388"/>
                <a:gd name="csY35" fmla="*/ 316194 h 663730"/>
                <a:gd name="csX36" fmla="*/ 1501652 w 1732388"/>
                <a:gd name="csY36" fmla="*/ 333286 h 663730"/>
                <a:gd name="csX37" fmla="*/ 1372254 w 1732388"/>
                <a:gd name="csY37" fmla="*/ 262632 h 663730"/>
                <a:gd name="csX38" fmla="*/ 1281816 w 1732388"/>
                <a:gd name="csY38" fmla="*/ 256777 h 663730"/>
                <a:gd name="csX39" fmla="*/ 980359 w 1732388"/>
                <a:gd name="csY39" fmla="*/ 367469 h 663730"/>
                <a:gd name="csX40" fmla="*/ 954721 w 1732388"/>
                <a:gd name="csY40" fmla="*/ 376015 h 663730"/>
                <a:gd name="csX41" fmla="*/ 886355 w 1732388"/>
                <a:gd name="csY41" fmla="*/ 393106 h 663730"/>
                <a:gd name="csX42" fmla="*/ 852172 w 1732388"/>
                <a:gd name="csY42" fmla="*/ 401652 h 663730"/>
                <a:gd name="csX43" fmla="*/ 809443 w 1732388"/>
                <a:gd name="csY43" fmla="*/ 410198 h 663730"/>
                <a:gd name="csX44" fmla="*/ 741076 w 1732388"/>
                <a:gd name="csY44" fmla="*/ 476781 h 663730"/>
                <a:gd name="csX45" fmla="*/ 765839 w 1732388"/>
                <a:gd name="csY45" fmla="*/ 663073 h 663730"/>
                <a:gd name="csX46" fmla="*/ 686202 w 1732388"/>
                <a:gd name="csY46" fmla="*/ 534818 h 663730"/>
                <a:gd name="csX47" fmla="*/ 595360 w 1732388"/>
                <a:gd name="csY47" fmla="*/ 433110 h 663730"/>
                <a:gd name="csX48" fmla="*/ 481573 w 1732388"/>
                <a:gd name="csY48" fmla="*/ 475839 h 663730"/>
                <a:gd name="csX49" fmla="*/ 374549 w 1732388"/>
                <a:gd name="csY49" fmla="*/ 488860 h 663730"/>
                <a:gd name="csX50" fmla="*/ 230583 w 1732388"/>
                <a:gd name="csY50" fmla="*/ 510897 h 663730"/>
                <a:gd name="csX51" fmla="*/ 139271 w 1732388"/>
                <a:gd name="csY51" fmla="*/ 583334 h 663730"/>
                <a:gd name="csX52" fmla="*/ 7484 w 1732388"/>
                <a:gd name="csY52" fmla="*/ 580643 h 663730"/>
                <a:gd name="csX53" fmla="*/ 14684 w 1732388"/>
                <a:gd name="csY53" fmla="*/ 487110 h 663730"/>
                <a:gd name="csX54" fmla="*/ 7484 w 1732388"/>
                <a:gd name="csY54" fmla="*/ 406127 h 663730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655476 w 1732388"/>
                <a:gd name="csY32" fmla="*/ 290557 h 663730"/>
                <a:gd name="csX33" fmla="*/ 1621293 w 1732388"/>
                <a:gd name="csY33" fmla="*/ 299103 h 663730"/>
                <a:gd name="csX34" fmla="*/ 1595656 w 1732388"/>
                <a:gd name="csY34" fmla="*/ 316194 h 663730"/>
                <a:gd name="csX35" fmla="*/ 1501652 w 1732388"/>
                <a:gd name="csY35" fmla="*/ 333286 h 663730"/>
                <a:gd name="csX36" fmla="*/ 1372254 w 1732388"/>
                <a:gd name="csY36" fmla="*/ 262632 h 663730"/>
                <a:gd name="csX37" fmla="*/ 1281816 w 1732388"/>
                <a:gd name="csY37" fmla="*/ 256777 h 663730"/>
                <a:gd name="csX38" fmla="*/ 980359 w 1732388"/>
                <a:gd name="csY38" fmla="*/ 367469 h 663730"/>
                <a:gd name="csX39" fmla="*/ 954721 w 1732388"/>
                <a:gd name="csY39" fmla="*/ 376015 h 663730"/>
                <a:gd name="csX40" fmla="*/ 886355 w 1732388"/>
                <a:gd name="csY40" fmla="*/ 393106 h 663730"/>
                <a:gd name="csX41" fmla="*/ 852172 w 1732388"/>
                <a:gd name="csY41" fmla="*/ 401652 h 663730"/>
                <a:gd name="csX42" fmla="*/ 809443 w 1732388"/>
                <a:gd name="csY42" fmla="*/ 410198 h 663730"/>
                <a:gd name="csX43" fmla="*/ 741076 w 1732388"/>
                <a:gd name="csY43" fmla="*/ 476781 h 663730"/>
                <a:gd name="csX44" fmla="*/ 765839 w 1732388"/>
                <a:gd name="csY44" fmla="*/ 663073 h 663730"/>
                <a:gd name="csX45" fmla="*/ 686202 w 1732388"/>
                <a:gd name="csY45" fmla="*/ 534818 h 663730"/>
                <a:gd name="csX46" fmla="*/ 595360 w 1732388"/>
                <a:gd name="csY46" fmla="*/ 433110 h 663730"/>
                <a:gd name="csX47" fmla="*/ 481573 w 1732388"/>
                <a:gd name="csY47" fmla="*/ 475839 h 663730"/>
                <a:gd name="csX48" fmla="*/ 374549 w 1732388"/>
                <a:gd name="csY48" fmla="*/ 488860 h 663730"/>
                <a:gd name="csX49" fmla="*/ 230583 w 1732388"/>
                <a:gd name="csY49" fmla="*/ 510897 h 663730"/>
                <a:gd name="csX50" fmla="*/ 139271 w 1732388"/>
                <a:gd name="csY50" fmla="*/ 583334 h 663730"/>
                <a:gd name="csX51" fmla="*/ 7484 w 1732388"/>
                <a:gd name="csY51" fmla="*/ 580643 h 663730"/>
                <a:gd name="csX52" fmla="*/ 14684 w 1732388"/>
                <a:gd name="csY52" fmla="*/ 487110 h 663730"/>
                <a:gd name="csX53" fmla="*/ 7484 w 1732388"/>
                <a:gd name="csY53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1652 w 1725544"/>
                <a:gd name="csY34" fmla="*/ 333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980359 w 1725544"/>
                <a:gd name="csY37" fmla="*/ 367469 h 663730"/>
                <a:gd name="csX38" fmla="*/ 954721 w 1725544"/>
                <a:gd name="csY38" fmla="*/ 3760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980359 w 1725544"/>
                <a:gd name="csY37" fmla="*/ 367469 h 663730"/>
                <a:gd name="csX38" fmla="*/ 954721 w 1725544"/>
                <a:gd name="csY38" fmla="*/ 3760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1117159 w 1725544"/>
                <a:gd name="csY37" fmla="*/ 281069 h 663730"/>
                <a:gd name="csX38" fmla="*/ 954721 w 1725544"/>
                <a:gd name="csY38" fmla="*/ 3760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1117159 w 1725544"/>
                <a:gd name="csY37" fmla="*/ 281069 h 663730"/>
                <a:gd name="csX38" fmla="*/ 1008721 w 1725544"/>
                <a:gd name="csY38" fmla="*/ 3724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1117159 w 1725544"/>
                <a:gd name="csY37" fmla="*/ 281069 h 663730"/>
                <a:gd name="csX38" fmla="*/ 1008721 w 1725544"/>
                <a:gd name="csY38" fmla="*/ 372415 h 663730"/>
                <a:gd name="csX39" fmla="*/ 886355 w 1725544"/>
                <a:gd name="csY39" fmla="*/ 393106 h 663730"/>
                <a:gd name="csX40" fmla="*/ 809443 w 1725544"/>
                <a:gd name="csY40" fmla="*/ 410198 h 663730"/>
                <a:gd name="csX41" fmla="*/ 741076 w 1725544"/>
                <a:gd name="csY41" fmla="*/ 476781 h 663730"/>
                <a:gd name="csX42" fmla="*/ 765839 w 1725544"/>
                <a:gd name="csY42" fmla="*/ 663073 h 663730"/>
                <a:gd name="csX43" fmla="*/ 686202 w 1725544"/>
                <a:gd name="csY43" fmla="*/ 534818 h 663730"/>
                <a:gd name="csX44" fmla="*/ 595360 w 1725544"/>
                <a:gd name="csY44" fmla="*/ 433110 h 663730"/>
                <a:gd name="csX45" fmla="*/ 481573 w 1725544"/>
                <a:gd name="csY45" fmla="*/ 475839 h 663730"/>
                <a:gd name="csX46" fmla="*/ 374549 w 1725544"/>
                <a:gd name="csY46" fmla="*/ 488860 h 663730"/>
                <a:gd name="csX47" fmla="*/ 230583 w 1725544"/>
                <a:gd name="csY47" fmla="*/ 510897 h 663730"/>
                <a:gd name="csX48" fmla="*/ 139271 w 1725544"/>
                <a:gd name="csY48" fmla="*/ 583334 h 663730"/>
                <a:gd name="csX49" fmla="*/ 7484 w 1725544"/>
                <a:gd name="csY49" fmla="*/ 580643 h 663730"/>
                <a:gd name="csX50" fmla="*/ 14684 w 1725544"/>
                <a:gd name="csY50" fmla="*/ 487110 h 663730"/>
                <a:gd name="csX51" fmla="*/ 7484 w 1725544"/>
                <a:gd name="csY51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08852 w 1725544"/>
                <a:gd name="csY33" fmla="*/ 189286 h 663730"/>
                <a:gd name="csX34" fmla="*/ 1372254 w 1725544"/>
                <a:gd name="csY34" fmla="*/ 262632 h 663730"/>
                <a:gd name="csX35" fmla="*/ 1281816 w 1725544"/>
                <a:gd name="csY35" fmla="*/ 256777 h 663730"/>
                <a:gd name="csX36" fmla="*/ 1117159 w 1725544"/>
                <a:gd name="csY36" fmla="*/ 281069 h 663730"/>
                <a:gd name="csX37" fmla="*/ 1008721 w 1725544"/>
                <a:gd name="csY37" fmla="*/ 372415 h 663730"/>
                <a:gd name="csX38" fmla="*/ 886355 w 1725544"/>
                <a:gd name="csY38" fmla="*/ 393106 h 663730"/>
                <a:gd name="csX39" fmla="*/ 809443 w 1725544"/>
                <a:gd name="csY39" fmla="*/ 410198 h 663730"/>
                <a:gd name="csX40" fmla="*/ 741076 w 1725544"/>
                <a:gd name="csY40" fmla="*/ 476781 h 663730"/>
                <a:gd name="csX41" fmla="*/ 765839 w 1725544"/>
                <a:gd name="csY41" fmla="*/ 663073 h 663730"/>
                <a:gd name="csX42" fmla="*/ 686202 w 1725544"/>
                <a:gd name="csY42" fmla="*/ 534818 h 663730"/>
                <a:gd name="csX43" fmla="*/ 595360 w 1725544"/>
                <a:gd name="csY43" fmla="*/ 433110 h 663730"/>
                <a:gd name="csX44" fmla="*/ 481573 w 1725544"/>
                <a:gd name="csY44" fmla="*/ 475839 h 663730"/>
                <a:gd name="csX45" fmla="*/ 374549 w 1725544"/>
                <a:gd name="csY45" fmla="*/ 488860 h 663730"/>
                <a:gd name="csX46" fmla="*/ 230583 w 1725544"/>
                <a:gd name="csY46" fmla="*/ 510897 h 663730"/>
                <a:gd name="csX47" fmla="*/ 139271 w 1725544"/>
                <a:gd name="csY47" fmla="*/ 583334 h 663730"/>
                <a:gd name="csX48" fmla="*/ 7484 w 1725544"/>
                <a:gd name="csY48" fmla="*/ 580643 h 663730"/>
                <a:gd name="csX49" fmla="*/ 14684 w 1725544"/>
                <a:gd name="csY49" fmla="*/ 487110 h 663730"/>
                <a:gd name="csX50" fmla="*/ 7484 w 1725544"/>
                <a:gd name="csY50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508852 w 1725544"/>
                <a:gd name="csY32" fmla="*/ 189286 h 663730"/>
                <a:gd name="csX33" fmla="*/ 1372254 w 1725544"/>
                <a:gd name="csY33" fmla="*/ 262632 h 663730"/>
                <a:gd name="csX34" fmla="*/ 1281816 w 1725544"/>
                <a:gd name="csY34" fmla="*/ 256777 h 663730"/>
                <a:gd name="csX35" fmla="*/ 1117159 w 1725544"/>
                <a:gd name="csY35" fmla="*/ 281069 h 663730"/>
                <a:gd name="csX36" fmla="*/ 1008721 w 1725544"/>
                <a:gd name="csY36" fmla="*/ 372415 h 663730"/>
                <a:gd name="csX37" fmla="*/ 886355 w 1725544"/>
                <a:gd name="csY37" fmla="*/ 393106 h 663730"/>
                <a:gd name="csX38" fmla="*/ 809443 w 1725544"/>
                <a:gd name="csY38" fmla="*/ 410198 h 663730"/>
                <a:gd name="csX39" fmla="*/ 741076 w 1725544"/>
                <a:gd name="csY39" fmla="*/ 476781 h 663730"/>
                <a:gd name="csX40" fmla="*/ 765839 w 1725544"/>
                <a:gd name="csY40" fmla="*/ 663073 h 663730"/>
                <a:gd name="csX41" fmla="*/ 686202 w 1725544"/>
                <a:gd name="csY41" fmla="*/ 534818 h 663730"/>
                <a:gd name="csX42" fmla="*/ 595360 w 1725544"/>
                <a:gd name="csY42" fmla="*/ 433110 h 663730"/>
                <a:gd name="csX43" fmla="*/ 481573 w 1725544"/>
                <a:gd name="csY43" fmla="*/ 475839 h 663730"/>
                <a:gd name="csX44" fmla="*/ 374549 w 1725544"/>
                <a:gd name="csY44" fmla="*/ 488860 h 663730"/>
                <a:gd name="csX45" fmla="*/ 230583 w 1725544"/>
                <a:gd name="csY45" fmla="*/ 510897 h 663730"/>
                <a:gd name="csX46" fmla="*/ 139271 w 1725544"/>
                <a:gd name="csY46" fmla="*/ 583334 h 663730"/>
                <a:gd name="csX47" fmla="*/ 7484 w 1725544"/>
                <a:gd name="csY47" fmla="*/ 580643 h 663730"/>
                <a:gd name="csX48" fmla="*/ 14684 w 1725544"/>
                <a:gd name="csY48" fmla="*/ 487110 h 663730"/>
                <a:gd name="csX49" fmla="*/ 7484 w 1725544"/>
                <a:gd name="csY49" fmla="*/ 406127 h 663730"/>
                <a:gd name="csX0" fmla="*/ 7484 w 1729469"/>
                <a:gd name="csY0" fmla="*/ 406127 h 663730"/>
                <a:gd name="csX1" fmla="*/ 57413 w 1729469"/>
                <a:gd name="csY1" fmla="*/ 379581 h 663730"/>
                <a:gd name="csX2" fmla="*/ 108687 w 1729469"/>
                <a:gd name="csY2" fmla="*/ 401652 h 663730"/>
                <a:gd name="csX3" fmla="*/ 134325 w 1729469"/>
                <a:gd name="csY3" fmla="*/ 384561 h 663730"/>
                <a:gd name="csX4" fmla="*/ 142871 w 1729469"/>
                <a:gd name="csY4" fmla="*/ 358923 h 663730"/>
                <a:gd name="csX5" fmla="*/ 159962 w 1729469"/>
                <a:gd name="csY5" fmla="*/ 333286 h 663730"/>
                <a:gd name="csX6" fmla="*/ 236908 w 1729469"/>
                <a:gd name="csY6" fmla="*/ 309903 h 663730"/>
                <a:gd name="csX7" fmla="*/ 294912 w 1729469"/>
                <a:gd name="csY7" fmla="*/ 282045 h 663730"/>
                <a:gd name="csX8" fmla="*/ 416336 w 1729469"/>
                <a:gd name="csY8" fmla="*/ 264919 h 663730"/>
                <a:gd name="csX9" fmla="*/ 459065 w 1729469"/>
                <a:gd name="csY9" fmla="*/ 282011 h 663730"/>
                <a:gd name="csX10" fmla="*/ 463540 w 1729469"/>
                <a:gd name="csY10" fmla="*/ 222157 h 663730"/>
                <a:gd name="csX11" fmla="*/ 432015 w 1729469"/>
                <a:gd name="csY11" fmla="*/ 102011 h 663730"/>
                <a:gd name="csX12" fmla="*/ 544489 w 1729469"/>
                <a:gd name="csY12" fmla="*/ 198336 h 663730"/>
                <a:gd name="csX13" fmla="*/ 602527 w 1729469"/>
                <a:gd name="csY13" fmla="*/ 262261 h 663730"/>
                <a:gd name="csX14" fmla="*/ 653364 w 1729469"/>
                <a:gd name="csY14" fmla="*/ 259570 h 663730"/>
                <a:gd name="csX15" fmla="*/ 824314 w 1729469"/>
                <a:gd name="csY15" fmla="*/ 192078 h 663730"/>
                <a:gd name="csX16" fmla="*/ 903446 w 1729469"/>
                <a:gd name="csY16" fmla="*/ 136732 h 663730"/>
                <a:gd name="csX17" fmla="*/ 1023087 w 1729469"/>
                <a:gd name="csY17" fmla="*/ 68366 h 663730"/>
                <a:gd name="csX18" fmla="*/ 1065816 w 1729469"/>
                <a:gd name="csY18" fmla="*/ 42729 h 663730"/>
                <a:gd name="csX19" fmla="*/ 1117091 w 1729469"/>
                <a:gd name="csY19" fmla="*/ 25637 h 663730"/>
                <a:gd name="csX20" fmla="*/ 1142729 w 1729469"/>
                <a:gd name="csY20" fmla="*/ 17091 h 663730"/>
                <a:gd name="csX21" fmla="*/ 1168366 w 1729469"/>
                <a:gd name="csY21" fmla="*/ 0 h 663730"/>
                <a:gd name="csX22" fmla="*/ 1262370 w 1729469"/>
                <a:gd name="csY22" fmla="*/ 8546 h 663730"/>
                <a:gd name="csX23" fmla="*/ 1296553 w 1729469"/>
                <a:gd name="csY23" fmla="*/ 25637 h 663730"/>
                <a:gd name="csX24" fmla="*/ 1330736 w 1729469"/>
                <a:gd name="csY24" fmla="*/ 34183 h 663730"/>
                <a:gd name="csX25" fmla="*/ 1407648 w 1729469"/>
                <a:gd name="csY25" fmla="*/ 25637 h 663730"/>
                <a:gd name="csX26" fmla="*/ 1433286 w 1729469"/>
                <a:gd name="csY26" fmla="*/ 17091 h 663730"/>
                <a:gd name="csX27" fmla="*/ 1587110 w 1729469"/>
                <a:gd name="csY27" fmla="*/ 8546 h 663730"/>
                <a:gd name="csX28" fmla="*/ 1681114 w 1729469"/>
                <a:gd name="csY28" fmla="*/ 17091 h 663730"/>
                <a:gd name="csX29" fmla="*/ 1698205 w 1729469"/>
                <a:gd name="csY29" fmla="*/ 42729 h 663730"/>
                <a:gd name="csX30" fmla="*/ 1723843 w 1729469"/>
                <a:gd name="csY30" fmla="*/ 128187 h 663730"/>
                <a:gd name="csX31" fmla="*/ 1594276 w 1729469"/>
                <a:gd name="csY31" fmla="*/ 168157 h 663730"/>
                <a:gd name="csX32" fmla="*/ 1508852 w 1729469"/>
                <a:gd name="csY32" fmla="*/ 189286 h 663730"/>
                <a:gd name="csX33" fmla="*/ 1372254 w 1729469"/>
                <a:gd name="csY33" fmla="*/ 262632 h 663730"/>
                <a:gd name="csX34" fmla="*/ 1281816 w 1729469"/>
                <a:gd name="csY34" fmla="*/ 256777 h 663730"/>
                <a:gd name="csX35" fmla="*/ 1117159 w 1729469"/>
                <a:gd name="csY35" fmla="*/ 281069 h 663730"/>
                <a:gd name="csX36" fmla="*/ 1008721 w 1729469"/>
                <a:gd name="csY36" fmla="*/ 372415 h 663730"/>
                <a:gd name="csX37" fmla="*/ 886355 w 1729469"/>
                <a:gd name="csY37" fmla="*/ 393106 h 663730"/>
                <a:gd name="csX38" fmla="*/ 809443 w 1729469"/>
                <a:gd name="csY38" fmla="*/ 410198 h 663730"/>
                <a:gd name="csX39" fmla="*/ 741076 w 1729469"/>
                <a:gd name="csY39" fmla="*/ 476781 h 663730"/>
                <a:gd name="csX40" fmla="*/ 765839 w 1729469"/>
                <a:gd name="csY40" fmla="*/ 663073 h 663730"/>
                <a:gd name="csX41" fmla="*/ 686202 w 1729469"/>
                <a:gd name="csY41" fmla="*/ 534818 h 663730"/>
                <a:gd name="csX42" fmla="*/ 595360 w 1729469"/>
                <a:gd name="csY42" fmla="*/ 433110 h 663730"/>
                <a:gd name="csX43" fmla="*/ 481573 w 1729469"/>
                <a:gd name="csY43" fmla="*/ 475839 h 663730"/>
                <a:gd name="csX44" fmla="*/ 374549 w 1729469"/>
                <a:gd name="csY44" fmla="*/ 488860 h 663730"/>
                <a:gd name="csX45" fmla="*/ 230583 w 1729469"/>
                <a:gd name="csY45" fmla="*/ 510897 h 663730"/>
                <a:gd name="csX46" fmla="*/ 139271 w 1729469"/>
                <a:gd name="csY46" fmla="*/ 583334 h 663730"/>
                <a:gd name="csX47" fmla="*/ 7484 w 1729469"/>
                <a:gd name="csY47" fmla="*/ 580643 h 663730"/>
                <a:gd name="csX48" fmla="*/ 14684 w 1729469"/>
                <a:gd name="csY48" fmla="*/ 487110 h 663730"/>
                <a:gd name="csX49" fmla="*/ 7484 w 1729469"/>
                <a:gd name="csY49" fmla="*/ 406127 h 663730"/>
                <a:gd name="csX0" fmla="*/ 7484 w 1698757"/>
                <a:gd name="csY0" fmla="*/ 406127 h 663730"/>
                <a:gd name="csX1" fmla="*/ 57413 w 1698757"/>
                <a:gd name="csY1" fmla="*/ 379581 h 663730"/>
                <a:gd name="csX2" fmla="*/ 108687 w 1698757"/>
                <a:gd name="csY2" fmla="*/ 401652 h 663730"/>
                <a:gd name="csX3" fmla="*/ 134325 w 1698757"/>
                <a:gd name="csY3" fmla="*/ 384561 h 663730"/>
                <a:gd name="csX4" fmla="*/ 142871 w 1698757"/>
                <a:gd name="csY4" fmla="*/ 358923 h 663730"/>
                <a:gd name="csX5" fmla="*/ 159962 w 1698757"/>
                <a:gd name="csY5" fmla="*/ 333286 h 663730"/>
                <a:gd name="csX6" fmla="*/ 236908 w 1698757"/>
                <a:gd name="csY6" fmla="*/ 309903 h 663730"/>
                <a:gd name="csX7" fmla="*/ 294912 w 1698757"/>
                <a:gd name="csY7" fmla="*/ 282045 h 663730"/>
                <a:gd name="csX8" fmla="*/ 416336 w 1698757"/>
                <a:gd name="csY8" fmla="*/ 264919 h 663730"/>
                <a:gd name="csX9" fmla="*/ 459065 w 1698757"/>
                <a:gd name="csY9" fmla="*/ 282011 h 663730"/>
                <a:gd name="csX10" fmla="*/ 463540 w 1698757"/>
                <a:gd name="csY10" fmla="*/ 222157 h 663730"/>
                <a:gd name="csX11" fmla="*/ 432015 w 1698757"/>
                <a:gd name="csY11" fmla="*/ 102011 h 663730"/>
                <a:gd name="csX12" fmla="*/ 544489 w 1698757"/>
                <a:gd name="csY12" fmla="*/ 198336 h 663730"/>
                <a:gd name="csX13" fmla="*/ 602527 w 1698757"/>
                <a:gd name="csY13" fmla="*/ 262261 h 663730"/>
                <a:gd name="csX14" fmla="*/ 653364 w 1698757"/>
                <a:gd name="csY14" fmla="*/ 259570 h 663730"/>
                <a:gd name="csX15" fmla="*/ 824314 w 1698757"/>
                <a:gd name="csY15" fmla="*/ 192078 h 663730"/>
                <a:gd name="csX16" fmla="*/ 903446 w 1698757"/>
                <a:gd name="csY16" fmla="*/ 136732 h 663730"/>
                <a:gd name="csX17" fmla="*/ 1023087 w 1698757"/>
                <a:gd name="csY17" fmla="*/ 68366 h 663730"/>
                <a:gd name="csX18" fmla="*/ 1065816 w 1698757"/>
                <a:gd name="csY18" fmla="*/ 42729 h 663730"/>
                <a:gd name="csX19" fmla="*/ 1117091 w 1698757"/>
                <a:gd name="csY19" fmla="*/ 25637 h 663730"/>
                <a:gd name="csX20" fmla="*/ 1142729 w 1698757"/>
                <a:gd name="csY20" fmla="*/ 17091 h 663730"/>
                <a:gd name="csX21" fmla="*/ 1168366 w 1698757"/>
                <a:gd name="csY21" fmla="*/ 0 h 663730"/>
                <a:gd name="csX22" fmla="*/ 1262370 w 1698757"/>
                <a:gd name="csY22" fmla="*/ 8546 h 663730"/>
                <a:gd name="csX23" fmla="*/ 1296553 w 1698757"/>
                <a:gd name="csY23" fmla="*/ 25637 h 663730"/>
                <a:gd name="csX24" fmla="*/ 1330736 w 1698757"/>
                <a:gd name="csY24" fmla="*/ 34183 h 663730"/>
                <a:gd name="csX25" fmla="*/ 1407648 w 1698757"/>
                <a:gd name="csY25" fmla="*/ 25637 h 663730"/>
                <a:gd name="csX26" fmla="*/ 1433286 w 1698757"/>
                <a:gd name="csY26" fmla="*/ 17091 h 663730"/>
                <a:gd name="csX27" fmla="*/ 1587110 w 1698757"/>
                <a:gd name="csY27" fmla="*/ 8546 h 663730"/>
                <a:gd name="csX28" fmla="*/ 1681114 w 1698757"/>
                <a:gd name="csY28" fmla="*/ 17091 h 663730"/>
                <a:gd name="csX29" fmla="*/ 1698205 w 1698757"/>
                <a:gd name="csY29" fmla="*/ 42729 h 663730"/>
                <a:gd name="csX30" fmla="*/ 1662643 w 1698757"/>
                <a:gd name="csY30" fmla="*/ 102987 h 663730"/>
                <a:gd name="csX31" fmla="*/ 1594276 w 1698757"/>
                <a:gd name="csY31" fmla="*/ 168157 h 663730"/>
                <a:gd name="csX32" fmla="*/ 1508852 w 1698757"/>
                <a:gd name="csY32" fmla="*/ 189286 h 663730"/>
                <a:gd name="csX33" fmla="*/ 1372254 w 1698757"/>
                <a:gd name="csY33" fmla="*/ 262632 h 663730"/>
                <a:gd name="csX34" fmla="*/ 1281816 w 1698757"/>
                <a:gd name="csY34" fmla="*/ 256777 h 663730"/>
                <a:gd name="csX35" fmla="*/ 1117159 w 1698757"/>
                <a:gd name="csY35" fmla="*/ 281069 h 663730"/>
                <a:gd name="csX36" fmla="*/ 1008721 w 1698757"/>
                <a:gd name="csY36" fmla="*/ 372415 h 663730"/>
                <a:gd name="csX37" fmla="*/ 886355 w 1698757"/>
                <a:gd name="csY37" fmla="*/ 393106 h 663730"/>
                <a:gd name="csX38" fmla="*/ 809443 w 1698757"/>
                <a:gd name="csY38" fmla="*/ 410198 h 663730"/>
                <a:gd name="csX39" fmla="*/ 741076 w 1698757"/>
                <a:gd name="csY39" fmla="*/ 476781 h 663730"/>
                <a:gd name="csX40" fmla="*/ 765839 w 1698757"/>
                <a:gd name="csY40" fmla="*/ 663073 h 663730"/>
                <a:gd name="csX41" fmla="*/ 686202 w 1698757"/>
                <a:gd name="csY41" fmla="*/ 534818 h 663730"/>
                <a:gd name="csX42" fmla="*/ 595360 w 1698757"/>
                <a:gd name="csY42" fmla="*/ 433110 h 663730"/>
                <a:gd name="csX43" fmla="*/ 481573 w 1698757"/>
                <a:gd name="csY43" fmla="*/ 475839 h 663730"/>
                <a:gd name="csX44" fmla="*/ 374549 w 1698757"/>
                <a:gd name="csY44" fmla="*/ 488860 h 663730"/>
                <a:gd name="csX45" fmla="*/ 230583 w 1698757"/>
                <a:gd name="csY45" fmla="*/ 510897 h 663730"/>
                <a:gd name="csX46" fmla="*/ 139271 w 1698757"/>
                <a:gd name="csY46" fmla="*/ 583334 h 663730"/>
                <a:gd name="csX47" fmla="*/ 7484 w 1698757"/>
                <a:gd name="csY47" fmla="*/ 580643 h 663730"/>
                <a:gd name="csX48" fmla="*/ 14684 w 1698757"/>
                <a:gd name="csY48" fmla="*/ 487110 h 663730"/>
                <a:gd name="csX49" fmla="*/ 7484 w 1698757"/>
                <a:gd name="csY49" fmla="*/ 406127 h 663730"/>
                <a:gd name="csX0" fmla="*/ 7484 w 1685574"/>
                <a:gd name="csY0" fmla="*/ 406127 h 663730"/>
                <a:gd name="csX1" fmla="*/ 57413 w 1685574"/>
                <a:gd name="csY1" fmla="*/ 379581 h 663730"/>
                <a:gd name="csX2" fmla="*/ 108687 w 1685574"/>
                <a:gd name="csY2" fmla="*/ 401652 h 663730"/>
                <a:gd name="csX3" fmla="*/ 134325 w 1685574"/>
                <a:gd name="csY3" fmla="*/ 384561 h 663730"/>
                <a:gd name="csX4" fmla="*/ 142871 w 1685574"/>
                <a:gd name="csY4" fmla="*/ 358923 h 663730"/>
                <a:gd name="csX5" fmla="*/ 159962 w 1685574"/>
                <a:gd name="csY5" fmla="*/ 333286 h 663730"/>
                <a:gd name="csX6" fmla="*/ 236908 w 1685574"/>
                <a:gd name="csY6" fmla="*/ 309903 h 663730"/>
                <a:gd name="csX7" fmla="*/ 294912 w 1685574"/>
                <a:gd name="csY7" fmla="*/ 282045 h 663730"/>
                <a:gd name="csX8" fmla="*/ 416336 w 1685574"/>
                <a:gd name="csY8" fmla="*/ 264919 h 663730"/>
                <a:gd name="csX9" fmla="*/ 459065 w 1685574"/>
                <a:gd name="csY9" fmla="*/ 282011 h 663730"/>
                <a:gd name="csX10" fmla="*/ 463540 w 1685574"/>
                <a:gd name="csY10" fmla="*/ 222157 h 663730"/>
                <a:gd name="csX11" fmla="*/ 432015 w 1685574"/>
                <a:gd name="csY11" fmla="*/ 102011 h 663730"/>
                <a:gd name="csX12" fmla="*/ 544489 w 1685574"/>
                <a:gd name="csY12" fmla="*/ 198336 h 663730"/>
                <a:gd name="csX13" fmla="*/ 602527 w 1685574"/>
                <a:gd name="csY13" fmla="*/ 262261 h 663730"/>
                <a:gd name="csX14" fmla="*/ 653364 w 1685574"/>
                <a:gd name="csY14" fmla="*/ 259570 h 663730"/>
                <a:gd name="csX15" fmla="*/ 824314 w 1685574"/>
                <a:gd name="csY15" fmla="*/ 192078 h 663730"/>
                <a:gd name="csX16" fmla="*/ 903446 w 1685574"/>
                <a:gd name="csY16" fmla="*/ 136732 h 663730"/>
                <a:gd name="csX17" fmla="*/ 1023087 w 1685574"/>
                <a:gd name="csY17" fmla="*/ 68366 h 663730"/>
                <a:gd name="csX18" fmla="*/ 1065816 w 1685574"/>
                <a:gd name="csY18" fmla="*/ 42729 h 663730"/>
                <a:gd name="csX19" fmla="*/ 1117091 w 1685574"/>
                <a:gd name="csY19" fmla="*/ 25637 h 663730"/>
                <a:gd name="csX20" fmla="*/ 1142729 w 1685574"/>
                <a:gd name="csY20" fmla="*/ 17091 h 663730"/>
                <a:gd name="csX21" fmla="*/ 1168366 w 1685574"/>
                <a:gd name="csY21" fmla="*/ 0 h 663730"/>
                <a:gd name="csX22" fmla="*/ 1262370 w 1685574"/>
                <a:gd name="csY22" fmla="*/ 8546 h 663730"/>
                <a:gd name="csX23" fmla="*/ 1296553 w 1685574"/>
                <a:gd name="csY23" fmla="*/ 25637 h 663730"/>
                <a:gd name="csX24" fmla="*/ 1330736 w 1685574"/>
                <a:gd name="csY24" fmla="*/ 34183 h 663730"/>
                <a:gd name="csX25" fmla="*/ 1407648 w 1685574"/>
                <a:gd name="csY25" fmla="*/ 25637 h 663730"/>
                <a:gd name="csX26" fmla="*/ 1433286 w 1685574"/>
                <a:gd name="csY26" fmla="*/ 17091 h 663730"/>
                <a:gd name="csX27" fmla="*/ 1587110 w 1685574"/>
                <a:gd name="csY27" fmla="*/ 8546 h 663730"/>
                <a:gd name="csX28" fmla="*/ 1681114 w 1685574"/>
                <a:gd name="csY28" fmla="*/ 17091 h 663730"/>
                <a:gd name="csX29" fmla="*/ 1662643 w 1685574"/>
                <a:gd name="csY29" fmla="*/ 102987 h 663730"/>
                <a:gd name="csX30" fmla="*/ 1594276 w 1685574"/>
                <a:gd name="csY30" fmla="*/ 168157 h 663730"/>
                <a:gd name="csX31" fmla="*/ 1508852 w 1685574"/>
                <a:gd name="csY31" fmla="*/ 189286 h 663730"/>
                <a:gd name="csX32" fmla="*/ 1372254 w 1685574"/>
                <a:gd name="csY32" fmla="*/ 262632 h 663730"/>
                <a:gd name="csX33" fmla="*/ 1281816 w 1685574"/>
                <a:gd name="csY33" fmla="*/ 256777 h 663730"/>
                <a:gd name="csX34" fmla="*/ 1117159 w 1685574"/>
                <a:gd name="csY34" fmla="*/ 281069 h 663730"/>
                <a:gd name="csX35" fmla="*/ 1008721 w 1685574"/>
                <a:gd name="csY35" fmla="*/ 372415 h 663730"/>
                <a:gd name="csX36" fmla="*/ 886355 w 1685574"/>
                <a:gd name="csY36" fmla="*/ 393106 h 663730"/>
                <a:gd name="csX37" fmla="*/ 809443 w 1685574"/>
                <a:gd name="csY37" fmla="*/ 410198 h 663730"/>
                <a:gd name="csX38" fmla="*/ 741076 w 1685574"/>
                <a:gd name="csY38" fmla="*/ 476781 h 663730"/>
                <a:gd name="csX39" fmla="*/ 765839 w 1685574"/>
                <a:gd name="csY39" fmla="*/ 663073 h 663730"/>
                <a:gd name="csX40" fmla="*/ 686202 w 1685574"/>
                <a:gd name="csY40" fmla="*/ 534818 h 663730"/>
                <a:gd name="csX41" fmla="*/ 595360 w 1685574"/>
                <a:gd name="csY41" fmla="*/ 433110 h 663730"/>
                <a:gd name="csX42" fmla="*/ 481573 w 1685574"/>
                <a:gd name="csY42" fmla="*/ 475839 h 663730"/>
                <a:gd name="csX43" fmla="*/ 374549 w 1685574"/>
                <a:gd name="csY43" fmla="*/ 488860 h 663730"/>
                <a:gd name="csX44" fmla="*/ 230583 w 1685574"/>
                <a:gd name="csY44" fmla="*/ 510897 h 663730"/>
                <a:gd name="csX45" fmla="*/ 139271 w 1685574"/>
                <a:gd name="csY45" fmla="*/ 583334 h 663730"/>
                <a:gd name="csX46" fmla="*/ 7484 w 1685574"/>
                <a:gd name="csY46" fmla="*/ 580643 h 663730"/>
                <a:gd name="csX47" fmla="*/ 14684 w 1685574"/>
                <a:gd name="csY47" fmla="*/ 487110 h 663730"/>
                <a:gd name="csX48" fmla="*/ 7484 w 1685574"/>
                <a:gd name="csY48" fmla="*/ 406127 h 663730"/>
                <a:gd name="csX0" fmla="*/ 7484 w 1662643"/>
                <a:gd name="csY0" fmla="*/ 406127 h 663730"/>
                <a:gd name="csX1" fmla="*/ 57413 w 1662643"/>
                <a:gd name="csY1" fmla="*/ 379581 h 663730"/>
                <a:gd name="csX2" fmla="*/ 108687 w 1662643"/>
                <a:gd name="csY2" fmla="*/ 401652 h 663730"/>
                <a:gd name="csX3" fmla="*/ 134325 w 1662643"/>
                <a:gd name="csY3" fmla="*/ 384561 h 663730"/>
                <a:gd name="csX4" fmla="*/ 142871 w 1662643"/>
                <a:gd name="csY4" fmla="*/ 358923 h 663730"/>
                <a:gd name="csX5" fmla="*/ 159962 w 1662643"/>
                <a:gd name="csY5" fmla="*/ 333286 h 663730"/>
                <a:gd name="csX6" fmla="*/ 236908 w 1662643"/>
                <a:gd name="csY6" fmla="*/ 309903 h 663730"/>
                <a:gd name="csX7" fmla="*/ 294912 w 1662643"/>
                <a:gd name="csY7" fmla="*/ 282045 h 663730"/>
                <a:gd name="csX8" fmla="*/ 416336 w 1662643"/>
                <a:gd name="csY8" fmla="*/ 264919 h 663730"/>
                <a:gd name="csX9" fmla="*/ 459065 w 1662643"/>
                <a:gd name="csY9" fmla="*/ 282011 h 663730"/>
                <a:gd name="csX10" fmla="*/ 463540 w 1662643"/>
                <a:gd name="csY10" fmla="*/ 222157 h 663730"/>
                <a:gd name="csX11" fmla="*/ 432015 w 1662643"/>
                <a:gd name="csY11" fmla="*/ 102011 h 663730"/>
                <a:gd name="csX12" fmla="*/ 544489 w 1662643"/>
                <a:gd name="csY12" fmla="*/ 198336 h 663730"/>
                <a:gd name="csX13" fmla="*/ 602527 w 1662643"/>
                <a:gd name="csY13" fmla="*/ 262261 h 663730"/>
                <a:gd name="csX14" fmla="*/ 653364 w 1662643"/>
                <a:gd name="csY14" fmla="*/ 259570 h 663730"/>
                <a:gd name="csX15" fmla="*/ 824314 w 1662643"/>
                <a:gd name="csY15" fmla="*/ 192078 h 663730"/>
                <a:gd name="csX16" fmla="*/ 903446 w 1662643"/>
                <a:gd name="csY16" fmla="*/ 136732 h 663730"/>
                <a:gd name="csX17" fmla="*/ 1023087 w 1662643"/>
                <a:gd name="csY17" fmla="*/ 68366 h 663730"/>
                <a:gd name="csX18" fmla="*/ 1065816 w 1662643"/>
                <a:gd name="csY18" fmla="*/ 42729 h 663730"/>
                <a:gd name="csX19" fmla="*/ 1117091 w 1662643"/>
                <a:gd name="csY19" fmla="*/ 25637 h 663730"/>
                <a:gd name="csX20" fmla="*/ 1142729 w 1662643"/>
                <a:gd name="csY20" fmla="*/ 17091 h 663730"/>
                <a:gd name="csX21" fmla="*/ 1168366 w 1662643"/>
                <a:gd name="csY21" fmla="*/ 0 h 663730"/>
                <a:gd name="csX22" fmla="*/ 1262370 w 1662643"/>
                <a:gd name="csY22" fmla="*/ 8546 h 663730"/>
                <a:gd name="csX23" fmla="*/ 1296553 w 1662643"/>
                <a:gd name="csY23" fmla="*/ 25637 h 663730"/>
                <a:gd name="csX24" fmla="*/ 1330736 w 1662643"/>
                <a:gd name="csY24" fmla="*/ 34183 h 663730"/>
                <a:gd name="csX25" fmla="*/ 1407648 w 1662643"/>
                <a:gd name="csY25" fmla="*/ 25637 h 663730"/>
                <a:gd name="csX26" fmla="*/ 1433286 w 1662643"/>
                <a:gd name="csY26" fmla="*/ 17091 h 663730"/>
                <a:gd name="csX27" fmla="*/ 1587110 w 1662643"/>
                <a:gd name="csY27" fmla="*/ 8546 h 663730"/>
                <a:gd name="csX28" fmla="*/ 1662643 w 1662643"/>
                <a:gd name="csY28" fmla="*/ 102987 h 663730"/>
                <a:gd name="csX29" fmla="*/ 1594276 w 1662643"/>
                <a:gd name="csY29" fmla="*/ 168157 h 663730"/>
                <a:gd name="csX30" fmla="*/ 1508852 w 1662643"/>
                <a:gd name="csY30" fmla="*/ 189286 h 663730"/>
                <a:gd name="csX31" fmla="*/ 1372254 w 1662643"/>
                <a:gd name="csY31" fmla="*/ 262632 h 663730"/>
                <a:gd name="csX32" fmla="*/ 1281816 w 1662643"/>
                <a:gd name="csY32" fmla="*/ 256777 h 663730"/>
                <a:gd name="csX33" fmla="*/ 1117159 w 1662643"/>
                <a:gd name="csY33" fmla="*/ 281069 h 663730"/>
                <a:gd name="csX34" fmla="*/ 1008721 w 1662643"/>
                <a:gd name="csY34" fmla="*/ 372415 h 663730"/>
                <a:gd name="csX35" fmla="*/ 886355 w 1662643"/>
                <a:gd name="csY35" fmla="*/ 393106 h 663730"/>
                <a:gd name="csX36" fmla="*/ 809443 w 1662643"/>
                <a:gd name="csY36" fmla="*/ 410198 h 663730"/>
                <a:gd name="csX37" fmla="*/ 741076 w 1662643"/>
                <a:gd name="csY37" fmla="*/ 476781 h 663730"/>
                <a:gd name="csX38" fmla="*/ 765839 w 1662643"/>
                <a:gd name="csY38" fmla="*/ 663073 h 663730"/>
                <a:gd name="csX39" fmla="*/ 686202 w 1662643"/>
                <a:gd name="csY39" fmla="*/ 534818 h 663730"/>
                <a:gd name="csX40" fmla="*/ 595360 w 1662643"/>
                <a:gd name="csY40" fmla="*/ 433110 h 663730"/>
                <a:gd name="csX41" fmla="*/ 481573 w 1662643"/>
                <a:gd name="csY41" fmla="*/ 475839 h 663730"/>
                <a:gd name="csX42" fmla="*/ 374549 w 1662643"/>
                <a:gd name="csY42" fmla="*/ 488860 h 663730"/>
                <a:gd name="csX43" fmla="*/ 230583 w 1662643"/>
                <a:gd name="csY43" fmla="*/ 510897 h 663730"/>
                <a:gd name="csX44" fmla="*/ 139271 w 1662643"/>
                <a:gd name="csY44" fmla="*/ 583334 h 663730"/>
                <a:gd name="csX45" fmla="*/ 7484 w 1662643"/>
                <a:gd name="csY45" fmla="*/ 580643 h 663730"/>
                <a:gd name="csX46" fmla="*/ 14684 w 1662643"/>
                <a:gd name="csY46" fmla="*/ 487110 h 663730"/>
                <a:gd name="csX47" fmla="*/ 7484 w 1662643"/>
                <a:gd name="csY47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065816 w 1664391"/>
                <a:gd name="csY18" fmla="*/ 42729 h 663730"/>
                <a:gd name="csX19" fmla="*/ 1117091 w 1664391"/>
                <a:gd name="csY19" fmla="*/ 25637 h 663730"/>
                <a:gd name="csX20" fmla="*/ 1142729 w 1664391"/>
                <a:gd name="csY20" fmla="*/ 17091 h 663730"/>
                <a:gd name="csX21" fmla="*/ 1168366 w 1664391"/>
                <a:gd name="csY21" fmla="*/ 0 h 663730"/>
                <a:gd name="csX22" fmla="*/ 1262370 w 1664391"/>
                <a:gd name="csY22" fmla="*/ 8546 h 663730"/>
                <a:gd name="csX23" fmla="*/ 1296553 w 1664391"/>
                <a:gd name="csY23" fmla="*/ 25637 h 663730"/>
                <a:gd name="csX24" fmla="*/ 1330736 w 1664391"/>
                <a:gd name="csY24" fmla="*/ 34183 h 663730"/>
                <a:gd name="csX25" fmla="*/ 1407648 w 1664391"/>
                <a:gd name="csY25" fmla="*/ 25637 h 663730"/>
                <a:gd name="csX26" fmla="*/ 1433286 w 1664391"/>
                <a:gd name="csY26" fmla="*/ 17091 h 663730"/>
                <a:gd name="csX27" fmla="*/ 1587110 w 1664391"/>
                <a:gd name="csY27" fmla="*/ 8546 h 663730"/>
                <a:gd name="csX28" fmla="*/ 1662643 w 1664391"/>
                <a:gd name="csY28" fmla="*/ 102987 h 663730"/>
                <a:gd name="csX29" fmla="*/ 1508852 w 1664391"/>
                <a:gd name="csY29" fmla="*/ 189286 h 663730"/>
                <a:gd name="csX30" fmla="*/ 1372254 w 1664391"/>
                <a:gd name="csY30" fmla="*/ 262632 h 663730"/>
                <a:gd name="csX31" fmla="*/ 1281816 w 1664391"/>
                <a:gd name="csY31" fmla="*/ 256777 h 663730"/>
                <a:gd name="csX32" fmla="*/ 1117159 w 1664391"/>
                <a:gd name="csY32" fmla="*/ 281069 h 663730"/>
                <a:gd name="csX33" fmla="*/ 1008721 w 1664391"/>
                <a:gd name="csY33" fmla="*/ 372415 h 663730"/>
                <a:gd name="csX34" fmla="*/ 886355 w 1664391"/>
                <a:gd name="csY34" fmla="*/ 393106 h 663730"/>
                <a:gd name="csX35" fmla="*/ 809443 w 1664391"/>
                <a:gd name="csY35" fmla="*/ 410198 h 663730"/>
                <a:gd name="csX36" fmla="*/ 741076 w 1664391"/>
                <a:gd name="csY36" fmla="*/ 476781 h 663730"/>
                <a:gd name="csX37" fmla="*/ 765839 w 1664391"/>
                <a:gd name="csY37" fmla="*/ 663073 h 663730"/>
                <a:gd name="csX38" fmla="*/ 686202 w 1664391"/>
                <a:gd name="csY38" fmla="*/ 534818 h 663730"/>
                <a:gd name="csX39" fmla="*/ 595360 w 1664391"/>
                <a:gd name="csY39" fmla="*/ 433110 h 663730"/>
                <a:gd name="csX40" fmla="*/ 481573 w 1664391"/>
                <a:gd name="csY40" fmla="*/ 475839 h 663730"/>
                <a:gd name="csX41" fmla="*/ 374549 w 1664391"/>
                <a:gd name="csY41" fmla="*/ 488860 h 663730"/>
                <a:gd name="csX42" fmla="*/ 230583 w 1664391"/>
                <a:gd name="csY42" fmla="*/ 510897 h 663730"/>
                <a:gd name="csX43" fmla="*/ 139271 w 1664391"/>
                <a:gd name="csY43" fmla="*/ 583334 h 663730"/>
                <a:gd name="csX44" fmla="*/ 7484 w 1664391"/>
                <a:gd name="csY44" fmla="*/ 580643 h 663730"/>
                <a:gd name="csX45" fmla="*/ 14684 w 1664391"/>
                <a:gd name="csY45" fmla="*/ 487110 h 663730"/>
                <a:gd name="csX46" fmla="*/ 7484 w 1664391"/>
                <a:gd name="csY46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065816 w 1664391"/>
                <a:gd name="csY18" fmla="*/ 42729 h 663730"/>
                <a:gd name="csX19" fmla="*/ 1117091 w 1664391"/>
                <a:gd name="csY19" fmla="*/ 25637 h 663730"/>
                <a:gd name="csX20" fmla="*/ 1142729 w 1664391"/>
                <a:gd name="csY20" fmla="*/ 17091 h 663730"/>
                <a:gd name="csX21" fmla="*/ 1168366 w 1664391"/>
                <a:gd name="csY21" fmla="*/ 0 h 663730"/>
                <a:gd name="csX22" fmla="*/ 1262370 w 1664391"/>
                <a:gd name="csY22" fmla="*/ 8546 h 663730"/>
                <a:gd name="csX23" fmla="*/ 1296553 w 1664391"/>
                <a:gd name="csY23" fmla="*/ 25637 h 663730"/>
                <a:gd name="csX24" fmla="*/ 1407648 w 1664391"/>
                <a:gd name="csY24" fmla="*/ 25637 h 663730"/>
                <a:gd name="csX25" fmla="*/ 1433286 w 1664391"/>
                <a:gd name="csY25" fmla="*/ 17091 h 663730"/>
                <a:gd name="csX26" fmla="*/ 1587110 w 1664391"/>
                <a:gd name="csY26" fmla="*/ 8546 h 663730"/>
                <a:gd name="csX27" fmla="*/ 1662643 w 1664391"/>
                <a:gd name="csY27" fmla="*/ 102987 h 663730"/>
                <a:gd name="csX28" fmla="*/ 1508852 w 1664391"/>
                <a:gd name="csY28" fmla="*/ 189286 h 663730"/>
                <a:gd name="csX29" fmla="*/ 1372254 w 1664391"/>
                <a:gd name="csY29" fmla="*/ 262632 h 663730"/>
                <a:gd name="csX30" fmla="*/ 1281816 w 1664391"/>
                <a:gd name="csY30" fmla="*/ 256777 h 663730"/>
                <a:gd name="csX31" fmla="*/ 1117159 w 1664391"/>
                <a:gd name="csY31" fmla="*/ 281069 h 663730"/>
                <a:gd name="csX32" fmla="*/ 1008721 w 1664391"/>
                <a:gd name="csY32" fmla="*/ 372415 h 663730"/>
                <a:gd name="csX33" fmla="*/ 886355 w 1664391"/>
                <a:gd name="csY33" fmla="*/ 393106 h 663730"/>
                <a:gd name="csX34" fmla="*/ 809443 w 1664391"/>
                <a:gd name="csY34" fmla="*/ 410198 h 663730"/>
                <a:gd name="csX35" fmla="*/ 741076 w 1664391"/>
                <a:gd name="csY35" fmla="*/ 476781 h 663730"/>
                <a:gd name="csX36" fmla="*/ 765839 w 1664391"/>
                <a:gd name="csY36" fmla="*/ 663073 h 663730"/>
                <a:gd name="csX37" fmla="*/ 686202 w 1664391"/>
                <a:gd name="csY37" fmla="*/ 534818 h 663730"/>
                <a:gd name="csX38" fmla="*/ 595360 w 1664391"/>
                <a:gd name="csY38" fmla="*/ 433110 h 663730"/>
                <a:gd name="csX39" fmla="*/ 481573 w 1664391"/>
                <a:gd name="csY39" fmla="*/ 475839 h 663730"/>
                <a:gd name="csX40" fmla="*/ 374549 w 1664391"/>
                <a:gd name="csY40" fmla="*/ 488860 h 663730"/>
                <a:gd name="csX41" fmla="*/ 230583 w 1664391"/>
                <a:gd name="csY41" fmla="*/ 510897 h 663730"/>
                <a:gd name="csX42" fmla="*/ 139271 w 1664391"/>
                <a:gd name="csY42" fmla="*/ 583334 h 663730"/>
                <a:gd name="csX43" fmla="*/ 7484 w 1664391"/>
                <a:gd name="csY43" fmla="*/ 580643 h 663730"/>
                <a:gd name="csX44" fmla="*/ 14684 w 1664391"/>
                <a:gd name="csY44" fmla="*/ 487110 h 663730"/>
                <a:gd name="csX45" fmla="*/ 7484 w 1664391"/>
                <a:gd name="csY45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065816 w 1664391"/>
                <a:gd name="csY18" fmla="*/ 42729 h 663730"/>
                <a:gd name="csX19" fmla="*/ 1117091 w 1664391"/>
                <a:gd name="csY19" fmla="*/ 25637 h 663730"/>
                <a:gd name="csX20" fmla="*/ 1168366 w 1664391"/>
                <a:gd name="csY20" fmla="*/ 0 h 663730"/>
                <a:gd name="csX21" fmla="*/ 1262370 w 1664391"/>
                <a:gd name="csY21" fmla="*/ 8546 h 663730"/>
                <a:gd name="csX22" fmla="*/ 1296553 w 1664391"/>
                <a:gd name="csY22" fmla="*/ 25637 h 663730"/>
                <a:gd name="csX23" fmla="*/ 1407648 w 1664391"/>
                <a:gd name="csY23" fmla="*/ 25637 h 663730"/>
                <a:gd name="csX24" fmla="*/ 1433286 w 1664391"/>
                <a:gd name="csY24" fmla="*/ 17091 h 663730"/>
                <a:gd name="csX25" fmla="*/ 1587110 w 1664391"/>
                <a:gd name="csY25" fmla="*/ 8546 h 663730"/>
                <a:gd name="csX26" fmla="*/ 1662643 w 1664391"/>
                <a:gd name="csY26" fmla="*/ 102987 h 663730"/>
                <a:gd name="csX27" fmla="*/ 1508852 w 1664391"/>
                <a:gd name="csY27" fmla="*/ 189286 h 663730"/>
                <a:gd name="csX28" fmla="*/ 1372254 w 1664391"/>
                <a:gd name="csY28" fmla="*/ 262632 h 663730"/>
                <a:gd name="csX29" fmla="*/ 1281816 w 1664391"/>
                <a:gd name="csY29" fmla="*/ 256777 h 663730"/>
                <a:gd name="csX30" fmla="*/ 1117159 w 1664391"/>
                <a:gd name="csY30" fmla="*/ 281069 h 663730"/>
                <a:gd name="csX31" fmla="*/ 1008721 w 1664391"/>
                <a:gd name="csY31" fmla="*/ 372415 h 663730"/>
                <a:gd name="csX32" fmla="*/ 886355 w 1664391"/>
                <a:gd name="csY32" fmla="*/ 393106 h 663730"/>
                <a:gd name="csX33" fmla="*/ 809443 w 1664391"/>
                <a:gd name="csY33" fmla="*/ 410198 h 663730"/>
                <a:gd name="csX34" fmla="*/ 741076 w 1664391"/>
                <a:gd name="csY34" fmla="*/ 476781 h 663730"/>
                <a:gd name="csX35" fmla="*/ 765839 w 1664391"/>
                <a:gd name="csY35" fmla="*/ 663073 h 663730"/>
                <a:gd name="csX36" fmla="*/ 686202 w 1664391"/>
                <a:gd name="csY36" fmla="*/ 534818 h 663730"/>
                <a:gd name="csX37" fmla="*/ 595360 w 1664391"/>
                <a:gd name="csY37" fmla="*/ 433110 h 663730"/>
                <a:gd name="csX38" fmla="*/ 481573 w 1664391"/>
                <a:gd name="csY38" fmla="*/ 475839 h 663730"/>
                <a:gd name="csX39" fmla="*/ 374549 w 1664391"/>
                <a:gd name="csY39" fmla="*/ 488860 h 663730"/>
                <a:gd name="csX40" fmla="*/ 230583 w 1664391"/>
                <a:gd name="csY40" fmla="*/ 510897 h 663730"/>
                <a:gd name="csX41" fmla="*/ 139271 w 1664391"/>
                <a:gd name="csY41" fmla="*/ 583334 h 663730"/>
                <a:gd name="csX42" fmla="*/ 7484 w 1664391"/>
                <a:gd name="csY42" fmla="*/ 580643 h 663730"/>
                <a:gd name="csX43" fmla="*/ 14684 w 1664391"/>
                <a:gd name="csY43" fmla="*/ 487110 h 663730"/>
                <a:gd name="csX44" fmla="*/ 7484 w 1664391"/>
                <a:gd name="csY44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117091 w 1664391"/>
                <a:gd name="csY18" fmla="*/ 25637 h 663730"/>
                <a:gd name="csX19" fmla="*/ 1168366 w 1664391"/>
                <a:gd name="csY19" fmla="*/ 0 h 663730"/>
                <a:gd name="csX20" fmla="*/ 1262370 w 1664391"/>
                <a:gd name="csY20" fmla="*/ 8546 h 663730"/>
                <a:gd name="csX21" fmla="*/ 1296553 w 1664391"/>
                <a:gd name="csY21" fmla="*/ 25637 h 663730"/>
                <a:gd name="csX22" fmla="*/ 1407648 w 1664391"/>
                <a:gd name="csY22" fmla="*/ 25637 h 663730"/>
                <a:gd name="csX23" fmla="*/ 1433286 w 1664391"/>
                <a:gd name="csY23" fmla="*/ 17091 h 663730"/>
                <a:gd name="csX24" fmla="*/ 1587110 w 1664391"/>
                <a:gd name="csY24" fmla="*/ 8546 h 663730"/>
                <a:gd name="csX25" fmla="*/ 1662643 w 1664391"/>
                <a:gd name="csY25" fmla="*/ 102987 h 663730"/>
                <a:gd name="csX26" fmla="*/ 1508852 w 1664391"/>
                <a:gd name="csY26" fmla="*/ 189286 h 663730"/>
                <a:gd name="csX27" fmla="*/ 1372254 w 1664391"/>
                <a:gd name="csY27" fmla="*/ 262632 h 663730"/>
                <a:gd name="csX28" fmla="*/ 1281816 w 1664391"/>
                <a:gd name="csY28" fmla="*/ 256777 h 663730"/>
                <a:gd name="csX29" fmla="*/ 1117159 w 1664391"/>
                <a:gd name="csY29" fmla="*/ 281069 h 663730"/>
                <a:gd name="csX30" fmla="*/ 1008721 w 1664391"/>
                <a:gd name="csY30" fmla="*/ 372415 h 663730"/>
                <a:gd name="csX31" fmla="*/ 886355 w 1664391"/>
                <a:gd name="csY31" fmla="*/ 393106 h 663730"/>
                <a:gd name="csX32" fmla="*/ 809443 w 1664391"/>
                <a:gd name="csY32" fmla="*/ 410198 h 663730"/>
                <a:gd name="csX33" fmla="*/ 741076 w 1664391"/>
                <a:gd name="csY33" fmla="*/ 476781 h 663730"/>
                <a:gd name="csX34" fmla="*/ 765839 w 1664391"/>
                <a:gd name="csY34" fmla="*/ 663073 h 663730"/>
                <a:gd name="csX35" fmla="*/ 686202 w 1664391"/>
                <a:gd name="csY35" fmla="*/ 534818 h 663730"/>
                <a:gd name="csX36" fmla="*/ 595360 w 1664391"/>
                <a:gd name="csY36" fmla="*/ 433110 h 663730"/>
                <a:gd name="csX37" fmla="*/ 481573 w 1664391"/>
                <a:gd name="csY37" fmla="*/ 475839 h 663730"/>
                <a:gd name="csX38" fmla="*/ 374549 w 1664391"/>
                <a:gd name="csY38" fmla="*/ 488860 h 663730"/>
                <a:gd name="csX39" fmla="*/ 230583 w 1664391"/>
                <a:gd name="csY39" fmla="*/ 510897 h 663730"/>
                <a:gd name="csX40" fmla="*/ 139271 w 1664391"/>
                <a:gd name="csY40" fmla="*/ 583334 h 663730"/>
                <a:gd name="csX41" fmla="*/ 7484 w 1664391"/>
                <a:gd name="csY41" fmla="*/ 580643 h 663730"/>
                <a:gd name="csX42" fmla="*/ 14684 w 1664391"/>
                <a:gd name="csY42" fmla="*/ 487110 h 663730"/>
                <a:gd name="csX43" fmla="*/ 7484 w 1664391"/>
                <a:gd name="csY43" fmla="*/ 406127 h 663730"/>
                <a:gd name="csX0" fmla="*/ 2107 w 1659014"/>
                <a:gd name="csY0" fmla="*/ 406127 h 663730"/>
                <a:gd name="csX1" fmla="*/ 52036 w 1659014"/>
                <a:gd name="csY1" fmla="*/ 379581 h 663730"/>
                <a:gd name="csX2" fmla="*/ 103310 w 1659014"/>
                <a:gd name="csY2" fmla="*/ 401652 h 663730"/>
                <a:gd name="csX3" fmla="*/ 128948 w 1659014"/>
                <a:gd name="csY3" fmla="*/ 384561 h 663730"/>
                <a:gd name="csX4" fmla="*/ 137494 w 1659014"/>
                <a:gd name="csY4" fmla="*/ 358923 h 663730"/>
                <a:gd name="csX5" fmla="*/ 154585 w 1659014"/>
                <a:gd name="csY5" fmla="*/ 333286 h 663730"/>
                <a:gd name="csX6" fmla="*/ 231531 w 1659014"/>
                <a:gd name="csY6" fmla="*/ 309903 h 663730"/>
                <a:gd name="csX7" fmla="*/ 289535 w 1659014"/>
                <a:gd name="csY7" fmla="*/ 282045 h 663730"/>
                <a:gd name="csX8" fmla="*/ 410959 w 1659014"/>
                <a:gd name="csY8" fmla="*/ 264919 h 663730"/>
                <a:gd name="csX9" fmla="*/ 453688 w 1659014"/>
                <a:gd name="csY9" fmla="*/ 282011 h 663730"/>
                <a:gd name="csX10" fmla="*/ 458163 w 1659014"/>
                <a:gd name="csY10" fmla="*/ 222157 h 663730"/>
                <a:gd name="csX11" fmla="*/ 426638 w 1659014"/>
                <a:gd name="csY11" fmla="*/ 102011 h 663730"/>
                <a:gd name="csX12" fmla="*/ 539112 w 1659014"/>
                <a:gd name="csY12" fmla="*/ 198336 h 663730"/>
                <a:gd name="csX13" fmla="*/ 597150 w 1659014"/>
                <a:gd name="csY13" fmla="*/ 262261 h 663730"/>
                <a:gd name="csX14" fmla="*/ 647987 w 1659014"/>
                <a:gd name="csY14" fmla="*/ 259570 h 663730"/>
                <a:gd name="csX15" fmla="*/ 818937 w 1659014"/>
                <a:gd name="csY15" fmla="*/ 192078 h 663730"/>
                <a:gd name="csX16" fmla="*/ 898069 w 1659014"/>
                <a:gd name="csY16" fmla="*/ 136732 h 663730"/>
                <a:gd name="csX17" fmla="*/ 1017710 w 1659014"/>
                <a:gd name="csY17" fmla="*/ 68366 h 663730"/>
                <a:gd name="csX18" fmla="*/ 1111714 w 1659014"/>
                <a:gd name="csY18" fmla="*/ 25637 h 663730"/>
                <a:gd name="csX19" fmla="*/ 1162989 w 1659014"/>
                <a:gd name="csY19" fmla="*/ 0 h 663730"/>
                <a:gd name="csX20" fmla="*/ 1256993 w 1659014"/>
                <a:gd name="csY20" fmla="*/ 8546 h 663730"/>
                <a:gd name="csX21" fmla="*/ 1291176 w 1659014"/>
                <a:gd name="csY21" fmla="*/ 25637 h 663730"/>
                <a:gd name="csX22" fmla="*/ 1402271 w 1659014"/>
                <a:gd name="csY22" fmla="*/ 25637 h 663730"/>
                <a:gd name="csX23" fmla="*/ 1427909 w 1659014"/>
                <a:gd name="csY23" fmla="*/ 17091 h 663730"/>
                <a:gd name="csX24" fmla="*/ 1581733 w 1659014"/>
                <a:gd name="csY24" fmla="*/ 8546 h 663730"/>
                <a:gd name="csX25" fmla="*/ 1657266 w 1659014"/>
                <a:gd name="csY25" fmla="*/ 102987 h 663730"/>
                <a:gd name="csX26" fmla="*/ 1503475 w 1659014"/>
                <a:gd name="csY26" fmla="*/ 189286 h 663730"/>
                <a:gd name="csX27" fmla="*/ 1366877 w 1659014"/>
                <a:gd name="csY27" fmla="*/ 262632 h 663730"/>
                <a:gd name="csX28" fmla="*/ 1276439 w 1659014"/>
                <a:gd name="csY28" fmla="*/ 256777 h 663730"/>
                <a:gd name="csX29" fmla="*/ 1111782 w 1659014"/>
                <a:gd name="csY29" fmla="*/ 281069 h 663730"/>
                <a:gd name="csX30" fmla="*/ 1003344 w 1659014"/>
                <a:gd name="csY30" fmla="*/ 372415 h 663730"/>
                <a:gd name="csX31" fmla="*/ 880978 w 1659014"/>
                <a:gd name="csY31" fmla="*/ 393106 h 663730"/>
                <a:gd name="csX32" fmla="*/ 804066 w 1659014"/>
                <a:gd name="csY32" fmla="*/ 410198 h 663730"/>
                <a:gd name="csX33" fmla="*/ 735699 w 1659014"/>
                <a:gd name="csY33" fmla="*/ 476781 h 663730"/>
                <a:gd name="csX34" fmla="*/ 760462 w 1659014"/>
                <a:gd name="csY34" fmla="*/ 663073 h 663730"/>
                <a:gd name="csX35" fmla="*/ 680825 w 1659014"/>
                <a:gd name="csY35" fmla="*/ 534818 h 663730"/>
                <a:gd name="csX36" fmla="*/ 589983 w 1659014"/>
                <a:gd name="csY36" fmla="*/ 433110 h 663730"/>
                <a:gd name="csX37" fmla="*/ 476196 w 1659014"/>
                <a:gd name="csY37" fmla="*/ 475839 h 663730"/>
                <a:gd name="csX38" fmla="*/ 369172 w 1659014"/>
                <a:gd name="csY38" fmla="*/ 488860 h 663730"/>
                <a:gd name="csX39" fmla="*/ 225206 w 1659014"/>
                <a:gd name="csY39" fmla="*/ 510897 h 663730"/>
                <a:gd name="csX40" fmla="*/ 133894 w 1659014"/>
                <a:gd name="csY40" fmla="*/ 583334 h 663730"/>
                <a:gd name="csX41" fmla="*/ 30907 w 1659014"/>
                <a:gd name="csY41" fmla="*/ 562643 h 663730"/>
                <a:gd name="csX42" fmla="*/ 9307 w 1659014"/>
                <a:gd name="csY42" fmla="*/ 487110 h 663730"/>
                <a:gd name="csX43" fmla="*/ 2107 w 1659014"/>
                <a:gd name="csY43" fmla="*/ 406127 h 663730"/>
                <a:gd name="csX0" fmla="*/ 2107 w 1659014"/>
                <a:gd name="csY0" fmla="*/ 418406 h 676009"/>
                <a:gd name="csX1" fmla="*/ 52036 w 1659014"/>
                <a:gd name="csY1" fmla="*/ 391860 h 676009"/>
                <a:gd name="csX2" fmla="*/ 103310 w 1659014"/>
                <a:gd name="csY2" fmla="*/ 413931 h 676009"/>
                <a:gd name="csX3" fmla="*/ 128948 w 1659014"/>
                <a:gd name="csY3" fmla="*/ 396840 h 676009"/>
                <a:gd name="csX4" fmla="*/ 137494 w 1659014"/>
                <a:gd name="csY4" fmla="*/ 371202 h 676009"/>
                <a:gd name="csX5" fmla="*/ 154585 w 1659014"/>
                <a:gd name="csY5" fmla="*/ 345565 h 676009"/>
                <a:gd name="csX6" fmla="*/ 231531 w 1659014"/>
                <a:gd name="csY6" fmla="*/ 322182 h 676009"/>
                <a:gd name="csX7" fmla="*/ 289535 w 1659014"/>
                <a:gd name="csY7" fmla="*/ 294324 h 676009"/>
                <a:gd name="csX8" fmla="*/ 410959 w 1659014"/>
                <a:gd name="csY8" fmla="*/ 277198 h 676009"/>
                <a:gd name="csX9" fmla="*/ 453688 w 1659014"/>
                <a:gd name="csY9" fmla="*/ 294290 h 676009"/>
                <a:gd name="csX10" fmla="*/ 458163 w 1659014"/>
                <a:gd name="csY10" fmla="*/ 234436 h 676009"/>
                <a:gd name="csX11" fmla="*/ 426638 w 1659014"/>
                <a:gd name="csY11" fmla="*/ 114290 h 676009"/>
                <a:gd name="csX12" fmla="*/ 539112 w 1659014"/>
                <a:gd name="csY12" fmla="*/ 210615 h 676009"/>
                <a:gd name="csX13" fmla="*/ 597150 w 1659014"/>
                <a:gd name="csY13" fmla="*/ 274540 h 676009"/>
                <a:gd name="csX14" fmla="*/ 647987 w 1659014"/>
                <a:gd name="csY14" fmla="*/ 271849 h 676009"/>
                <a:gd name="csX15" fmla="*/ 818937 w 1659014"/>
                <a:gd name="csY15" fmla="*/ 204357 h 676009"/>
                <a:gd name="csX16" fmla="*/ 898069 w 1659014"/>
                <a:gd name="csY16" fmla="*/ 149011 h 676009"/>
                <a:gd name="csX17" fmla="*/ 1017710 w 1659014"/>
                <a:gd name="csY17" fmla="*/ 80645 h 676009"/>
                <a:gd name="csX18" fmla="*/ 1111714 w 1659014"/>
                <a:gd name="csY18" fmla="*/ 37916 h 676009"/>
                <a:gd name="csX19" fmla="*/ 1162989 w 1659014"/>
                <a:gd name="csY19" fmla="*/ 12279 h 676009"/>
                <a:gd name="csX20" fmla="*/ 1256993 w 1659014"/>
                <a:gd name="csY20" fmla="*/ 20825 h 676009"/>
                <a:gd name="csX21" fmla="*/ 1291176 w 1659014"/>
                <a:gd name="csY21" fmla="*/ 37916 h 676009"/>
                <a:gd name="csX22" fmla="*/ 1402271 w 1659014"/>
                <a:gd name="csY22" fmla="*/ 37916 h 676009"/>
                <a:gd name="csX23" fmla="*/ 1481909 w 1659014"/>
                <a:gd name="csY23" fmla="*/ 570 h 676009"/>
                <a:gd name="csX24" fmla="*/ 1581733 w 1659014"/>
                <a:gd name="csY24" fmla="*/ 20825 h 676009"/>
                <a:gd name="csX25" fmla="*/ 1657266 w 1659014"/>
                <a:gd name="csY25" fmla="*/ 115266 h 676009"/>
                <a:gd name="csX26" fmla="*/ 1503475 w 1659014"/>
                <a:gd name="csY26" fmla="*/ 201565 h 676009"/>
                <a:gd name="csX27" fmla="*/ 1366877 w 1659014"/>
                <a:gd name="csY27" fmla="*/ 274911 h 676009"/>
                <a:gd name="csX28" fmla="*/ 1276439 w 1659014"/>
                <a:gd name="csY28" fmla="*/ 269056 h 676009"/>
                <a:gd name="csX29" fmla="*/ 1111782 w 1659014"/>
                <a:gd name="csY29" fmla="*/ 293348 h 676009"/>
                <a:gd name="csX30" fmla="*/ 1003344 w 1659014"/>
                <a:gd name="csY30" fmla="*/ 384694 h 676009"/>
                <a:gd name="csX31" fmla="*/ 880978 w 1659014"/>
                <a:gd name="csY31" fmla="*/ 405385 h 676009"/>
                <a:gd name="csX32" fmla="*/ 804066 w 1659014"/>
                <a:gd name="csY32" fmla="*/ 422477 h 676009"/>
                <a:gd name="csX33" fmla="*/ 735699 w 1659014"/>
                <a:gd name="csY33" fmla="*/ 489060 h 676009"/>
                <a:gd name="csX34" fmla="*/ 760462 w 1659014"/>
                <a:gd name="csY34" fmla="*/ 675352 h 676009"/>
                <a:gd name="csX35" fmla="*/ 680825 w 1659014"/>
                <a:gd name="csY35" fmla="*/ 547097 h 676009"/>
                <a:gd name="csX36" fmla="*/ 589983 w 1659014"/>
                <a:gd name="csY36" fmla="*/ 445389 h 676009"/>
                <a:gd name="csX37" fmla="*/ 476196 w 1659014"/>
                <a:gd name="csY37" fmla="*/ 488118 h 676009"/>
                <a:gd name="csX38" fmla="*/ 369172 w 1659014"/>
                <a:gd name="csY38" fmla="*/ 501139 h 676009"/>
                <a:gd name="csX39" fmla="*/ 225206 w 1659014"/>
                <a:gd name="csY39" fmla="*/ 523176 h 676009"/>
                <a:gd name="csX40" fmla="*/ 133894 w 1659014"/>
                <a:gd name="csY40" fmla="*/ 595613 h 676009"/>
                <a:gd name="csX41" fmla="*/ 30907 w 1659014"/>
                <a:gd name="csY41" fmla="*/ 574922 h 676009"/>
                <a:gd name="csX42" fmla="*/ 9307 w 1659014"/>
                <a:gd name="csY42" fmla="*/ 499389 h 676009"/>
                <a:gd name="csX43" fmla="*/ 2107 w 1659014"/>
                <a:gd name="csY43" fmla="*/ 418406 h 676009"/>
                <a:gd name="csX0" fmla="*/ 2107 w 1659014"/>
                <a:gd name="csY0" fmla="*/ 418363 h 675966"/>
                <a:gd name="csX1" fmla="*/ 52036 w 1659014"/>
                <a:gd name="csY1" fmla="*/ 391817 h 675966"/>
                <a:gd name="csX2" fmla="*/ 103310 w 1659014"/>
                <a:gd name="csY2" fmla="*/ 413888 h 675966"/>
                <a:gd name="csX3" fmla="*/ 128948 w 1659014"/>
                <a:gd name="csY3" fmla="*/ 396797 h 675966"/>
                <a:gd name="csX4" fmla="*/ 137494 w 1659014"/>
                <a:gd name="csY4" fmla="*/ 371159 h 675966"/>
                <a:gd name="csX5" fmla="*/ 154585 w 1659014"/>
                <a:gd name="csY5" fmla="*/ 345522 h 675966"/>
                <a:gd name="csX6" fmla="*/ 231531 w 1659014"/>
                <a:gd name="csY6" fmla="*/ 322139 h 675966"/>
                <a:gd name="csX7" fmla="*/ 289535 w 1659014"/>
                <a:gd name="csY7" fmla="*/ 294281 h 675966"/>
                <a:gd name="csX8" fmla="*/ 410959 w 1659014"/>
                <a:gd name="csY8" fmla="*/ 277155 h 675966"/>
                <a:gd name="csX9" fmla="*/ 453688 w 1659014"/>
                <a:gd name="csY9" fmla="*/ 294247 h 675966"/>
                <a:gd name="csX10" fmla="*/ 458163 w 1659014"/>
                <a:gd name="csY10" fmla="*/ 234393 h 675966"/>
                <a:gd name="csX11" fmla="*/ 426638 w 1659014"/>
                <a:gd name="csY11" fmla="*/ 114247 h 675966"/>
                <a:gd name="csX12" fmla="*/ 539112 w 1659014"/>
                <a:gd name="csY12" fmla="*/ 210572 h 675966"/>
                <a:gd name="csX13" fmla="*/ 597150 w 1659014"/>
                <a:gd name="csY13" fmla="*/ 274497 h 675966"/>
                <a:gd name="csX14" fmla="*/ 647987 w 1659014"/>
                <a:gd name="csY14" fmla="*/ 271806 h 675966"/>
                <a:gd name="csX15" fmla="*/ 818937 w 1659014"/>
                <a:gd name="csY15" fmla="*/ 204314 h 675966"/>
                <a:gd name="csX16" fmla="*/ 898069 w 1659014"/>
                <a:gd name="csY16" fmla="*/ 148968 h 675966"/>
                <a:gd name="csX17" fmla="*/ 1017710 w 1659014"/>
                <a:gd name="csY17" fmla="*/ 80602 h 675966"/>
                <a:gd name="csX18" fmla="*/ 1111714 w 1659014"/>
                <a:gd name="csY18" fmla="*/ 37873 h 675966"/>
                <a:gd name="csX19" fmla="*/ 1162989 w 1659014"/>
                <a:gd name="csY19" fmla="*/ 12236 h 675966"/>
                <a:gd name="csX20" fmla="*/ 1256993 w 1659014"/>
                <a:gd name="csY20" fmla="*/ 20782 h 675966"/>
                <a:gd name="csX21" fmla="*/ 1291176 w 1659014"/>
                <a:gd name="csY21" fmla="*/ 37873 h 675966"/>
                <a:gd name="csX22" fmla="*/ 1402271 w 1659014"/>
                <a:gd name="csY22" fmla="*/ 48673 h 675966"/>
                <a:gd name="csX23" fmla="*/ 1481909 w 1659014"/>
                <a:gd name="csY23" fmla="*/ 527 h 675966"/>
                <a:gd name="csX24" fmla="*/ 1581733 w 1659014"/>
                <a:gd name="csY24" fmla="*/ 20782 h 675966"/>
                <a:gd name="csX25" fmla="*/ 1657266 w 1659014"/>
                <a:gd name="csY25" fmla="*/ 115223 h 675966"/>
                <a:gd name="csX26" fmla="*/ 1503475 w 1659014"/>
                <a:gd name="csY26" fmla="*/ 201522 h 675966"/>
                <a:gd name="csX27" fmla="*/ 1366877 w 1659014"/>
                <a:gd name="csY27" fmla="*/ 274868 h 675966"/>
                <a:gd name="csX28" fmla="*/ 1276439 w 1659014"/>
                <a:gd name="csY28" fmla="*/ 269013 h 675966"/>
                <a:gd name="csX29" fmla="*/ 1111782 w 1659014"/>
                <a:gd name="csY29" fmla="*/ 293305 h 675966"/>
                <a:gd name="csX30" fmla="*/ 1003344 w 1659014"/>
                <a:gd name="csY30" fmla="*/ 384651 h 675966"/>
                <a:gd name="csX31" fmla="*/ 880978 w 1659014"/>
                <a:gd name="csY31" fmla="*/ 405342 h 675966"/>
                <a:gd name="csX32" fmla="*/ 804066 w 1659014"/>
                <a:gd name="csY32" fmla="*/ 422434 h 675966"/>
                <a:gd name="csX33" fmla="*/ 735699 w 1659014"/>
                <a:gd name="csY33" fmla="*/ 489017 h 675966"/>
                <a:gd name="csX34" fmla="*/ 760462 w 1659014"/>
                <a:gd name="csY34" fmla="*/ 675309 h 675966"/>
                <a:gd name="csX35" fmla="*/ 680825 w 1659014"/>
                <a:gd name="csY35" fmla="*/ 547054 h 675966"/>
                <a:gd name="csX36" fmla="*/ 589983 w 1659014"/>
                <a:gd name="csY36" fmla="*/ 445346 h 675966"/>
                <a:gd name="csX37" fmla="*/ 476196 w 1659014"/>
                <a:gd name="csY37" fmla="*/ 488075 h 675966"/>
                <a:gd name="csX38" fmla="*/ 369172 w 1659014"/>
                <a:gd name="csY38" fmla="*/ 501096 h 675966"/>
                <a:gd name="csX39" fmla="*/ 225206 w 1659014"/>
                <a:gd name="csY39" fmla="*/ 523133 h 675966"/>
                <a:gd name="csX40" fmla="*/ 133894 w 1659014"/>
                <a:gd name="csY40" fmla="*/ 595570 h 675966"/>
                <a:gd name="csX41" fmla="*/ 30907 w 1659014"/>
                <a:gd name="csY41" fmla="*/ 574879 h 675966"/>
                <a:gd name="csX42" fmla="*/ 9307 w 1659014"/>
                <a:gd name="csY42" fmla="*/ 499346 h 675966"/>
                <a:gd name="csX43" fmla="*/ 2107 w 1659014"/>
                <a:gd name="csY43" fmla="*/ 418363 h 675966"/>
                <a:gd name="csX0" fmla="*/ 2107 w 1659014"/>
                <a:gd name="csY0" fmla="*/ 418363 h 675966"/>
                <a:gd name="csX1" fmla="*/ 52036 w 1659014"/>
                <a:gd name="csY1" fmla="*/ 391817 h 675966"/>
                <a:gd name="csX2" fmla="*/ 103310 w 1659014"/>
                <a:gd name="csY2" fmla="*/ 413888 h 675966"/>
                <a:gd name="csX3" fmla="*/ 128948 w 1659014"/>
                <a:gd name="csY3" fmla="*/ 396797 h 675966"/>
                <a:gd name="csX4" fmla="*/ 137494 w 1659014"/>
                <a:gd name="csY4" fmla="*/ 371159 h 675966"/>
                <a:gd name="csX5" fmla="*/ 154585 w 1659014"/>
                <a:gd name="csY5" fmla="*/ 345522 h 675966"/>
                <a:gd name="csX6" fmla="*/ 231531 w 1659014"/>
                <a:gd name="csY6" fmla="*/ 322139 h 675966"/>
                <a:gd name="csX7" fmla="*/ 289535 w 1659014"/>
                <a:gd name="csY7" fmla="*/ 294281 h 675966"/>
                <a:gd name="csX8" fmla="*/ 410959 w 1659014"/>
                <a:gd name="csY8" fmla="*/ 277155 h 675966"/>
                <a:gd name="csX9" fmla="*/ 453688 w 1659014"/>
                <a:gd name="csY9" fmla="*/ 294247 h 675966"/>
                <a:gd name="csX10" fmla="*/ 458163 w 1659014"/>
                <a:gd name="csY10" fmla="*/ 234393 h 675966"/>
                <a:gd name="csX11" fmla="*/ 426638 w 1659014"/>
                <a:gd name="csY11" fmla="*/ 114247 h 675966"/>
                <a:gd name="csX12" fmla="*/ 539112 w 1659014"/>
                <a:gd name="csY12" fmla="*/ 210572 h 675966"/>
                <a:gd name="csX13" fmla="*/ 597150 w 1659014"/>
                <a:gd name="csY13" fmla="*/ 274497 h 675966"/>
                <a:gd name="csX14" fmla="*/ 647987 w 1659014"/>
                <a:gd name="csY14" fmla="*/ 271806 h 675966"/>
                <a:gd name="csX15" fmla="*/ 818937 w 1659014"/>
                <a:gd name="csY15" fmla="*/ 204314 h 675966"/>
                <a:gd name="csX16" fmla="*/ 898069 w 1659014"/>
                <a:gd name="csY16" fmla="*/ 148968 h 675966"/>
                <a:gd name="csX17" fmla="*/ 1017710 w 1659014"/>
                <a:gd name="csY17" fmla="*/ 80602 h 675966"/>
                <a:gd name="csX18" fmla="*/ 1111714 w 1659014"/>
                <a:gd name="csY18" fmla="*/ 37873 h 675966"/>
                <a:gd name="csX19" fmla="*/ 1162989 w 1659014"/>
                <a:gd name="csY19" fmla="*/ 12236 h 675966"/>
                <a:gd name="csX20" fmla="*/ 1256993 w 1659014"/>
                <a:gd name="csY20" fmla="*/ 20782 h 675966"/>
                <a:gd name="csX21" fmla="*/ 1319976 w 1659014"/>
                <a:gd name="csY21" fmla="*/ 37873 h 675966"/>
                <a:gd name="csX22" fmla="*/ 1402271 w 1659014"/>
                <a:gd name="csY22" fmla="*/ 48673 h 675966"/>
                <a:gd name="csX23" fmla="*/ 1481909 w 1659014"/>
                <a:gd name="csY23" fmla="*/ 527 h 675966"/>
                <a:gd name="csX24" fmla="*/ 1581733 w 1659014"/>
                <a:gd name="csY24" fmla="*/ 20782 h 675966"/>
                <a:gd name="csX25" fmla="*/ 1657266 w 1659014"/>
                <a:gd name="csY25" fmla="*/ 115223 h 675966"/>
                <a:gd name="csX26" fmla="*/ 1503475 w 1659014"/>
                <a:gd name="csY26" fmla="*/ 201522 h 675966"/>
                <a:gd name="csX27" fmla="*/ 1366877 w 1659014"/>
                <a:gd name="csY27" fmla="*/ 274868 h 675966"/>
                <a:gd name="csX28" fmla="*/ 1276439 w 1659014"/>
                <a:gd name="csY28" fmla="*/ 269013 h 675966"/>
                <a:gd name="csX29" fmla="*/ 1111782 w 1659014"/>
                <a:gd name="csY29" fmla="*/ 293305 h 675966"/>
                <a:gd name="csX30" fmla="*/ 1003344 w 1659014"/>
                <a:gd name="csY30" fmla="*/ 384651 h 675966"/>
                <a:gd name="csX31" fmla="*/ 880978 w 1659014"/>
                <a:gd name="csY31" fmla="*/ 405342 h 675966"/>
                <a:gd name="csX32" fmla="*/ 804066 w 1659014"/>
                <a:gd name="csY32" fmla="*/ 422434 h 675966"/>
                <a:gd name="csX33" fmla="*/ 735699 w 1659014"/>
                <a:gd name="csY33" fmla="*/ 489017 h 675966"/>
                <a:gd name="csX34" fmla="*/ 760462 w 1659014"/>
                <a:gd name="csY34" fmla="*/ 675309 h 675966"/>
                <a:gd name="csX35" fmla="*/ 680825 w 1659014"/>
                <a:gd name="csY35" fmla="*/ 547054 h 675966"/>
                <a:gd name="csX36" fmla="*/ 589983 w 1659014"/>
                <a:gd name="csY36" fmla="*/ 445346 h 675966"/>
                <a:gd name="csX37" fmla="*/ 476196 w 1659014"/>
                <a:gd name="csY37" fmla="*/ 488075 h 675966"/>
                <a:gd name="csX38" fmla="*/ 369172 w 1659014"/>
                <a:gd name="csY38" fmla="*/ 501096 h 675966"/>
                <a:gd name="csX39" fmla="*/ 225206 w 1659014"/>
                <a:gd name="csY39" fmla="*/ 523133 h 675966"/>
                <a:gd name="csX40" fmla="*/ 133894 w 1659014"/>
                <a:gd name="csY40" fmla="*/ 595570 h 675966"/>
                <a:gd name="csX41" fmla="*/ 30907 w 1659014"/>
                <a:gd name="csY41" fmla="*/ 574879 h 675966"/>
                <a:gd name="csX42" fmla="*/ 9307 w 1659014"/>
                <a:gd name="csY42" fmla="*/ 499346 h 675966"/>
                <a:gd name="csX43" fmla="*/ 2107 w 1659014"/>
                <a:gd name="csY43" fmla="*/ 418363 h 675966"/>
                <a:gd name="csX0" fmla="*/ 2107 w 1701567"/>
                <a:gd name="csY0" fmla="*/ 418363 h 675966"/>
                <a:gd name="csX1" fmla="*/ 52036 w 1701567"/>
                <a:gd name="csY1" fmla="*/ 391817 h 675966"/>
                <a:gd name="csX2" fmla="*/ 103310 w 1701567"/>
                <a:gd name="csY2" fmla="*/ 413888 h 675966"/>
                <a:gd name="csX3" fmla="*/ 128948 w 1701567"/>
                <a:gd name="csY3" fmla="*/ 396797 h 675966"/>
                <a:gd name="csX4" fmla="*/ 137494 w 1701567"/>
                <a:gd name="csY4" fmla="*/ 371159 h 675966"/>
                <a:gd name="csX5" fmla="*/ 154585 w 1701567"/>
                <a:gd name="csY5" fmla="*/ 345522 h 675966"/>
                <a:gd name="csX6" fmla="*/ 231531 w 1701567"/>
                <a:gd name="csY6" fmla="*/ 322139 h 675966"/>
                <a:gd name="csX7" fmla="*/ 289535 w 1701567"/>
                <a:gd name="csY7" fmla="*/ 294281 h 675966"/>
                <a:gd name="csX8" fmla="*/ 410959 w 1701567"/>
                <a:gd name="csY8" fmla="*/ 277155 h 675966"/>
                <a:gd name="csX9" fmla="*/ 453688 w 1701567"/>
                <a:gd name="csY9" fmla="*/ 294247 h 675966"/>
                <a:gd name="csX10" fmla="*/ 458163 w 1701567"/>
                <a:gd name="csY10" fmla="*/ 234393 h 675966"/>
                <a:gd name="csX11" fmla="*/ 426638 w 1701567"/>
                <a:gd name="csY11" fmla="*/ 114247 h 675966"/>
                <a:gd name="csX12" fmla="*/ 539112 w 1701567"/>
                <a:gd name="csY12" fmla="*/ 210572 h 675966"/>
                <a:gd name="csX13" fmla="*/ 597150 w 1701567"/>
                <a:gd name="csY13" fmla="*/ 274497 h 675966"/>
                <a:gd name="csX14" fmla="*/ 647987 w 1701567"/>
                <a:gd name="csY14" fmla="*/ 271806 h 675966"/>
                <a:gd name="csX15" fmla="*/ 818937 w 1701567"/>
                <a:gd name="csY15" fmla="*/ 204314 h 675966"/>
                <a:gd name="csX16" fmla="*/ 898069 w 1701567"/>
                <a:gd name="csY16" fmla="*/ 148968 h 675966"/>
                <a:gd name="csX17" fmla="*/ 1017710 w 1701567"/>
                <a:gd name="csY17" fmla="*/ 80602 h 675966"/>
                <a:gd name="csX18" fmla="*/ 1111714 w 1701567"/>
                <a:gd name="csY18" fmla="*/ 37873 h 675966"/>
                <a:gd name="csX19" fmla="*/ 1162989 w 1701567"/>
                <a:gd name="csY19" fmla="*/ 12236 h 675966"/>
                <a:gd name="csX20" fmla="*/ 1256993 w 1701567"/>
                <a:gd name="csY20" fmla="*/ 20782 h 675966"/>
                <a:gd name="csX21" fmla="*/ 1319976 w 1701567"/>
                <a:gd name="csY21" fmla="*/ 37873 h 675966"/>
                <a:gd name="csX22" fmla="*/ 1402271 w 1701567"/>
                <a:gd name="csY22" fmla="*/ 48673 h 675966"/>
                <a:gd name="csX23" fmla="*/ 1481909 w 1701567"/>
                <a:gd name="csY23" fmla="*/ 527 h 675966"/>
                <a:gd name="csX24" fmla="*/ 1581733 w 1701567"/>
                <a:gd name="csY24" fmla="*/ 20782 h 675966"/>
                <a:gd name="csX25" fmla="*/ 1700466 w 1701567"/>
                <a:gd name="csY25" fmla="*/ 129623 h 675966"/>
                <a:gd name="csX26" fmla="*/ 1503475 w 1701567"/>
                <a:gd name="csY26" fmla="*/ 201522 h 675966"/>
                <a:gd name="csX27" fmla="*/ 1366877 w 1701567"/>
                <a:gd name="csY27" fmla="*/ 274868 h 675966"/>
                <a:gd name="csX28" fmla="*/ 1276439 w 1701567"/>
                <a:gd name="csY28" fmla="*/ 269013 h 675966"/>
                <a:gd name="csX29" fmla="*/ 1111782 w 1701567"/>
                <a:gd name="csY29" fmla="*/ 293305 h 675966"/>
                <a:gd name="csX30" fmla="*/ 1003344 w 1701567"/>
                <a:gd name="csY30" fmla="*/ 384651 h 675966"/>
                <a:gd name="csX31" fmla="*/ 880978 w 1701567"/>
                <a:gd name="csY31" fmla="*/ 405342 h 675966"/>
                <a:gd name="csX32" fmla="*/ 804066 w 1701567"/>
                <a:gd name="csY32" fmla="*/ 422434 h 675966"/>
                <a:gd name="csX33" fmla="*/ 735699 w 1701567"/>
                <a:gd name="csY33" fmla="*/ 489017 h 675966"/>
                <a:gd name="csX34" fmla="*/ 760462 w 1701567"/>
                <a:gd name="csY34" fmla="*/ 675309 h 675966"/>
                <a:gd name="csX35" fmla="*/ 680825 w 1701567"/>
                <a:gd name="csY35" fmla="*/ 547054 h 675966"/>
                <a:gd name="csX36" fmla="*/ 589983 w 1701567"/>
                <a:gd name="csY36" fmla="*/ 445346 h 675966"/>
                <a:gd name="csX37" fmla="*/ 476196 w 1701567"/>
                <a:gd name="csY37" fmla="*/ 488075 h 675966"/>
                <a:gd name="csX38" fmla="*/ 369172 w 1701567"/>
                <a:gd name="csY38" fmla="*/ 501096 h 675966"/>
                <a:gd name="csX39" fmla="*/ 225206 w 1701567"/>
                <a:gd name="csY39" fmla="*/ 523133 h 675966"/>
                <a:gd name="csX40" fmla="*/ 133894 w 1701567"/>
                <a:gd name="csY40" fmla="*/ 595570 h 675966"/>
                <a:gd name="csX41" fmla="*/ 30907 w 1701567"/>
                <a:gd name="csY41" fmla="*/ 574879 h 675966"/>
                <a:gd name="csX42" fmla="*/ 9307 w 1701567"/>
                <a:gd name="csY42" fmla="*/ 499346 h 675966"/>
                <a:gd name="csX43" fmla="*/ 2107 w 1701567"/>
                <a:gd name="csY43" fmla="*/ 418363 h 675966"/>
                <a:gd name="csX0" fmla="*/ 2107 w 1701567"/>
                <a:gd name="csY0" fmla="*/ 523761 h 781364"/>
                <a:gd name="csX1" fmla="*/ 52036 w 1701567"/>
                <a:gd name="csY1" fmla="*/ 497215 h 781364"/>
                <a:gd name="csX2" fmla="*/ 103310 w 1701567"/>
                <a:gd name="csY2" fmla="*/ 519286 h 781364"/>
                <a:gd name="csX3" fmla="*/ 128948 w 1701567"/>
                <a:gd name="csY3" fmla="*/ 502195 h 781364"/>
                <a:gd name="csX4" fmla="*/ 137494 w 1701567"/>
                <a:gd name="csY4" fmla="*/ 476557 h 781364"/>
                <a:gd name="csX5" fmla="*/ 154585 w 1701567"/>
                <a:gd name="csY5" fmla="*/ 450920 h 781364"/>
                <a:gd name="csX6" fmla="*/ 231531 w 1701567"/>
                <a:gd name="csY6" fmla="*/ 427537 h 781364"/>
                <a:gd name="csX7" fmla="*/ 289535 w 1701567"/>
                <a:gd name="csY7" fmla="*/ 399679 h 781364"/>
                <a:gd name="csX8" fmla="*/ 410959 w 1701567"/>
                <a:gd name="csY8" fmla="*/ 382553 h 781364"/>
                <a:gd name="csX9" fmla="*/ 453688 w 1701567"/>
                <a:gd name="csY9" fmla="*/ 399645 h 781364"/>
                <a:gd name="csX10" fmla="*/ 458163 w 1701567"/>
                <a:gd name="csY10" fmla="*/ 339791 h 781364"/>
                <a:gd name="csX11" fmla="*/ 430238 w 1701567"/>
                <a:gd name="csY11" fmla="*/ 45 h 781364"/>
                <a:gd name="csX12" fmla="*/ 539112 w 1701567"/>
                <a:gd name="csY12" fmla="*/ 315970 h 781364"/>
                <a:gd name="csX13" fmla="*/ 597150 w 1701567"/>
                <a:gd name="csY13" fmla="*/ 379895 h 781364"/>
                <a:gd name="csX14" fmla="*/ 647987 w 1701567"/>
                <a:gd name="csY14" fmla="*/ 377204 h 781364"/>
                <a:gd name="csX15" fmla="*/ 818937 w 1701567"/>
                <a:gd name="csY15" fmla="*/ 309712 h 781364"/>
                <a:gd name="csX16" fmla="*/ 898069 w 1701567"/>
                <a:gd name="csY16" fmla="*/ 254366 h 781364"/>
                <a:gd name="csX17" fmla="*/ 1017710 w 1701567"/>
                <a:gd name="csY17" fmla="*/ 186000 h 781364"/>
                <a:gd name="csX18" fmla="*/ 1111714 w 1701567"/>
                <a:gd name="csY18" fmla="*/ 143271 h 781364"/>
                <a:gd name="csX19" fmla="*/ 1162989 w 1701567"/>
                <a:gd name="csY19" fmla="*/ 117634 h 781364"/>
                <a:gd name="csX20" fmla="*/ 1256993 w 1701567"/>
                <a:gd name="csY20" fmla="*/ 126180 h 781364"/>
                <a:gd name="csX21" fmla="*/ 1319976 w 1701567"/>
                <a:gd name="csY21" fmla="*/ 143271 h 781364"/>
                <a:gd name="csX22" fmla="*/ 1402271 w 1701567"/>
                <a:gd name="csY22" fmla="*/ 154071 h 781364"/>
                <a:gd name="csX23" fmla="*/ 1481909 w 1701567"/>
                <a:gd name="csY23" fmla="*/ 105925 h 781364"/>
                <a:gd name="csX24" fmla="*/ 1581733 w 1701567"/>
                <a:gd name="csY24" fmla="*/ 126180 h 781364"/>
                <a:gd name="csX25" fmla="*/ 1700466 w 1701567"/>
                <a:gd name="csY25" fmla="*/ 235021 h 781364"/>
                <a:gd name="csX26" fmla="*/ 1503475 w 1701567"/>
                <a:gd name="csY26" fmla="*/ 306920 h 781364"/>
                <a:gd name="csX27" fmla="*/ 1366877 w 1701567"/>
                <a:gd name="csY27" fmla="*/ 380266 h 781364"/>
                <a:gd name="csX28" fmla="*/ 1276439 w 1701567"/>
                <a:gd name="csY28" fmla="*/ 374411 h 781364"/>
                <a:gd name="csX29" fmla="*/ 1111782 w 1701567"/>
                <a:gd name="csY29" fmla="*/ 398703 h 781364"/>
                <a:gd name="csX30" fmla="*/ 1003344 w 1701567"/>
                <a:gd name="csY30" fmla="*/ 490049 h 781364"/>
                <a:gd name="csX31" fmla="*/ 880978 w 1701567"/>
                <a:gd name="csY31" fmla="*/ 510740 h 781364"/>
                <a:gd name="csX32" fmla="*/ 804066 w 1701567"/>
                <a:gd name="csY32" fmla="*/ 527832 h 781364"/>
                <a:gd name="csX33" fmla="*/ 735699 w 1701567"/>
                <a:gd name="csY33" fmla="*/ 594415 h 781364"/>
                <a:gd name="csX34" fmla="*/ 760462 w 1701567"/>
                <a:gd name="csY34" fmla="*/ 780707 h 781364"/>
                <a:gd name="csX35" fmla="*/ 680825 w 1701567"/>
                <a:gd name="csY35" fmla="*/ 652452 h 781364"/>
                <a:gd name="csX36" fmla="*/ 589983 w 1701567"/>
                <a:gd name="csY36" fmla="*/ 550744 h 781364"/>
                <a:gd name="csX37" fmla="*/ 476196 w 1701567"/>
                <a:gd name="csY37" fmla="*/ 593473 h 781364"/>
                <a:gd name="csX38" fmla="*/ 369172 w 1701567"/>
                <a:gd name="csY38" fmla="*/ 606494 h 781364"/>
                <a:gd name="csX39" fmla="*/ 225206 w 1701567"/>
                <a:gd name="csY39" fmla="*/ 628531 h 781364"/>
                <a:gd name="csX40" fmla="*/ 133894 w 1701567"/>
                <a:gd name="csY40" fmla="*/ 700968 h 781364"/>
                <a:gd name="csX41" fmla="*/ 30907 w 1701567"/>
                <a:gd name="csY41" fmla="*/ 680277 h 781364"/>
                <a:gd name="csX42" fmla="*/ 9307 w 1701567"/>
                <a:gd name="csY42" fmla="*/ 604744 h 781364"/>
                <a:gd name="csX43" fmla="*/ 2107 w 1701567"/>
                <a:gd name="csY43" fmla="*/ 523761 h 781364"/>
                <a:gd name="csX0" fmla="*/ 2107 w 1701567"/>
                <a:gd name="csY0" fmla="*/ 525281 h 782884"/>
                <a:gd name="csX1" fmla="*/ 52036 w 1701567"/>
                <a:gd name="csY1" fmla="*/ 498735 h 782884"/>
                <a:gd name="csX2" fmla="*/ 103310 w 1701567"/>
                <a:gd name="csY2" fmla="*/ 520806 h 782884"/>
                <a:gd name="csX3" fmla="*/ 128948 w 1701567"/>
                <a:gd name="csY3" fmla="*/ 503715 h 782884"/>
                <a:gd name="csX4" fmla="*/ 137494 w 1701567"/>
                <a:gd name="csY4" fmla="*/ 478077 h 782884"/>
                <a:gd name="csX5" fmla="*/ 154585 w 1701567"/>
                <a:gd name="csY5" fmla="*/ 452440 h 782884"/>
                <a:gd name="csX6" fmla="*/ 231531 w 1701567"/>
                <a:gd name="csY6" fmla="*/ 429057 h 782884"/>
                <a:gd name="csX7" fmla="*/ 289535 w 1701567"/>
                <a:gd name="csY7" fmla="*/ 401199 h 782884"/>
                <a:gd name="csX8" fmla="*/ 410959 w 1701567"/>
                <a:gd name="csY8" fmla="*/ 384073 h 782884"/>
                <a:gd name="csX9" fmla="*/ 453688 w 1701567"/>
                <a:gd name="csY9" fmla="*/ 401165 h 782884"/>
                <a:gd name="csX10" fmla="*/ 458163 w 1701567"/>
                <a:gd name="csY10" fmla="*/ 341311 h 782884"/>
                <a:gd name="csX11" fmla="*/ 446589 w 1701567"/>
                <a:gd name="csY11" fmla="*/ 202121 h 782884"/>
                <a:gd name="csX12" fmla="*/ 430238 w 1701567"/>
                <a:gd name="csY12" fmla="*/ 1565 h 782884"/>
                <a:gd name="csX13" fmla="*/ 539112 w 1701567"/>
                <a:gd name="csY13" fmla="*/ 317490 h 782884"/>
                <a:gd name="csX14" fmla="*/ 597150 w 1701567"/>
                <a:gd name="csY14" fmla="*/ 381415 h 782884"/>
                <a:gd name="csX15" fmla="*/ 647987 w 1701567"/>
                <a:gd name="csY15" fmla="*/ 378724 h 782884"/>
                <a:gd name="csX16" fmla="*/ 818937 w 1701567"/>
                <a:gd name="csY16" fmla="*/ 311232 h 782884"/>
                <a:gd name="csX17" fmla="*/ 898069 w 1701567"/>
                <a:gd name="csY17" fmla="*/ 255886 h 782884"/>
                <a:gd name="csX18" fmla="*/ 1017710 w 1701567"/>
                <a:gd name="csY18" fmla="*/ 187520 h 782884"/>
                <a:gd name="csX19" fmla="*/ 1111714 w 1701567"/>
                <a:gd name="csY19" fmla="*/ 144791 h 782884"/>
                <a:gd name="csX20" fmla="*/ 1162989 w 1701567"/>
                <a:gd name="csY20" fmla="*/ 119154 h 782884"/>
                <a:gd name="csX21" fmla="*/ 1256993 w 1701567"/>
                <a:gd name="csY21" fmla="*/ 127700 h 782884"/>
                <a:gd name="csX22" fmla="*/ 1319976 w 1701567"/>
                <a:gd name="csY22" fmla="*/ 144791 h 782884"/>
                <a:gd name="csX23" fmla="*/ 1402271 w 1701567"/>
                <a:gd name="csY23" fmla="*/ 155591 h 782884"/>
                <a:gd name="csX24" fmla="*/ 1481909 w 1701567"/>
                <a:gd name="csY24" fmla="*/ 107445 h 782884"/>
                <a:gd name="csX25" fmla="*/ 1581733 w 1701567"/>
                <a:gd name="csY25" fmla="*/ 127700 h 782884"/>
                <a:gd name="csX26" fmla="*/ 1700466 w 1701567"/>
                <a:gd name="csY26" fmla="*/ 236541 h 782884"/>
                <a:gd name="csX27" fmla="*/ 1503475 w 1701567"/>
                <a:gd name="csY27" fmla="*/ 308440 h 782884"/>
                <a:gd name="csX28" fmla="*/ 1366877 w 1701567"/>
                <a:gd name="csY28" fmla="*/ 381786 h 782884"/>
                <a:gd name="csX29" fmla="*/ 1276439 w 1701567"/>
                <a:gd name="csY29" fmla="*/ 375931 h 782884"/>
                <a:gd name="csX30" fmla="*/ 1111782 w 1701567"/>
                <a:gd name="csY30" fmla="*/ 400223 h 782884"/>
                <a:gd name="csX31" fmla="*/ 1003344 w 1701567"/>
                <a:gd name="csY31" fmla="*/ 491569 h 782884"/>
                <a:gd name="csX32" fmla="*/ 880978 w 1701567"/>
                <a:gd name="csY32" fmla="*/ 512260 h 782884"/>
                <a:gd name="csX33" fmla="*/ 804066 w 1701567"/>
                <a:gd name="csY33" fmla="*/ 529352 h 782884"/>
                <a:gd name="csX34" fmla="*/ 735699 w 1701567"/>
                <a:gd name="csY34" fmla="*/ 595935 h 782884"/>
                <a:gd name="csX35" fmla="*/ 760462 w 1701567"/>
                <a:gd name="csY35" fmla="*/ 782227 h 782884"/>
                <a:gd name="csX36" fmla="*/ 680825 w 1701567"/>
                <a:gd name="csY36" fmla="*/ 653972 h 782884"/>
                <a:gd name="csX37" fmla="*/ 589983 w 1701567"/>
                <a:gd name="csY37" fmla="*/ 552264 h 782884"/>
                <a:gd name="csX38" fmla="*/ 476196 w 1701567"/>
                <a:gd name="csY38" fmla="*/ 594993 h 782884"/>
                <a:gd name="csX39" fmla="*/ 369172 w 1701567"/>
                <a:gd name="csY39" fmla="*/ 608014 h 782884"/>
                <a:gd name="csX40" fmla="*/ 225206 w 1701567"/>
                <a:gd name="csY40" fmla="*/ 630051 h 782884"/>
                <a:gd name="csX41" fmla="*/ 133894 w 1701567"/>
                <a:gd name="csY41" fmla="*/ 702488 h 782884"/>
                <a:gd name="csX42" fmla="*/ 30907 w 1701567"/>
                <a:gd name="csY42" fmla="*/ 681797 h 782884"/>
                <a:gd name="csX43" fmla="*/ 9307 w 1701567"/>
                <a:gd name="csY43" fmla="*/ 606264 h 782884"/>
                <a:gd name="csX44" fmla="*/ 2107 w 1701567"/>
                <a:gd name="csY44" fmla="*/ 525281 h 782884"/>
                <a:gd name="csX0" fmla="*/ 2107 w 1701567"/>
                <a:gd name="csY0" fmla="*/ 525281 h 782884"/>
                <a:gd name="csX1" fmla="*/ 52036 w 1701567"/>
                <a:gd name="csY1" fmla="*/ 498735 h 782884"/>
                <a:gd name="csX2" fmla="*/ 103310 w 1701567"/>
                <a:gd name="csY2" fmla="*/ 520806 h 782884"/>
                <a:gd name="csX3" fmla="*/ 128948 w 1701567"/>
                <a:gd name="csY3" fmla="*/ 503715 h 782884"/>
                <a:gd name="csX4" fmla="*/ 137494 w 1701567"/>
                <a:gd name="csY4" fmla="*/ 478077 h 782884"/>
                <a:gd name="csX5" fmla="*/ 154585 w 1701567"/>
                <a:gd name="csY5" fmla="*/ 452440 h 782884"/>
                <a:gd name="csX6" fmla="*/ 231531 w 1701567"/>
                <a:gd name="csY6" fmla="*/ 429057 h 782884"/>
                <a:gd name="csX7" fmla="*/ 289535 w 1701567"/>
                <a:gd name="csY7" fmla="*/ 401199 h 782884"/>
                <a:gd name="csX8" fmla="*/ 410959 w 1701567"/>
                <a:gd name="csY8" fmla="*/ 384073 h 782884"/>
                <a:gd name="csX9" fmla="*/ 453688 w 1701567"/>
                <a:gd name="csY9" fmla="*/ 401165 h 782884"/>
                <a:gd name="csX10" fmla="*/ 458163 w 1701567"/>
                <a:gd name="csY10" fmla="*/ 341311 h 782884"/>
                <a:gd name="csX11" fmla="*/ 428589 w 1701567"/>
                <a:gd name="csY11" fmla="*/ 202121 h 782884"/>
                <a:gd name="csX12" fmla="*/ 430238 w 1701567"/>
                <a:gd name="csY12" fmla="*/ 1565 h 782884"/>
                <a:gd name="csX13" fmla="*/ 539112 w 1701567"/>
                <a:gd name="csY13" fmla="*/ 317490 h 782884"/>
                <a:gd name="csX14" fmla="*/ 597150 w 1701567"/>
                <a:gd name="csY14" fmla="*/ 381415 h 782884"/>
                <a:gd name="csX15" fmla="*/ 647987 w 1701567"/>
                <a:gd name="csY15" fmla="*/ 378724 h 782884"/>
                <a:gd name="csX16" fmla="*/ 818937 w 1701567"/>
                <a:gd name="csY16" fmla="*/ 311232 h 782884"/>
                <a:gd name="csX17" fmla="*/ 898069 w 1701567"/>
                <a:gd name="csY17" fmla="*/ 255886 h 782884"/>
                <a:gd name="csX18" fmla="*/ 1017710 w 1701567"/>
                <a:gd name="csY18" fmla="*/ 187520 h 782884"/>
                <a:gd name="csX19" fmla="*/ 1111714 w 1701567"/>
                <a:gd name="csY19" fmla="*/ 144791 h 782884"/>
                <a:gd name="csX20" fmla="*/ 1162989 w 1701567"/>
                <a:gd name="csY20" fmla="*/ 119154 h 782884"/>
                <a:gd name="csX21" fmla="*/ 1256993 w 1701567"/>
                <a:gd name="csY21" fmla="*/ 127700 h 782884"/>
                <a:gd name="csX22" fmla="*/ 1319976 w 1701567"/>
                <a:gd name="csY22" fmla="*/ 144791 h 782884"/>
                <a:gd name="csX23" fmla="*/ 1402271 w 1701567"/>
                <a:gd name="csY23" fmla="*/ 155591 h 782884"/>
                <a:gd name="csX24" fmla="*/ 1481909 w 1701567"/>
                <a:gd name="csY24" fmla="*/ 107445 h 782884"/>
                <a:gd name="csX25" fmla="*/ 1581733 w 1701567"/>
                <a:gd name="csY25" fmla="*/ 127700 h 782884"/>
                <a:gd name="csX26" fmla="*/ 1700466 w 1701567"/>
                <a:gd name="csY26" fmla="*/ 236541 h 782884"/>
                <a:gd name="csX27" fmla="*/ 1503475 w 1701567"/>
                <a:gd name="csY27" fmla="*/ 308440 h 782884"/>
                <a:gd name="csX28" fmla="*/ 1366877 w 1701567"/>
                <a:gd name="csY28" fmla="*/ 381786 h 782884"/>
                <a:gd name="csX29" fmla="*/ 1276439 w 1701567"/>
                <a:gd name="csY29" fmla="*/ 375931 h 782884"/>
                <a:gd name="csX30" fmla="*/ 1111782 w 1701567"/>
                <a:gd name="csY30" fmla="*/ 400223 h 782884"/>
                <a:gd name="csX31" fmla="*/ 1003344 w 1701567"/>
                <a:gd name="csY31" fmla="*/ 491569 h 782884"/>
                <a:gd name="csX32" fmla="*/ 880978 w 1701567"/>
                <a:gd name="csY32" fmla="*/ 512260 h 782884"/>
                <a:gd name="csX33" fmla="*/ 804066 w 1701567"/>
                <a:gd name="csY33" fmla="*/ 529352 h 782884"/>
                <a:gd name="csX34" fmla="*/ 735699 w 1701567"/>
                <a:gd name="csY34" fmla="*/ 595935 h 782884"/>
                <a:gd name="csX35" fmla="*/ 760462 w 1701567"/>
                <a:gd name="csY35" fmla="*/ 782227 h 782884"/>
                <a:gd name="csX36" fmla="*/ 680825 w 1701567"/>
                <a:gd name="csY36" fmla="*/ 653972 h 782884"/>
                <a:gd name="csX37" fmla="*/ 589983 w 1701567"/>
                <a:gd name="csY37" fmla="*/ 552264 h 782884"/>
                <a:gd name="csX38" fmla="*/ 476196 w 1701567"/>
                <a:gd name="csY38" fmla="*/ 594993 h 782884"/>
                <a:gd name="csX39" fmla="*/ 369172 w 1701567"/>
                <a:gd name="csY39" fmla="*/ 608014 h 782884"/>
                <a:gd name="csX40" fmla="*/ 225206 w 1701567"/>
                <a:gd name="csY40" fmla="*/ 630051 h 782884"/>
                <a:gd name="csX41" fmla="*/ 133894 w 1701567"/>
                <a:gd name="csY41" fmla="*/ 702488 h 782884"/>
                <a:gd name="csX42" fmla="*/ 30907 w 1701567"/>
                <a:gd name="csY42" fmla="*/ 681797 h 782884"/>
                <a:gd name="csX43" fmla="*/ 9307 w 1701567"/>
                <a:gd name="csY43" fmla="*/ 606264 h 782884"/>
                <a:gd name="csX44" fmla="*/ 2107 w 1701567"/>
                <a:gd name="csY44" fmla="*/ 525281 h 782884"/>
                <a:gd name="csX0" fmla="*/ 2107 w 1701567"/>
                <a:gd name="csY0" fmla="*/ 524188 h 781791"/>
                <a:gd name="csX1" fmla="*/ 52036 w 1701567"/>
                <a:gd name="csY1" fmla="*/ 497642 h 781791"/>
                <a:gd name="csX2" fmla="*/ 103310 w 1701567"/>
                <a:gd name="csY2" fmla="*/ 519713 h 781791"/>
                <a:gd name="csX3" fmla="*/ 128948 w 1701567"/>
                <a:gd name="csY3" fmla="*/ 502622 h 781791"/>
                <a:gd name="csX4" fmla="*/ 137494 w 1701567"/>
                <a:gd name="csY4" fmla="*/ 476984 h 781791"/>
                <a:gd name="csX5" fmla="*/ 154585 w 1701567"/>
                <a:gd name="csY5" fmla="*/ 451347 h 781791"/>
                <a:gd name="csX6" fmla="*/ 231531 w 1701567"/>
                <a:gd name="csY6" fmla="*/ 427964 h 781791"/>
                <a:gd name="csX7" fmla="*/ 289535 w 1701567"/>
                <a:gd name="csY7" fmla="*/ 400106 h 781791"/>
                <a:gd name="csX8" fmla="*/ 410959 w 1701567"/>
                <a:gd name="csY8" fmla="*/ 382980 h 781791"/>
                <a:gd name="csX9" fmla="*/ 453688 w 1701567"/>
                <a:gd name="csY9" fmla="*/ 400072 h 781791"/>
                <a:gd name="csX10" fmla="*/ 458163 w 1701567"/>
                <a:gd name="csY10" fmla="*/ 340218 h 781791"/>
                <a:gd name="csX11" fmla="*/ 428589 w 1701567"/>
                <a:gd name="csY11" fmla="*/ 201028 h 781791"/>
                <a:gd name="csX12" fmla="*/ 430238 w 1701567"/>
                <a:gd name="csY12" fmla="*/ 472 h 781791"/>
                <a:gd name="csX13" fmla="*/ 478989 w 1701567"/>
                <a:gd name="csY13" fmla="*/ 150628 h 781791"/>
                <a:gd name="csX14" fmla="*/ 539112 w 1701567"/>
                <a:gd name="csY14" fmla="*/ 316397 h 781791"/>
                <a:gd name="csX15" fmla="*/ 597150 w 1701567"/>
                <a:gd name="csY15" fmla="*/ 380322 h 781791"/>
                <a:gd name="csX16" fmla="*/ 647987 w 1701567"/>
                <a:gd name="csY16" fmla="*/ 377631 h 781791"/>
                <a:gd name="csX17" fmla="*/ 818937 w 1701567"/>
                <a:gd name="csY17" fmla="*/ 310139 h 781791"/>
                <a:gd name="csX18" fmla="*/ 898069 w 1701567"/>
                <a:gd name="csY18" fmla="*/ 254793 h 781791"/>
                <a:gd name="csX19" fmla="*/ 1017710 w 1701567"/>
                <a:gd name="csY19" fmla="*/ 186427 h 781791"/>
                <a:gd name="csX20" fmla="*/ 1111714 w 1701567"/>
                <a:gd name="csY20" fmla="*/ 143698 h 781791"/>
                <a:gd name="csX21" fmla="*/ 1162989 w 1701567"/>
                <a:gd name="csY21" fmla="*/ 118061 h 781791"/>
                <a:gd name="csX22" fmla="*/ 1256993 w 1701567"/>
                <a:gd name="csY22" fmla="*/ 126607 h 781791"/>
                <a:gd name="csX23" fmla="*/ 1319976 w 1701567"/>
                <a:gd name="csY23" fmla="*/ 143698 h 781791"/>
                <a:gd name="csX24" fmla="*/ 1402271 w 1701567"/>
                <a:gd name="csY24" fmla="*/ 154498 h 781791"/>
                <a:gd name="csX25" fmla="*/ 1481909 w 1701567"/>
                <a:gd name="csY25" fmla="*/ 106352 h 781791"/>
                <a:gd name="csX26" fmla="*/ 1581733 w 1701567"/>
                <a:gd name="csY26" fmla="*/ 126607 h 781791"/>
                <a:gd name="csX27" fmla="*/ 1700466 w 1701567"/>
                <a:gd name="csY27" fmla="*/ 235448 h 781791"/>
                <a:gd name="csX28" fmla="*/ 1503475 w 1701567"/>
                <a:gd name="csY28" fmla="*/ 307347 h 781791"/>
                <a:gd name="csX29" fmla="*/ 1366877 w 1701567"/>
                <a:gd name="csY29" fmla="*/ 380693 h 781791"/>
                <a:gd name="csX30" fmla="*/ 1276439 w 1701567"/>
                <a:gd name="csY30" fmla="*/ 374838 h 781791"/>
                <a:gd name="csX31" fmla="*/ 1111782 w 1701567"/>
                <a:gd name="csY31" fmla="*/ 399130 h 781791"/>
                <a:gd name="csX32" fmla="*/ 1003344 w 1701567"/>
                <a:gd name="csY32" fmla="*/ 490476 h 781791"/>
                <a:gd name="csX33" fmla="*/ 880978 w 1701567"/>
                <a:gd name="csY33" fmla="*/ 511167 h 781791"/>
                <a:gd name="csX34" fmla="*/ 804066 w 1701567"/>
                <a:gd name="csY34" fmla="*/ 528259 h 781791"/>
                <a:gd name="csX35" fmla="*/ 735699 w 1701567"/>
                <a:gd name="csY35" fmla="*/ 594842 h 781791"/>
                <a:gd name="csX36" fmla="*/ 760462 w 1701567"/>
                <a:gd name="csY36" fmla="*/ 781134 h 781791"/>
                <a:gd name="csX37" fmla="*/ 680825 w 1701567"/>
                <a:gd name="csY37" fmla="*/ 652879 h 781791"/>
                <a:gd name="csX38" fmla="*/ 589983 w 1701567"/>
                <a:gd name="csY38" fmla="*/ 551171 h 781791"/>
                <a:gd name="csX39" fmla="*/ 476196 w 1701567"/>
                <a:gd name="csY39" fmla="*/ 593900 h 781791"/>
                <a:gd name="csX40" fmla="*/ 369172 w 1701567"/>
                <a:gd name="csY40" fmla="*/ 606921 h 781791"/>
                <a:gd name="csX41" fmla="*/ 225206 w 1701567"/>
                <a:gd name="csY41" fmla="*/ 628958 h 781791"/>
                <a:gd name="csX42" fmla="*/ 133894 w 1701567"/>
                <a:gd name="csY42" fmla="*/ 701395 h 781791"/>
                <a:gd name="csX43" fmla="*/ 30907 w 1701567"/>
                <a:gd name="csY43" fmla="*/ 680704 h 781791"/>
                <a:gd name="csX44" fmla="*/ 9307 w 1701567"/>
                <a:gd name="csY44" fmla="*/ 605171 h 781791"/>
                <a:gd name="csX45" fmla="*/ 2107 w 1701567"/>
                <a:gd name="csY45" fmla="*/ 524188 h 781791"/>
                <a:gd name="csX0" fmla="*/ 2107 w 1701567"/>
                <a:gd name="csY0" fmla="*/ 525500 h 783103"/>
                <a:gd name="csX1" fmla="*/ 52036 w 1701567"/>
                <a:gd name="csY1" fmla="*/ 498954 h 783103"/>
                <a:gd name="csX2" fmla="*/ 103310 w 1701567"/>
                <a:gd name="csY2" fmla="*/ 521025 h 783103"/>
                <a:gd name="csX3" fmla="*/ 128948 w 1701567"/>
                <a:gd name="csY3" fmla="*/ 503934 h 783103"/>
                <a:gd name="csX4" fmla="*/ 137494 w 1701567"/>
                <a:gd name="csY4" fmla="*/ 478296 h 783103"/>
                <a:gd name="csX5" fmla="*/ 154585 w 1701567"/>
                <a:gd name="csY5" fmla="*/ 452659 h 783103"/>
                <a:gd name="csX6" fmla="*/ 231531 w 1701567"/>
                <a:gd name="csY6" fmla="*/ 429276 h 783103"/>
                <a:gd name="csX7" fmla="*/ 289535 w 1701567"/>
                <a:gd name="csY7" fmla="*/ 401418 h 783103"/>
                <a:gd name="csX8" fmla="*/ 410959 w 1701567"/>
                <a:gd name="csY8" fmla="*/ 384292 h 783103"/>
                <a:gd name="csX9" fmla="*/ 453688 w 1701567"/>
                <a:gd name="csY9" fmla="*/ 401384 h 783103"/>
                <a:gd name="csX10" fmla="*/ 458163 w 1701567"/>
                <a:gd name="csY10" fmla="*/ 341530 h 783103"/>
                <a:gd name="csX11" fmla="*/ 428589 w 1701567"/>
                <a:gd name="csY11" fmla="*/ 202340 h 783103"/>
                <a:gd name="csX12" fmla="*/ 430238 w 1701567"/>
                <a:gd name="csY12" fmla="*/ 1784 h 783103"/>
                <a:gd name="csX13" fmla="*/ 514989 w 1701567"/>
                <a:gd name="csY13" fmla="*/ 115940 h 783103"/>
                <a:gd name="csX14" fmla="*/ 539112 w 1701567"/>
                <a:gd name="csY14" fmla="*/ 317709 h 783103"/>
                <a:gd name="csX15" fmla="*/ 597150 w 1701567"/>
                <a:gd name="csY15" fmla="*/ 381634 h 783103"/>
                <a:gd name="csX16" fmla="*/ 647987 w 1701567"/>
                <a:gd name="csY16" fmla="*/ 378943 h 783103"/>
                <a:gd name="csX17" fmla="*/ 818937 w 1701567"/>
                <a:gd name="csY17" fmla="*/ 311451 h 783103"/>
                <a:gd name="csX18" fmla="*/ 898069 w 1701567"/>
                <a:gd name="csY18" fmla="*/ 256105 h 783103"/>
                <a:gd name="csX19" fmla="*/ 1017710 w 1701567"/>
                <a:gd name="csY19" fmla="*/ 187739 h 783103"/>
                <a:gd name="csX20" fmla="*/ 1111714 w 1701567"/>
                <a:gd name="csY20" fmla="*/ 145010 h 783103"/>
                <a:gd name="csX21" fmla="*/ 1162989 w 1701567"/>
                <a:gd name="csY21" fmla="*/ 119373 h 783103"/>
                <a:gd name="csX22" fmla="*/ 1256993 w 1701567"/>
                <a:gd name="csY22" fmla="*/ 127919 h 783103"/>
                <a:gd name="csX23" fmla="*/ 1319976 w 1701567"/>
                <a:gd name="csY23" fmla="*/ 145010 h 783103"/>
                <a:gd name="csX24" fmla="*/ 1402271 w 1701567"/>
                <a:gd name="csY24" fmla="*/ 155810 h 783103"/>
                <a:gd name="csX25" fmla="*/ 1481909 w 1701567"/>
                <a:gd name="csY25" fmla="*/ 107664 h 783103"/>
                <a:gd name="csX26" fmla="*/ 1581733 w 1701567"/>
                <a:gd name="csY26" fmla="*/ 127919 h 783103"/>
                <a:gd name="csX27" fmla="*/ 1700466 w 1701567"/>
                <a:gd name="csY27" fmla="*/ 236760 h 783103"/>
                <a:gd name="csX28" fmla="*/ 1503475 w 1701567"/>
                <a:gd name="csY28" fmla="*/ 308659 h 783103"/>
                <a:gd name="csX29" fmla="*/ 1366877 w 1701567"/>
                <a:gd name="csY29" fmla="*/ 382005 h 783103"/>
                <a:gd name="csX30" fmla="*/ 1276439 w 1701567"/>
                <a:gd name="csY30" fmla="*/ 376150 h 783103"/>
                <a:gd name="csX31" fmla="*/ 1111782 w 1701567"/>
                <a:gd name="csY31" fmla="*/ 400442 h 783103"/>
                <a:gd name="csX32" fmla="*/ 1003344 w 1701567"/>
                <a:gd name="csY32" fmla="*/ 491788 h 783103"/>
                <a:gd name="csX33" fmla="*/ 880978 w 1701567"/>
                <a:gd name="csY33" fmla="*/ 512479 h 783103"/>
                <a:gd name="csX34" fmla="*/ 804066 w 1701567"/>
                <a:gd name="csY34" fmla="*/ 529571 h 783103"/>
                <a:gd name="csX35" fmla="*/ 735699 w 1701567"/>
                <a:gd name="csY35" fmla="*/ 596154 h 783103"/>
                <a:gd name="csX36" fmla="*/ 760462 w 1701567"/>
                <a:gd name="csY36" fmla="*/ 782446 h 783103"/>
                <a:gd name="csX37" fmla="*/ 680825 w 1701567"/>
                <a:gd name="csY37" fmla="*/ 654191 h 783103"/>
                <a:gd name="csX38" fmla="*/ 589983 w 1701567"/>
                <a:gd name="csY38" fmla="*/ 552483 h 783103"/>
                <a:gd name="csX39" fmla="*/ 476196 w 1701567"/>
                <a:gd name="csY39" fmla="*/ 595212 h 783103"/>
                <a:gd name="csX40" fmla="*/ 369172 w 1701567"/>
                <a:gd name="csY40" fmla="*/ 608233 h 783103"/>
                <a:gd name="csX41" fmla="*/ 225206 w 1701567"/>
                <a:gd name="csY41" fmla="*/ 630270 h 783103"/>
                <a:gd name="csX42" fmla="*/ 133894 w 1701567"/>
                <a:gd name="csY42" fmla="*/ 702707 h 783103"/>
                <a:gd name="csX43" fmla="*/ 30907 w 1701567"/>
                <a:gd name="csY43" fmla="*/ 682016 h 783103"/>
                <a:gd name="csX44" fmla="*/ 9307 w 1701567"/>
                <a:gd name="csY44" fmla="*/ 606483 h 783103"/>
                <a:gd name="csX45" fmla="*/ 2107 w 1701567"/>
                <a:gd name="csY45" fmla="*/ 525500 h 783103"/>
                <a:gd name="csX0" fmla="*/ 2107 w 1701567"/>
                <a:gd name="csY0" fmla="*/ 525500 h 783103"/>
                <a:gd name="csX1" fmla="*/ 52036 w 1701567"/>
                <a:gd name="csY1" fmla="*/ 498954 h 783103"/>
                <a:gd name="csX2" fmla="*/ 103310 w 1701567"/>
                <a:gd name="csY2" fmla="*/ 521025 h 783103"/>
                <a:gd name="csX3" fmla="*/ 128948 w 1701567"/>
                <a:gd name="csY3" fmla="*/ 503934 h 783103"/>
                <a:gd name="csX4" fmla="*/ 137494 w 1701567"/>
                <a:gd name="csY4" fmla="*/ 478296 h 783103"/>
                <a:gd name="csX5" fmla="*/ 154585 w 1701567"/>
                <a:gd name="csY5" fmla="*/ 452659 h 783103"/>
                <a:gd name="csX6" fmla="*/ 231531 w 1701567"/>
                <a:gd name="csY6" fmla="*/ 429276 h 783103"/>
                <a:gd name="csX7" fmla="*/ 289535 w 1701567"/>
                <a:gd name="csY7" fmla="*/ 401418 h 783103"/>
                <a:gd name="csX8" fmla="*/ 410959 w 1701567"/>
                <a:gd name="csY8" fmla="*/ 384292 h 783103"/>
                <a:gd name="csX9" fmla="*/ 453688 w 1701567"/>
                <a:gd name="csY9" fmla="*/ 401384 h 783103"/>
                <a:gd name="csX10" fmla="*/ 458163 w 1701567"/>
                <a:gd name="csY10" fmla="*/ 341530 h 783103"/>
                <a:gd name="csX11" fmla="*/ 428589 w 1701567"/>
                <a:gd name="csY11" fmla="*/ 202340 h 783103"/>
                <a:gd name="csX12" fmla="*/ 430238 w 1701567"/>
                <a:gd name="csY12" fmla="*/ 1784 h 783103"/>
                <a:gd name="csX13" fmla="*/ 514989 w 1701567"/>
                <a:gd name="csY13" fmla="*/ 115940 h 783103"/>
                <a:gd name="csX14" fmla="*/ 607512 w 1701567"/>
                <a:gd name="csY14" fmla="*/ 206109 h 783103"/>
                <a:gd name="csX15" fmla="*/ 597150 w 1701567"/>
                <a:gd name="csY15" fmla="*/ 381634 h 783103"/>
                <a:gd name="csX16" fmla="*/ 647987 w 1701567"/>
                <a:gd name="csY16" fmla="*/ 378943 h 783103"/>
                <a:gd name="csX17" fmla="*/ 818937 w 1701567"/>
                <a:gd name="csY17" fmla="*/ 311451 h 783103"/>
                <a:gd name="csX18" fmla="*/ 898069 w 1701567"/>
                <a:gd name="csY18" fmla="*/ 256105 h 783103"/>
                <a:gd name="csX19" fmla="*/ 1017710 w 1701567"/>
                <a:gd name="csY19" fmla="*/ 187739 h 783103"/>
                <a:gd name="csX20" fmla="*/ 1111714 w 1701567"/>
                <a:gd name="csY20" fmla="*/ 145010 h 783103"/>
                <a:gd name="csX21" fmla="*/ 1162989 w 1701567"/>
                <a:gd name="csY21" fmla="*/ 119373 h 783103"/>
                <a:gd name="csX22" fmla="*/ 1256993 w 1701567"/>
                <a:gd name="csY22" fmla="*/ 127919 h 783103"/>
                <a:gd name="csX23" fmla="*/ 1319976 w 1701567"/>
                <a:gd name="csY23" fmla="*/ 145010 h 783103"/>
                <a:gd name="csX24" fmla="*/ 1402271 w 1701567"/>
                <a:gd name="csY24" fmla="*/ 155810 h 783103"/>
                <a:gd name="csX25" fmla="*/ 1481909 w 1701567"/>
                <a:gd name="csY25" fmla="*/ 107664 h 783103"/>
                <a:gd name="csX26" fmla="*/ 1581733 w 1701567"/>
                <a:gd name="csY26" fmla="*/ 127919 h 783103"/>
                <a:gd name="csX27" fmla="*/ 1700466 w 1701567"/>
                <a:gd name="csY27" fmla="*/ 236760 h 783103"/>
                <a:gd name="csX28" fmla="*/ 1503475 w 1701567"/>
                <a:gd name="csY28" fmla="*/ 308659 h 783103"/>
                <a:gd name="csX29" fmla="*/ 1366877 w 1701567"/>
                <a:gd name="csY29" fmla="*/ 382005 h 783103"/>
                <a:gd name="csX30" fmla="*/ 1276439 w 1701567"/>
                <a:gd name="csY30" fmla="*/ 376150 h 783103"/>
                <a:gd name="csX31" fmla="*/ 1111782 w 1701567"/>
                <a:gd name="csY31" fmla="*/ 400442 h 783103"/>
                <a:gd name="csX32" fmla="*/ 1003344 w 1701567"/>
                <a:gd name="csY32" fmla="*/ 491788 h 783103"/>
                <a:gd name="csX33" fmla="*/ 880978 w 1701567"/>
                <a:gd name="csY33" fmla="*/ 512479 h 783103"/>
                <a:gd name="csX34" fmla="*/ 804066 w 1701567"/>
                <a:gd name="csY34" fmla="*/ 529571 h 783103"/>
                <a:gd name="csX35" fmla="*/ 735699 w 1701567"/>
                <a:gd name="csY35" fmla="*/ 596154 h 783103"/>
                <a:gd name="csX36" fmla="*/ 760462 w 1701567"/>
                <a:gd name="csY36" fmla="*/ 782446 h 783103"/>
                <a:gd name="csX37" fmla="*/ 680825 w 1701567"/>
                <a:gd name="csY37" fmla="*/ 654191 h 783103"/>
                <a:gd name="csX38" fmla="*/ 589983 w 1701567"/>
                <a:gd name="csY38" fmla="*/ 552483 h 783103"/>
                <a:gd name="csX39" fmla="*/ 476196 w 1701567"/>
                <a:gd name="csY39" fmla="*/ 595212 h 783103"/>
                <a:gd name="csX40" fmla="*/ 369172 w 1701567"/>
                <a:gd name="csY40" fmla="*/ 608233 h 783103"/>
                <a:gd name="csX41" fmla="*/ 225206 w 1701567"/>
                <a:gd name="csY41" fmla="*/ 630270 h 783103"/>
                <a:gd name="csX42" fmla="*/ 133894 w 1701567"/>
                <a:gd name="csY42" fmla="*/ 702707 h 783103"/>
                <a:gd name="csX43" fmla="*/ 30907 w 1701567"/>
                <a:gd name="csY43" fmla="*/ 682016 h 783103"/>
                <a:gd name="csX44" fmla="*/ 9307 w 1701567"/>
                <a:gd name="csY44" fmla="*/ 606483 h 783103"/>
                <a:gd name="csX45" fmla="*/ 2107 w 1701567"/>
                <a:gd name="csY45" fmla="*/ 525500 h 783103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36589 w 1701567"/>
                <a:gd name="csY14" fmla="*/ 147917 h 782680"/>
                <a:gd name="csX15" fmla="*/ 607512 w 1701567"/>
                <a:gd name="csY15" fmla="*/ 205686 h 782680"/>
                <a:gd name="csX16" fmla="*/ 597150 w 1701567"/>
                <a:gd name="csY16" fmla="*/ 381211 h 782680"/>
                <a:gd name="csX17" fmla="*/ 647987 w 1701567"/>
                <a:gd name="csY17" fmla="*/ 378520 h 782680"/>
                <a:gd name="csX18" fmla="*/ 818937 w 1701567"/>
                <a:gd name="csY18" fmla="*/ 311028 h 782680"/>
                <a:gd name="csX19" fmla="*/ 898069 w 1701567"/>
                <a:gd name="csY19" fmla="*/ 255682 h 782680"/>
                <a:gd name="csX20" fmla="*/ 1017710 w 1701567"/>
                <a:gd name="csY20" fmla="*/ 187316 h 782680"/>
                <a:gd name="csX21" fmla="*/ 1111714 w 1701567"/>
                <a:gd name="csY21" fmla="*/ 144587 h 782680"/>
                <a:gd name="csX22" fmla="*/ 1162989 w 1701567"/>
                <a:gd name="csY22" fmla="*/ 118950 h 782680"/>
                <a:gd name="csX23" fmla="*/ 1256993 w 1701567"/>
                <a:gd name="csY23" fmla="*/ 127496 h 782680"/>
                <a:gd name="csX24" fmla="*/ 1319976 w 1701567"/>
                <a:gd name="csY24" fmla="*/ 144587 h 782680"/>
                <a:gd name="csX25" fmla="*/ 1402271 w 1701567"/>
                <a:gd name="csY25" fmla="*/ 155387 h 782680"/>
                <a:gd name="csX26" fmla="*/ 1481909 w 1701567"/>
                <a:gd name="csY26" fmla="*/ 107241 h 782680"/>
                <a:gd name="csX27" fmla="*/ 1581733 w 1701567"/>
                <a:gd name="csY27" fmla="*/ 127496 h 782680"/>
                <a:gd name="csX28" fmla="*/ 1700466 w 1701567"/>
                <a:gd name="csY28" fmla="*/ 236337 h 782680"/>
                <a:gd name="csX29" fmla="*/ 1503475 w 1701567"/>
                <a:gd name="csY29" fmla="*/ 308236 h 782680"/>
                <a:gd name="csX30" fmla="*/ 1366877 w 1701567"/>
                <a:gd name="csY30" fmla="*/ 381582 h 782680"/>
                <a:gd name="csX31" fmla="*/ 1276439 w 1701567"/>
                <a:gd name="csY31" fmla="*/ 375727 h 782680"/>
                <a:gd name="csX32" fmla="*/ 1111782 w 1701567"/>
                <a:gd name="csY32" fmla="*/ 400019 h 782680"/>
                <a:gd name="csX33" fmla="*/ 1003344 w 1701567"/>
                <a:gd name="csY33" fmla="*/ 491365 h 782680"/>
                <a:gd name="csX34" fmla="*/ 880978 w 1701567"/>
                <a:gd name="csY34" fmla="*/ 512056 h 782680"/>
                <a:gd name="csX35" fmla="*/ 804066 w 1701567"/>
                <a:gd name="csY35" fmla="*/ 529148 h 782680"/>
                <a:gd name="csX36" fmla="*/ 735699 w 1701567"/>
                <a:gd name="csY36" fmla="*/ 595731 h 782680"/>
                <a:gd name="csX37" fmla="*/ 760462 w 1701567"/>
                <a:gd name="csY37" fmla="*/ 782023 h 782680"/>
                <a:gd name="csX38" fmla="*/ 680825 w 1701567"/>
                <a:gd name="csY38" fmla="*/ 653768 h 782680"/>
                <a:gd name="csX39" fmla="*/ 589983 w 1701567"/>
                <a:gd name="csY39" fmla="*/ 552060 h 782680"/>
                <a:gd name="csX40" fmla="*/ 476196 w 1701567"/>
                <a:gd name="csY40" fmla="*/ 594789 h 782680"/>
                <a:gd name="csX41" fmla="*/ 369172 w 1701567"/>
                <a:gd name="csY41" fmla="*/ 607810 h 782680"/>
                <a:gd name="csX42" fmla="*/ 225206 w 1701567"/>
                <a:gd name="csY42" fmla="*/ 629847 h 782680"/>
                <a:gd name="csX43" fmla="*/ 133894 w 1701567"/>
                <a:gd name="csY43" fmla="*/ 702284 h 782680"/>
                <a:gd name="csX44" fmla="*/ 30907 w 1701567"/>
                <a:gd name="csY44" fmla="*/ 681593 h 782680"/>
                <a:gd name="csX45" fmla="*/ 9307 w 1701567"/>
                <a:gd name="csY45" fmla="*/ 606060 h 782680"/>
                <a:gd name="csX46" fmla="*/ 2107 w 1701567"/>
                <a:gd name="csY46" fmla="*/ 525077 h 782680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18589 w 1701567"/>
                <a:gd name="csY14" fmla="*/ 191117 h 782680"/>
                <a:gd name="csX15" fmla="*/ 607512 w 1701567"/>
                <a:gd name="csY15" fmla="*/ 205686 h 782680"/>
                <a:gd name="csX16" fmla="*/ 597150 w 1701567"/>
                <a:gd name="csY16" fmla="*/ 381211 h 782680"/>
                <a:gd name="csX17" fmla="*/ 647987 w 1701567"/>
                <a:gd name="csY17" fmla="*/ 378520 h 782680"/>
                <a:gd name="csX18" fmla="*/ 818937 w 1701567"/>
                <a:gd name="csY18" fmla="*/ 311028 h 782680"/>
                <a:gd name="csX19" fmla="*/ 898069 w 1701567"/>
                <a:gd name="csY19" fmla="*/ 255682 h 782680"/>
                <a:gd name="csX20" fmla="*/ 1017710 w 1701567"/>
                <a:gd name="csY20" fmla="*/ 187316 h 782680"/>
                <a:gd name="csX21" fmla="*/ 1111714 w 1701567"/>
                <a:gd name="csY21" fmla="*/ 144587 h 782680"/>
                <a:gd name="csX22" fmla="*/ 1162989 w 1701567"/>
                <a:gd name="csY22" fmla="*/ 118950 h 782680"/>
                <a:gd name="csX23" fmla="*/ 1256993 w 1701567"/>
                <a:gd name="csY23" fmla="*/ 127496 h 782680"/>
                <a:gd name="csX24" fmla="*/ 1319976 w 1701567"/>
                <a:gd name="csY24" fmla="*/ 144587 h 782680"/>
                <a:gd name="csX25" fmla="*/ 1402271 w 1701567"/>
                <a:gd name="csY25" fmla="*/ 155387 h 782680"/>
                <a:gd name="csX26" fmla="*/ 1481909 w 1701567"/>
                <a:gd name="csY26" fmla="*/ 107241 h 782680"/>
                <a:gd name="csX27" fmla="*/ 1581733 w 1701567"/>
                <a:gd name="csY27" fmla="*/ 127496 h 782680"/>
                <a:gd name="csX28" fmla="*/ 1700466 w 1701567"/>
                <a:gd name="csY28" fmla="*/ 236337 h 782680"/>
                <a:gd name="csX29" fmla="*/ 1503475 w 1701567"/>
                <a:gd name="csY29" fmla="*/ 308236 h 782680"/>
                <a:gd name="csX30" fmla="*/ 1366877 w 1701567"/>
                <a:gd name="csY30" fmla="*/ 381582 h 782680"/>
                <a:gd name="csX31" fmla="*/ 1276439 w 1701567"/>
                <a:gd name="csY31" fmla="*/ 375727 h 782680"/>
                <a:gd name="csX32" fmla="*/ 1111782 w 1701567"/>
                <a:gd name="csY32" fmla="*/ 400019 h 782680"/>
                <a:gd name="csX33" fmla="*/ 1003344 w 1701567"/>
                <a:gd name="csY33" fmla="*/ 491365 h 782680"/>
                <a:gd name="csX34" fmla="*/ 880978 w 1701567"/>
                <a:gd name="csY34" fmla="*/ 512056 h 782680"/>
                <a:gd name="csX35" fmla="*/ 804066 w 1701567"/>
                <a:gd name="csY35" fmla="*/ 529148 h 782680"/>
                <a:gd name="csX36" fmla="*/ 735699 w 1701567"/>
                <a:gd name="csY36" fmla="*/ 595731 h 782680"/>
                <a:gd name="csX37" fmla="*/ 760462 w 1701567"/>
                <a:gd name="csY37" fmla="*/ 782023 h 782680"/>
                <a:gd name="csX38" fmla="*/ 680825 w 1701567"/>
                <a:gd name="csY38" fmla="*/ 653768 h 782680"/>
                <a:gd name="csX39" fmla="*/ 589983 w 1701567"/>
                <a:gd name="csY39" fmla="*/ 552060 h 782680"/>
                <a:gd name="csX40" fmla="*/ 476196 w 1701567"/>
                <a:gd name="csY40" fmla="*/ 594789 h 782680"/>
                <a:gd name="csX41" fmla="*/ 369172 w 1701567"/>
                <a:gd name="csY41" fmla="*/ 607810 h 782680"/>
                <a:gd name="csX42" fmla="*/ 225206 w 1701567"/>
                <a:gd name="csY42" fmla="*/ 629847 h 782680"/>
                <a:gd name="csX43" fmla="*/ 133894 w 1701567"/>
                <a:gd name="csY43" fmla="*/ 702284 h 782680"/>
                <a:gd name="csX44" fmla="*/ 30907 w 1701567"/>
                <a:gd name="csY44" fmla="*/ 681593 h 782680"/>
                <a:gd name="csX45" fmla="*/ 9307 w 1701567"/>
                <a:gd name="csY45" fmla="*/ 606060 h 782680"/>
                <a:gd name="csX46" fmla="*/ 2107 w 1701567"/>
                <a:gd name="csY46" fmla="*/ 525077 h 782680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18589 w 1701567"/>
                <a:gd name="csY14" fmla="*/ 191117 h 782680"/>
                <a:gd name="csX15" fmla="*/ 607512 w 1701567"/>
                <a:gd name="csY15" fmla="*/ 205686 h 782680"/>
                <a:gd name="csX16" fmla="*/ 597789 w 1701567"/>
                <a:gd name="csY16" fmla="*/ 288316 h 782680"/>
                <a:gd name="csX17" fmla="*/ 597150 w 1701567"/>
                <a:gd name="csY17" fmla="*/ 381211 h 782680"/>
                <a:gd name="csX18" fmla="*/ 647987 w 1701567"/>
                <a:gd name="csY18" fmla="*/ 378520 h 782680"/>
                <a:gd name="csX19" fmla="*/ 818937 w 1701567"/>
                <a:gd name="csY19" fmla="*/ 311028 h 782680"/>
                <a:gd name="csX20" fmla="*/ 898069 w 1701567"/>
                <a:gd name="csY20" fmla="*/ 255682 h 782680"/>
                <a:gd name="csX21" fmla="*/ 1017710 w 1701567"/>
                <a:gd name="csY21" fmla="*/ 187316 h 782680"/>
                <a:gd name="csX22" fmla="*/ 1111714 w 1701567"/>
                <a:gd name="csY22" fmla="*/ 144587 h 782680"/>
                <a:gd name="csX23" fmla="*/ 1162989 w 1701567"/>
                <a:gd name="csY23" fmla="*/ 118950 h 782680"/>
                <a:gd name="csX24" fmla="*/ 1256993 w 1701567"/>
                <a:gd name="csY24" fmla="*/ 127496 h 782680"/>
                <a:gd name="csX25" fmla="*/ 1319976 w 1701567"/>
                <a:gd name="csY25" fmla="*/ 144587 h 782680"/>
                <a:gd name="csX26" fmla="*/ 1402271 w 1701567"/>
                <a:gd name="csY26" fmla="*/ 155387 h 782680"/>
                <a:gd name="csX27" fmla="*/ 1481909 w 1701567"/>
                <a:gd name="csY27" fmla="*/ 107241 h 782680"/>
                <a:gd name="csX28" fmla="*/ 1581733 w 1701567"/>
                <a:gd name="csY28" fmla="*/ 127496 h 782680"/>
                <a:gd name="csX29" fmla="*/ 1700466 w 1701567"/>
                <a:gd name="csY29" fmla="*/ 236337 h 782680"/>
                <a:gd name="csX30" fmla="*/ 1503475 w 1701567"/>
                <a:gd name="csY30" fmla="*/ 308236 h 782680"/>
                <a:gd name="csX31" fmla="*/ 1366877 w 1701567"/>
                <a:gd name="csY31" fmla="*/ 381582 h 782680"/>
                <a:gd name="csX32" fmla="*/ 1276439 w 1701567"/>
                <a:gd name="csY32" fmla="*/ 375727 h 782680"/>
                <a:gd name="csX33" fmla="*/ 1111782 w 1701567"/>
                <a:gd name="csY33" fmla="*/ 400019 h 782680"/>
                <a:gd name="csX34" fmla="*/ 1003344 w 1701567"/>
                <a:gd name="csY34" fmla="*/ 491365 h 782680"/>
                <a:gd name="csX35" fmla="*/ 880978 w 1701567"/>
                <a:gd name="csY35" fmla="*/ 512056 h 782680"/>
                <a:gd name="csX36" fmla="*/ 804066 w 1701567"/>
                <a:gd name="csY36" fmla="*/ 529148 h 782680"/>
                <a:gd name="csX37" fmla="*/ 735699 w 1701567"/>
                <a:gd name="csY37" fmla="*/ 595731 h 782680"/>
                <a:gd name="csX38" fmla="*/ 760462 w 1701567"/>
                <a:gd name="csY38" fmla="*/ 782023 h 782680"/>
                <a:gd name="csX39" fmla="*/ 680825 w 1701567"/>
                <a:gd name="csY39" fmla="*/ 653768 h 782680"/>
                <a:gd name="csX40" fmla="*/ 589983 w 1701567"/>
                <a:gd name="csY40" fmla="*/ 552060 h 782680"/>
                <a:gd name="csX41" fmla="*/ 476196 w 1701567"/>
                <a:gd name="csY41" fmla="*/ 594789 h 782680"/>
                <a:gd name="csX42" fmla="*/ 369172 w 1701567"/>
                <a:gd name="csY42" fmla="*/ 607810 h 782680"/>
                <a:gd name="csX43" fmla="*/ 225206 w 1701567"/>
                <a:gd name="csY43" fmla="*/ 629847 h 782680"/>
                <a:gd name="csX44" fmla="*/ 133894 w 1701567"/>
                <a:gd name="csY44" fmla="*/ 702284 h 782680"/>
                <a:gd name="csX45" fmla="*/ 30907 w 1701567"/>
                <a:gd name="csY45" fmla="*/ 681593 h 782680"/>
                <a:gd name="csX46" fmla="*/ 9307 w 1701567"/>
                <a:gd name="csY46" fmla="*/ 606060 h 782680"/>
                <a:gd name="csX47" fmla="*/ 2107 w 1701567"/>
                <a:gd name="csY47" fmla="*/ 525077 h 782680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18589 w 1701567"/>
                <a:gd name="csY14" fmla="*/ 191117 h 782680"/>
                <a:gd name="csX15" fmla="*/ 607512 w 1701567"/>
                <a:gd name="csY15" fmla="*/ 205686 h 782680"/>
                <a:gd name="csX16" fmla="*/ 525789 w 1701567"/>
                <a:gd name="csY16" fmla="*/ 291916 h 782680"/>
                <a:gd name="csX17" fmla="*/ 597150 w 1701567"/>
                <a:gd name="csY17" fmla="*/ 381211 h 782680"/>
                <a:gd name="csX18" fmla="*/ 647987 w 1701567"/>
                <a:gd name="csY18" fmla="*/ 378520 h 782680"/>
                <a:gd name="csX19" fmla="*/ 818937 w 1701567"/>
                <a:gd name="csY19" fmla="*/ 311028 h 782680"/>
                <a:gd name="csX20" fmla="*/ 898069 w 1701567"/>
                <a:gd name="csY20" fmla="*/ 255682 h 782680"/>
                <a:gd name="csX21" fmla="*/ 1017710 w 1701567"/>
                <a:gd name="csY21" fmla="*/ 187316 h 782680"/>
                <a:gd name="csX22" fmla="*/ 1111714 w 1701567"/>
                <a:gd name="csY22" fmla="*/ 144587 h 782680"/>
                <a:gd name="csX23" fmla="*/ 1162989 w 1701567"/>
                <a:gd name="csY23" fmla="*/ 118950 h 782680"/>
                <a:gd name="csX24" fmla="*/ 1256993 w 1701567"/>
                <a:gd name="csY24" fmla="*/ 127496 h 782680"/>
                <a:gd name="csX25" fmla="*/ 1319976 w 1701567"/>
                <a:gd name="csY25" fmla="*/ 144587 h 782680"/>
                <a:gd name="csX26" fmla="*/ 1402271 w 1701567"/>
                <a:gd name="csY26" fmla="*/ 155387 h 782680"/>
                <a:gd name="csX27" fmla="*/ 1481909 w 1701567"/>
                <a:gd name="csY27" fmla="*/ 107241 h 782680"/>
                <a:gd name="csX28" fmla="*/ 1581733 w 1701567"/>
                <a:gd name="csY28" fmla="*/ 127496 h 782680"/>
                <a:gd name="csX29" fmla="*/ 1700466 w 1701567"/>
                <a:gd name="csY29" fmla="*/ 236337 h 782680"/>
                <a:gd name="csX30" fmla="*/ 1503475 w 1701567"/>
                <a:gd name="csY30" fmla="*/ 308236 h 782680"/>
                <a:gd name="csX31" fmla="*/ 1366877 w 1701567"/>
                <a:gd name="csY31" fmla="*/ 381582 h 782680"/>
                <a:gd name="csX32" fmla="*/ 1276439 w 1701567"/>
                <a:gd name="csY32" fmla="*/ 375727 h 782680"/>
                <a:gd name="csX33" fmla="*/ 1111782 w 1701567"/>
                <a:gd name="csY33" fmla="*/ 400019 h 782680"/>
                <a:gd name="csX34" fmla="*/ 1003344 w 1701567"/>
                <a:gd name="csY34" fmla="*/ 491365 h 782680"/>
                <a:gd name="csX35" fmla="*/ 880978 w 1701567"/>
                <a:gd name="csY35" fmla="*/ 512056 h 782680"/>
                <a:gd name="csX36" fmla="*/ 804066 w 1701567"/>
                <a:gd name="csY36" fmla="*/ 529148 h 782680"/>
                <a:gd name="csX37" fmla="*/ 735699 w 1701567"/>
                <a:gd name="csY37" fmla="*/ 595731 h 782680"/>
                <a:gd name="csX38" fmla="*/ 760462 w 1701567"/>
                <a:gd name="csY38" fmla="*/ 782023 h 782680"/>
                <a:gd name="csX39" fmla="*/ 680825 w 1701567"/>
                <a:gd name="csY39" fmla="*/ 653768 h 782680"/>
                <a:gd name="csX40" fmla="*/ 589983 w 1701567"/>
                <a:gd name="csY40" fmla="*/ 552060 h 782680"/>
                <a:gd name="csX41" fmla="*/ 476196 w 1701567"/>
                <a:gd name="csY41" fmla="*/ 594789 h 782680"/>
                <a:gd name="csX42" fmla="*/ 369172 w 1701567"/>
                <a:gd name="csY42" fmla="*/ 607810 h 782680"/>
                <a:gd name="csX43" fmla="*/ 225206 w 1701567"/>
                <a:gd name="csY43" fmla="*/ 629847 h 782680"/>
                <a:gd name="csX44" fmla="*/ 133894 w 1701567"/>
                <a:gd name="csY44" fmla="*/ 702284 h 782680"/>
                <a:gd name="csX45" fmla="*/ 30907 w 1701567"/>
                <a:gd name="csY45" fmla="*/ 681593 h 782680"/>
                <a:gd name="csX46" fmla="*/ 9307 w 1701567"/>
                <a:gd name="csY46" fmla="*/ 606060 h 782680"/>
                <a:gd name="csX47" fmla="*/ 2107 w 1701567"/>
                <a:gd name="csY47" fmla="*/ 525077 h 782680"/>
                <a:gd name="csX0" fmla="*/ 2107 w 1701567"/>
                <a:gd name="csY0" fmla="*/ 526404 h 784007"/>
                <a:gd name="csX1" fmla="*/ 52036 w 1701567"/>
                <a:gd name="csY1" fmla="*/ 499858 h 784007"/>
                <a:gd name="csX2" fmla="*/ 103310 w 1701567"/>
                <a:gd name="csY2" fmla="*/ 521929 h 784007"/>
                <a:gd name="csX3" fmla="*/ 128948 w 1701567"/>
                <a:gd name="csY3" fmla="*/ 504838 h 784007"/>
                <a:gd name="csX4" fmla="*/ 137494 w 1701567"/>
                <a:gd name="csY4" fmla="*/ 479200 h 784007"/>
                <a:gd name="csX5" fmla="*/ 154585 w 1701567"/>
                <a:gd name="csY5" fmla="*/ 453563 h 784007"/>
                <a:gd name="csX6" fmla="*/ 231531 w 1701567"/>
                <a:gd name="csY6" fmla="*/ 430180 h 784007"/>
                <a:gd name="csX7" fmla="*/ 289535 w 1701567"/>
                <a:gd name="csY7" fmla="*/ 402322 h 784007"/>
                <a:gd name="csX8" fmla="*/ 410959 w 1701567"/>
                <a:gd name="csY8" fmla="*/ 385196 h 784007"/>
                <a:gd name="csX9" fmla="*/ 453688 w 1701567"/>
                <a:gd name="csY9" fmla="*/ 402288 h 784007"/>
                <a:gd name="csX10" fmla="*/ 458163 w 1701567"/>
                <a:gd name="csY10" fmla="*/ 342434 h 784007"/>
                <a:gd name="csX11" fmla="*/ 428589 w 1701567"/>
                <a:gd name="csY11" fmla="*/ 203244 h 784007"/>
                <a:gd name="csX12" fmla="*/ 430238 w 1701567"/>
                <a:gd name="csY12" fmla="*/ 2688 h 784007"/>
                <a:gd name="csX13" fmla="*/ 594189 w 1701567"/>
                <a:gd name="csY13" fmla="*/ 91644 h 784007"/>
                <a:gd name="csX14" fmla="*/ 518589 w 1701567"/>
                <a:gd name="csY14" fmla="*/ 192444 h 784007"/>
                <a:gd name="csX15" fmla="*/ 607512 w 1701567"/>
                <a:gd name="csY15" fmla="*/ 207013 h 784007"/>
                <a:gd name="csX16" fmla="*/ 525789 w 1701567"/>
                <a:gd name="csY16" fmla="*/ 293243 h 784007"/>
                <a:gd name="csX17" fmla="*/ 597150 w 1701567"/>
                <a:gd name="csY17" fmla="*/ 382538 h 784007"/>
                <a:gd name="csX18" fmla="*/ 647987 w 1701567"/>
                <a:gd name="csY18" fmla="*/ 379847 h 784007"/>
                <a:gd name="csX19" fmla="*/ 818937 w 1701567"/>
                <a:gd name="csY19" fmla="*/ 312355 h 784007"/>
                <a:gd name="csX20" fmla="*/ 898069 w 1701567"/>
                <a:gd name="csY20" fmla="*/ 257009 h 784007"/>
                <a:gd name="csX21" fmla="*/ 1017710 w 1701567"/>
                <a:gd name="csY21" fmla="*/ 188643 h 784007"/>
                <a:gd name="csX22" fmla="*/ 1111714 w 1701567"/>
                <a:gd name="csY22" fmla="*/ 145914 h 784007"/>
                <a:gd name="csX23" fmla="*/ 1162989 w 1701567"/>
                <a:gd name="csY23" fmla="*/ 120277 h 784007"/>
                <a:gd name="csX24" fmla="*/ 1256993 w 1701567"/>
                <a:gd name="csY24" fmla="*/ 128823 h 784007"/>
                <a:gd name="csX25" fmla="*/ 1319976 w 1701567"/>
                <a:gd name="csY25" fmla="*/ 145914 h 784007"/>
                <a:gd name="csX26" fmla="*/ 1402271 w 1701567"/>
                <a:gd name="csY26" fmla="*/ 156714 h 784007"/>
                <a:gd name="csX27" fmla="*/ 1481909 w 1701567"/>
                <a:gd name="csY27" fmla="*/ 108568 h 784007"/>
                <a:gd name="csX28" fmla="*/ 1581733 w 1701567"/>
                <a:gd name="csY28" fmla="*/ 128823 h 784007"/>
                <a:gd name="csX29" fmla="*/ 1700466 w 1701567"/>
                <a:gd name="csY29" fmla="*/ 237664 h 784007"/>
                <a:gd name="csX30" fmla="*/ 1503475 w 1701567"/>
                <a:gd name="csY30" fmla="*/ 309563 h 784007"/>
                <a:gd name="csX31" fmla="*/ 1366877 w 1701567"/>
                <a:gd name="csY31" fmla="*/ 382909 h 784007"/>
                <a:gd name="csX32" fmla="*/ 1276439 w 1701567"/>
                <a:gd name="csY32" fmla="*/ 377054 h 784007"/>
                <a:gd name="csX33" fmla="*/ 1111782 w 1701567"/>
                <a:gd name="csY33" fmla="*/ 401346 h 784007"/>
                <a:gd name="csX34" fmla="*/ 1003344 w 1701567"/>
                <a:gd name="csY34" fmla="*/ 492692 h 784007"/>
                <a:gd name="csX35" fmla="*/ 880978 w 1701567"/>
                <a:gd name="csY35" fmla="*/ 513383 h 784007"/>
                <a:gd name="csX36" fmla="*/ 804066 w 1701567"/>
                <a:gd name="csY36" fmla="*/ 530475 h 784007"/>
                <a:gd name="csX37" fmla="*/ 735699 w 1701567"/>
                <a:gd name="csY37" fmla="*/ 597058 h 784007"/>
                <a:gd name="csX38" fmla="*/ 760462 w 1701567"/>
                <a:gd name="csY38" fmla="*/ 783350 h 784007"/>
                <a:gd name="csX39" fmla="*/ 680825 w 1701567"/>
                <a:gd name="csY39" fmla="*/ 655095 h 784007"/>
                <a:gd name="csX40" fmla="*/ 589983 w 1701567"/>
                <a:gd name="csY40" fmla="*/ 553387 h 784007"/>
                <a:gd name="csX41" fmla="*/ 476196 w 1701567"/>
                <a:gd name="csY41" fmla="*/ 596116 h 784007"/>
                <a:gd name="csX42" fmla="*/ 369172 w 1701567"/>
                <a:gd name="csY42" fmla="*/ 609137 h 784007"/>
                <a:gd name="csX43" fmla="*/ 225206 w 1701567"/>
                <a:gd name="csY43" fmla="*/ 631174 h 784007"/>
                <a:gd name="csX44" fmla="*/ 133894 w 1701567"/>
                <a:gd name="csY44" fmla="*/ 703611 h 784007"/>
                <a:gd name="csX45" fmla="*/ 30907 w 1701567"/>
                <a:gd name="csY45" fmla="*/ 682920 h 784007"/>
                <a:gd name="csX46" fmla="*/ 9307 w 1701567"/>
                <a:gd name="csY46" fmla="*/ 607387 h 784007"/>
                <a:gd name="csX47" fmla="*/ 2107 w 1701567"/>
                <a:gd name="csY47" fmla="*/ 526404 h 784007"/>
                <a:gd name="csX0" fmla="*/ 2107 w 1701567"/>
                <a:gd name="csY0" fmla="*/ 547516 h 805119"/>
                <a:gd name="csX1" fmla="*/ 52036 w 1701567"/>
                <a:gd name="csY1" fmla="*/ 520970 h 805119"/>
                <a:gd name="csX2" fmla="*/ 103310 w 1701567"/>
                <a:gd name="csY2" fmla="*/ 543041 h 805119"/>
                <a:gd name="csX3" fmla="*/ 128948 w 1701567"/>
                <a:gd name="csY3" fmla="*/ 525950 h 805119"/>
                <a:gd name="csX4" fmla="*/ 137494 w 1701567"/>
                <a:gd name="csY4" fmla="*/ 500312 h 805119"/>
                <a:gd name="csX5" fmla="*/ 154585 w 1701567"/>
                <a:gd name="csY5" fmla="*/ 474675 h 805119"/>
                <a:gd name="csX6" fmla="*/ 231531 w 1701567"/>
                <a:gd name="csY6" fmla="*/ 451292 h 805119"/>
                <a:gd name="csX7" fmla="*/ 289535 w 1701567"/>
                <a:gd name="csY7" fmla="*/ 423434 h 805119"/>
                <a:gd name="csX8" fmla="*/ 410959 w 1701567"/>
                <a:gd name="csY8" fmla="*/ 406308 h 805119"/>
                <a:gd name="csX9" fmla="*/ 453688 w 1701567"/>
                <a:gd name="csY9" fmla="*/ 423400 h 805119"/>
                <a:gd name="csX10" fmla="*/ 458163 w 1701567"/>
                <a:gd name="csY10" fmla="*/ 363546 h 805119"/>
                <a:gd name="csX11" fmla="*/ 428589 w 1701567"/>
                <a:gd name="csY11" fmla="*/ 224356 h 805119"/>
                <a:gd name="csX12" fmla="*/ 430238 w 1701567"/>
                <a:gd name="csY12" fmla="*/ 2200 h 805119"/>
                <a:gd name="csX13" fmla="*/ 594189 w 1701567"/>
                <a:gd name="csY13" fmla="*/ 112756 h 805119"/>
                <a:gd name="csX14" fmla="*/ 518589 w 1701567"/>
                <a:gd name="csY14" fmla="*/ 213556 h 805119"/>
                <a:gd name="csX15" fmla="*/ 607512 w 1701567"/>
                <a:gd name="csY15" fmla="*/ 228125 h 805119"/>
                <a:gd name="csX16" fmla="*/ 525789 w 1701567"/>
                <a:gd name="csY16" fmla="*/ 314355 h 805119"/>
                <a:gd name="csX17" fmla="*/ 597150 w 1701567"/>
                <a:gd name="csY17" fmla="*/ 403650 h 805119"/>
                <a:gd name="csX18" fmla="*/ 647987 w 1701567"/>
                <a:gd name="csY18" fmla="*/ 400959 h 805119"/>
                <a:gd name="csX19" fmla="*/ 818937 w 1701567"/>
                <a:gd name="csY19" fmla="*/ 333467 h 805119"/>
                <a:gd name="csX20" fmla="*/ 898069 w 1701567"/>
                <a:gd name="csY20" fmla="*/ 278121 h 805119"/>
                <a:gd name="csX21" fmla="*/ 1017710 w 1701567"/>
                <a:gd name="csY21" fmla="*/ 209755 h 805119"/>
                <a:gd name="csX22" fmla="*/ 1111714 w 1701567"/>
                <a:gd name="csY22" fmla="*/ 167026 h 805119"/>
                <a:gd name="csX23" fmla="*/ 1162989 w 1701567"/>
                <a:gd name="csY23" fmla="*/ 141389 h 805119"/>
                <a:gd name="csX24" fmla="*/ 1256993 w 1701567"/>
                <a:gd name="csY24" fmla="*/ 149935 h 805119"/>
                <a:gd name="csX25" fmla="*/ 1319976 w 1701567"/>
                <a:gd name="csY25" fmla="*/ 167026 h 805119"/>
                <a:gd name="csX26" fmla="*/ 1402271 w 1701567"/>
                <a:gd name="csY26" fmla="*/ 177826 h 805119"/>
                <a:gd name="csX27" fmla="*/ 1481909 w 1701567"/>
                <a:gd name="csY27" fmla="*/ 129680 h 805119"/>
                <a:gd name="csX28" fmla="*/ 1581733 w 1701567"/>
                <a:gd name="csY28" fmla="*/ 149935 h 805119"/>
                <a:gd name="csX29" fmla="*/ 1700466 w 1701567"/>
                <a:gd name="csY29" fmla="*/ 258776 h 805119"/>
                <a:gd name="csX30" fmla="*/ 1503475 w 1701567"/>
                <a:gd name="csY30" fmla="*/ 330675 h 805119"/>
                <a:gd name="csX31" fmla="*/ 1366877 w 1701567"/>
                <a:gd name="csY31" fmla="*/ 404021 h 805119"/>
                <a:gd name="csX32" fmla="*/ 1276439 w 1701567"/>
                <a:gd name="csY32" fmla="*/ 398166 h 805119"/>
                <a:gd name="csX33" fmla="*/ 1111782 w 1701567"/>
                <a:gd name="csY33" fmla="*/ 422458 h 805119"/>
                <a:gd name="csX34" fmla="*/ 1003344 w 1701567"/>
                <a:gd name="csY34" fmla="*/ 513804 h 805119"/>
                <a:gd name="csX35" fmla="*/ 880978 w 1701567"/>
                <a:gd name="csY35" fmla="*/ 534495 h 805119"/>
                <a:gd name="csX36" fmla="*/ 804066 w 1701567"/>
                <a:gd name="csY36" fmla="*/ 551587 h 805119"/>
                <a:gd name="csX37" fmla="*/ 735699 w 1701567"/>
                <a:gd name="csY37" fmla="*/ 618170 h 805119"/>
                <a:gd name="csX38" fmla="*/ 760462 w 1701567"/>
                <a:gd name="csY38" fmla="*/ 804462 h 805119"/>
                <a:gd name="csX39" fmla="*/ 680825 w 1701567"/>
                <a:gd name="csY39" fmla="*/ 676207 h 805119"/>
                <a:gd name="csX40" fmla="*/ 589983 w 1701567"/>
                <a:gd name="csY40" fmla="*/ 574499 h 805119"/>
                <a:gd name="csX41" fmla="*/ 476196 w 1701567"/>
                <a:gd name="csY41" fmla="*/ 617228 h 805119"/>
                <a:gd name="csX42" fmla="*/ 369172 w 1701567"/>
                <a:gd name="csY42" fmla="*/ 630249 h 805119"/>
                <a:gd name="csX43" fmla="*/ 225206 w 1701567"/>
                <a:gd name="csY43" fmla="*/ 652286 h 805119"/>
                <a:gd name="csX44" fmla="*/ 133894 w 1701567"/>
                <a:gd name="csY44" fmla="*/ 724723 h 805119"/>
                <a:gd name="csX45" fmla="*/ 30907 w 1701567"/>
                <a:gd name="csY45" fmla="*/ 704032 h 805119"/>
                <a:gd name="csX46" fmla="*/ 9307 w 1701567"/>
                <a:gd name="csY46" fmla="*/ 628499 h 805119"/>
                <a:gd name="csX47" fmla="*/ 2107 w 1701567"/>
                <a:gd name="csY47" fmla="*/ 547516 h 805119"/>
                <a:gd name="csX0" fmla="*/ 2107 w 1701567"/>
                <a:gd name="csY0" fmla="*/ 554240 h 811843"/>
                <a:gd name="csX1" fmla="*/ 52036 w 1701567"/>
                <a:gd name="csY1" fmla="*/ 527694 h 811843"/>
                <a:gd name="csX2" fmla="*/ 103310 w 1701567"/>
                <a:gd name="csY2" fmla="*/ 549765 h 811843"/>
                <a:gd name="csX3" fmla="*/ 128948 w 1701567"/>
                <a:gd name="csY3" fmla="*/ 532674 h 811843"/>
                <a:gd name="csX4" fmla="*/ 137494 w 1701567"/>
                <a:gd name="csY4" fmla="*/ 507036 h 811843"/>
                <a:gd name="csX5" fmla="*/ 154585 w 1701567"/>
                <a:gd name="csY5" fmla="*/ 481399 h 811843"/>
                <a:gd name="csX6" fmla="*/ 231531 w 1701567"/>
                <a:gd name="csY6" fmla="*/ 458016 h 811843"/>
                <a:gd name="csX7" fmla="*/ 289535 w 1701567"/>
                <a:gd name="csY7" fmla="*/ 430158 h 811843"/>
                <a:gd name="csX8" fmla="*/ 410959 w 1701567"/>
                <a:gd name="csY8" fmla="*/ 413032 h 811843"/>
                <a:gd name="csX9" fmla="*/ 453688 w 1701567"/>
                <a:gd name="csY9" fmla="*/ 430124 h 811843"/>
                <a:gd name="csX10" fmla="*/ 458163 w 1701567"/>
                <a:gd name="csY10" fmla="*/ 370270 h 811843"/>
                <a:gd name="csX11" fmla="*/ 428589 w 1701567"/>
                <a:gd name="csY11" fmla="*/ 231080 h 811843"/>
                <a:gd name="csX12" fmla="*/ 430238 w 1701567"/>
                <a:gd name="csY12" fmla="*/ 8924 h 811843"/>
                <a:gd name="csX13" fmla="*/ 514989 w 1701567"/>
                <a:gd name="csY13" fmla="*/ 51080 h 811843"/>
                <a:gd name="csX14" fmla="*/ 594189 w 1701567"/>
                <a:gd name="csY14" fmla="*/ 119480 h 811843"/>
                <a:gd name="csX15" fmla="*/ 518589 w 1701567"/>
                <a:gd name="csY15" fmla="*/ 220280 h 811843"/>
                <a:gd name="csX16" fmla="*/ 607512 w 1701567"/>
                <a:gd name="csY16" fmla="*/ 234849 h 811843"/>
                <a:gd name="csX17" fmla="*/ 525789 w 1701567"/>
                <a:gd name="csY17" fmla="*/ 321079 h 811843"/>
                <a:gd name="csX18" fmla="*/ 597150 w 1701567"/>
                <a:gd name="csY18" fmla="*/ 410374 h 811843"/>
                <a:gd name="csX19" fmla="*/ 647987 w 1701567"/>
                <a:gd name="csY19" fmla="*/ 407683 h 811843"/>
                <a:gd name="csX20" fmla="*/ 818937 w 1701567"/>
                <a:gd name="csY20" fmla="*/ 340191 h 811843"/>
                <a:gd name="csX21" fmla="*/ 898069 w 1701567"/>
                <a:gd name="csY21" fmla="*/ 284845 h 811843"/>
                <a:gd name="csX22" fmla="*/ 1017710 w 1701567"/>
                <a:gd name="csY22" fmla="*/ 216479 h 811843"/>
                <a:gd name="csX23" fmla="*/ 1111714 w 1701567"/>
                <a:gd name="csY23" fmla="*/ 173750 h 811843"/>
                <a:gd name="csX24" fmla="*/ 1162989 w 1701567"/>
                <a:gd name="csY24" fmla="*/ 148113 h 811843"/>
                <a:gd name="csX25" fmla="*/ 1256993 w 1701567"/>
                <a:gd name="csY25" fmla="*/ 156659 h 811843"/>
                <a:gd name="csX26" fmla="*/ 1319976 w 1701567"/>
                <a:gd name="csY26" fmla="*/ 173750 h 811843"/>
                <a:gd name="csX27" fmla="*/ 1402271 w 1701567"/>
                <a:gd name="csY27" fmla="*/ 184550 h 811843"/>
                <a:gd name="csX28" fmla="*/ 1481909 w 1701567"/>
                <a:gd name="csY28" fmla="*/ 136404 h 811843"/>
                <a:gd name="csX29" fmla="*/ 1581733 w 1701567"/>
                <a:gd name="csY29" fmla="*/ 156659 h 811843"/>
                <a:gd name="csX30" fmla="*/ 1700466 w 1701567"/>
                <a:gd name="csY30" fmla="*/ 265500 h 811843"/>
                <a:gd name="csX31" fmla="*/ 1503475 w 1701567"/>
                <a:gd name="csY31" fmla="*/ 337399 h 811843"/>
                <a:gd name="csX32" fmla="*/ 1366877 w 1701567"/>
                <a:gd name="csY32" fmla="*/ 410745 h 811843"/>
                <a:gd name="csX33" fmla="*/ 1276439 w 1701567"/>
                <a:gd name="csY33" fmla="*/ 404890 h 811843"/>
                <a:gd name="csX34" fmla="*/ 1111782 w 1701567"/>
                <a:gd name="csY34" fmla="*/ 429182 h 811843"/>
                <a:gd name="csX35" fmla="*/ 1003344 w 1701567"/>
                <a:gd name="csY35" fmla="*/ 520528 h 811843"/>
                <a:gd name="csX36" fmla="*/ 880978 w 1701567"/>
                <a:gd name="csY36" fmla="*/ 541219 h 811843"/>
                <a:gd name="csX37" fmla="*/ 804066 w 1701567"/>
                <a:gd name="csY37" fmla="*/ 558311 h 811843"/>
                <a:gd name="csX38" fmla="*/ 735699 w 1701567"/>
                <a:gd name="csY38" fmla="*/ 624894 h 811843"/>
                <a:gd name="csX39" fmla="*/ 760462 w 1701567"/>
                <a:gd name="csY39" fmla="*/ 811186 h 811843"/>
                <a:gd name="csX40" fmla="*/ 680825 w 1701567"/>
                <a:gd name="csY40" fmla="*/ 682931 h 811843"/>
                <a:gd name="csX41" fmla="*/ 589983 w 1701567"/>
                <a:gd name="csY41" fmla="*/ 581223 h 811843"/>
                <a:gd name="csX42" fmla="*/ 476196 w 1701567"/>
                <a:gd name="csY42" fmla="*/ 623952 h 811843"/>
                <a:gd name="csX43" fmla="*/ 369172 w 1701567"/>
                <a:gd name="csY43" fmla="*/ 636973 h 811843"/>
                <a:gd name="csX44" fmla="*/ 225206 w 1701567"/>
                <a:gd name="csY44" fmla="*/ 659010 h 811843"/>
                <a:gd name="csX45" fmla="*/ 133894 w 1701567"/>
                <a:gd name="csY45" fmla="*/ 731447 h 811843"/>
                <a:gd name="csX46" fmla="*/ 30907 w 1701567"/>
                <a:gd name="csY46" fmla="*/ 710756 h 811843"/>
                <a:gd name="csX47" fmla="*/ 9307 w 1701567"/>
                <a:gd name="csY47" fmla="*/ 635223 h 811843"/>
                <a:gd name="csX48" fmla="*/ 2107 w 1701567"/>
                <a:gd name="csY48" fmla="*/ 554240 h 811843"/>
                <a:gd name="csX0" fmla="*/ 2107 w 1701567"/>
                <a:gd name="csY0" fmla="*/ 547796 h 805399"/>
                <a:gd name="csX1" fmla="*/ 52036 w 1701567"/>
                <a:gd name="csY1" fmla="*/ 521250 h 805399"/>
                <a:gd name="csX2" fmla="*/ 103310 w 1701567"/>
                <a:gd name="csY2" fmla="*/ 543321 h 805399"/>
                <a:gd name="csX3" fmla="*/ 128948 w 1701567"/>
                <a:gd name="csY3" fmla="*/ 526230 h 805399"/>
                <a:gd name="csX4" fmla="*/ 137494 w 1701567"/>
                <a:gd name="csY4" fmla="*/ 500592 h 805399"/>
                <a:gd name="csX5" fmla="*/ 154585 w 1701567"/>
                <a:gd name="csY5" fmla="*/ 474955 h 805399"/>
                <a:gd name="csX6" fmla="*/ 231531 w 1701567"/>
                <a:gd name="csY6" fmla="*/ 451572 h 805399"/>
                <a:gd name="csX7" fmla="*/ 289535 w 1701567"/>
                <a:gd name="csY7" fmla="*/ 423714 h 805399"/>
                <a:gd name="csX8" fmla="*/ 410959 w 1701567"/>
                <a:gd name="csY8" fmla="*/ 406588 h 805399"/>
                <a:gd name="csX9" fmla="*/ 453688 w 1701567"/>
                <a:gd name="csY9" fmla="*/ 423680 h 805399"/>
                <a:gd name="csX10" fmla="*/ 458163 w 1701567"/>
                <a:gd name="csY10" fmla="*/ 363826 h 805399"/>
                <a:gd name="csX11" fmla="*/ 428589 w 1701567"/>
                <a:gd name="csY11" fmla="*/ 224636 h 805399"/>
                <a:gd name="csX12" fmla="*/ 430238 w 1701567"/>
                <a:gd name="csY12" fmla="*/ 2480 h 805399"/>
                <a:gd name="csX13" fmla="*/ 493389 w 1701567"/>
                <a:gd name="csY13" fmla="*/ 105836 h 805399"/>
                <a:gd name="csX14" fmla="*/ 594189 w 1701567"/>
                <a:gd name="csY14" fmla="*/ 113036 h 805399"/>
                <a:gd name="csX15" fmla="*/ 518589 w 1701567"/>
                <a:gd name="csY15" fmla="*/ 213836 h 805399"/>
                <a:gd name="csX16" fmla="*/ 607512 w 1701567"/>
                <a:gd name="csY16" fmla="*/ 228405 h 805399"/>
                <a:gd name="csX17" fmla="*/ 525789 w 1701567"/>
                <a:gd name="csY17" fmla="*/ 314635 h 805399"/>
                <a:gd name="csX18" fmla="*/ 597150 w 1701567"/>
                <a:gd name="csY18" fmla="*/ 403930 h 805399"/>
                <a:gd name="csX19" fmla="*/ 647987 w 1701567"/>
                <a:gd name="csY19" fmla="*/ 401239 h 805399"/>
                <a:gd name="csX20" fmla="*/ 818937 w 1701567"/>
                <a:gd name="csY20" fmla="*/ 333747 h 805399"/>
                <a:gd name="csX21" fmla="*/ 898069 w 1701567"/>
                <a:gd name="csY21" fmla="*/ 278401 h 805399"/>
                <a:gd name="csX22" fmla="*/ 1017710 w 1701567"/>
                <a:gd name="csY22" fmla="*/ 210035 h 805399"/>
                <a:gd name="csX23" fmla="*/ 1111714 w 1701567"/>
                <a:gd name="csY23" fmla="*/ 167306 h 805399"/>
                <a:gd name="csX24" fmla="*/ 1162989 w 1701567"/>
                <a:gd name="csY24" fmla="*/ 141669 h 805399"/>
                <a:gd name="csX25" fmla="*/ 1256993 w 1701567"/>
                <a:gd name="csY25" fmla="*/ 150215 h 805399"/>
                <a:gd name="csX26" fmla="*/ 1319976 w 1701567"/>
                <a:gd name="csY26" fmla="*/ 167306 h 805399"/>
                <a:gd name="csX27" fmla="*/ 1402271 w 1701567"/>
                <a:gd name="csY27" fmla="*/ 178106 h 805399"/>
                <a:gd name="csX28" fmla="*/ 1481909 w 1701567"/>
                <a:gd name="csY28" fmla="*/ 129960 h 805399"/>
                <a:gd name="csX29" fmla="*/ 1581733 w 1701567"/>
                <a:gd name="csY29" fmla="*/ 150215 h 805399"/>
                <a:gd name="csX30" fmla="*/ 1700466 w 1701567"/>
                <a:gd name="csY30" fmla="*/ 259056 h 805399"/>
                <a:gd name="csX31" fmla="*/ 1503475 w 1701567"/>
                <a:gd name="csY31" fmla="*/ 330955 h 805399"/>
                <a:gd name="csX32" fmla="*/ 1366877 w 1701567"/>
                <a:gd name="csY32" fmla="*/ 404301 h 805399"/>
                <a:gd name="csX33" fmla="*/ 1276439 w 1701567"/>
                <a:gd name="csY33" fmla="*/ 398446 h 805399"/>
                <a:gd name="csX34" fmla="*/ 1111782 w 1701567"/>
                <a:gd name="csY34" fmla="*/ 422738 h 805399"/>
                <a:gd name="csX35" fmla="*/ 1003344 w 1701567"/>
                <a:gd name="csY35" fmla="*/ 514084 h 805399"/>
                <a:gd name="csX36" fmla="*/ 880978 w 1701567"/>
                <a:gd name="csY36" fmla="*/ 534775 h 805399"/>
                <a:gd name="csX37" fmla="*/ 804066 w 1701567"/>
                <a:gd name="csY37" fmla="*/ 551867 h 805399"/>
                <a:gd name="csX38" fmla="*/ 735699 w 1701567"/>
                <a:gd name="csY38" fmla="*/ 618450 h 805399"/>
                <a:gd name="csX39" fmla="*/ 760462 w 1701567"/>
                <a:gd name="csY39" fmla="*/ 804742 h 805399"/>
                <a:gd name="csX40" fmla="*/ 680825 w 1701567"/>
                <a:gd name="csY40" fmla="*/ 676487 h 805399"/>
                <a:gd name="csX41" fmla="*/ 589983 w 1701567"/>
                <a:gd name="csY41" fmla="*/ 574779 h 805399"/>
                <a:gd name="csX42" fmla="*/ 476196 w 1701567"/>
                <a:gd name="csY42" fmla="*/ 617508 h 805399"/>
                <a:gd name="csX43" fmla="*/ 369172 w 1701567"/>
                <a:gd name="csY43" fmla="*/ 630529 h 805399"/>
                <a:gd name="csX44" fmla="*/ 225206 w 1701567"/>
                <a:gd name="csY44" fmla="*/ 652566 h 805399"/>
                <a:gd name="csX45" fmla="*/ 133894 w 1701567"/>
                <a:gd name="csY45" fmla="*/ 725003 h 805399"/>
                <a:gd name="csX46" fmla="*/ 30907 w 1701567"/>
                <a:gd name="csY46" fmla="*/ 704312 h 805399"/>
                <a:gd name="csX47" fmla="*/ 9307 w 1701567"/>
                <a:gd name="csY47" fmla="*/ 628779 h 805399"/>
                <a:gd name="csX48" fmla="*/ 2107 w 1701567"/>
                <a:gd name="csY48" fmla="*/ 547796 h 805399"/>
                <a:gd name="csX0" fmla="*/ 2107 w 1701567"/>
                <a:gd name="csY0" fmla="*/ 547796 h 805399"/>
                <a:gd name="csX1" fmla="*/ 52036 w 1701567"/>
                <a:gd name="csY1" fmla="*/ 521250 h 805399"/>
                <a:gd name="csX2" fmla="*/ 103310 w 1701567"/>
                <a:gd name="csY2" fmla="*/ 543321 h 805399"/>
                <a:gd name="csX3" fmla="*/ 128948 w 1701567"/>
                <a:gd name="csY3" fmla="*/ 526230 h 805399"/>
                <a:gd name="csX4" fmla="*/ 137494 w 1701567"/>
                <a:gd name="csY4" fmla="*/ 500592 h 805399"/>
                <a:gd name="csX5" fmla="*/ 154585 w 1701567"/>
                <a:gd name="csY5" fmla="*/ 474955 h 805399"/>
                <a:gd name="csX6" fmla="*/ 231531 w 1701567"/>
                <a:gd name="csY6" fmla="*/ 451572 h 805399"/>
                <a:gd name="csX7" fmla="*/ 289535 w 1701567"/>
                <a:gd name="csY7" fmla="*/ 423714 h 805399"/>
                <a:gd name="csX8" fmla="*/ 410959 w 1701567"/>
                <a:gd name="csY8" fmla="*/ 406588 h 805399"/>
                <a:gd name="csX9" fmla="*/ 453688 w 1701567"/>
                <a:gd name="csY9" fmla="*/ 423680 h 805399"/>
                <a:gd name="csX10" fmla="*/ 458163 w 1701567"/>
                <a:gd name="csY10" fmla="*/ 363826 h 805399"/>
                <a:gd name="csX11" fmla="*/ 428589 w 1701567"/>
                <a:gd name="csY11" fmla="*/ 224636 h 805399"/>
                <a:gd name="csX12" fmla="*/ 430238 w 1701567"/>
                <a:gd name="csY12" fmla="*/ 2480 h 805399"/>
                <a:gd name="csX13" fmla="*/ 493389 w 1701567"/>
                <a:gd name="csY13" fmla="*/ 105836 h 805399"/>
                <a:gd name="csX14" fmla="*/ 594189 w 1701567"/>
                <a:gd name="csY14" fmla="*/ 113036 h 805399"/>
                <a:gd name="csX15" fmla="*/ 518589 w 1701567"/>
                <a:gd name="csY15" fmla="*/ 213836 h 805399"/>
                <a:gd name="csX16" fmla="*/ 607512 w 1701567"/>
                <a:gd name="csY16" fmla="*/ 228405 h 805399"/>
                <a:gd name="csX17" fmla="*/ 525789 w 1701567"/>
                <a:gd name="csY17" fmla="*/ 314635 h 805399"/>
                <a:gd name="csX18" fmla="*/ 550350 w 1701567"/>
                <a:gd name="csY18" fmla="*/ 378730 h 805399"/>
                <a:gd name="csX19" fmla="*/ 647987 w 1701567"/>
                <a:gd name="csY19" fmla="*/ 401239 h 805399"/>
                <a:gd name="csX20" fmla="*/ 818937 w 1701567"/>
                <a:gd name="csY20" fmla="*/ 333747 h 805399"/>
                <a:gd name="csX21" fmla="*/ 898069 w 1701567"/>
                <a:gd name="csY21" fmla="*/ 278401 h 805399"/>
                <a:gd name="csX22" fmla="*/ 1017710 w 1701567"/>
                <a:gd name="csY22" fmla="*/ 210035 h 805399"/>
                <a:gd name="csX23" fmla="*/ 1111714 w 1701567"/>
                <a:gd name="csY23" fmla="*/ 167306 h 805399"/>
                <a:gd name="csX24" fmla="*/ 1162989 w 1701567"/>
                <a:gd name="csY24" fmla="*/ 141669 h 805399"/>
                <a:gd name="csX25" fmla="*/ 1256993 w 1701567"/>
                <a:gd name="csY25" fmla="*/ 150215 h 805399"/>
                <a:gd name="csX26" fmla="*/ 1319976 w 1701567"/>
                <a:gd name="csY26" fmla="*/ 167306 h 805399"/>
                <a:gd name="csX27" fmla="*/ 1402271 w 1701567"/>
                <a:gd name="csY27" fmla="*/ 178106 h 805399"/>
                <a:gd name="csX28" fmla="*/ 1481909 w 1701567"/>
                <a:gd name="csY28" fmla="*/ 129960 h 805399"/>
                <a:gd name="csX29" fmla="*/ 1581733 w 1701567"/>
                <a:gd name="csY29" fmla="*/ 150215 h 805399"/>
                <a:gd name="csX30" fmla="*/ 1700466 w 1701567"/>
                <a:gd name="csY30" fmla="*/ 259056 h 805399"/>
                <a:gd name="csX31" fmla="*/ 1503475 w 1701567"/>
                <a:gd name="csY31" fmla="*/ 330955 h 805399"/>
                <a:gd name="csX32" fmla="*/ 1366877 w 1701567"/>
                <a:gd name="csY32" fmla="*/ 404301 h 805399"/>
                <a:gd name="csX33" fmla="*/ 1276439 w 1701567"/>
                <a:gd name="csY33" fmla="*/ 398446 h 805399"/>
                <a:gd name="csX34" fmla="*/ 1111782 w 1701567"/>
                <a:gd name="csY34" fmla="*/ 422738 h 805399"/>
                <a:gd name="csX35" fmla="*/ 1003344 w 1701567"/>
                <a:gd name="csY35" fmla="*/ 514084 h 805399"/>
                <a:gd name="csX36" fmla="*/ 880978 w 1701567"/>
                <a:gd name="csY36" fmla="*/ 534775 h 805399"/>
                <a:gd name="csX37" fmla="*/ 804066 w 1701567"/>
                <a:gd name="csY37" fmla="*/ 551867 h 805399"/>
                <a:gd name="csX38" fmla="*/ 735699 w 1701567"/>
                <a:gd name="csY38" fmla="*/ 618450 h 805399"/>
                <a:gd name="csX39" fmla="*/ 760462 w 1701567"/>
                <a:gd name="csY39" fmla="*/ 804742 h 805399"/>
                <a:gd name="csX40" fmla="*/ 680825 w 1701567"/>
                <a:gd name="csY40" fmla="*/ 676487 h 805399"/>
                <a:gd name="csX41" fmla="*/ 589983 w 1701567"/>
                <a:gd name="csY41" fmla="*/ 574779 h 805399"/>
                <a:gd name="csX42" fmla="*/ 476196 w 1701567"/>
                <a:gd name="csY42" fmla="*/ 617508 h 805399"/>
                <a:gd name="csX43" fmla="*/ 369172 w 1701567"/>
                <a:gd name="csY43" fmla="*/ 630529 h 805399"/>
                <a:gd name="csX44" fmla="*/ 225206 w 1701567"/>
                <a:gd name="csY44" fmla="*/ 652566 h 805399"/>
                <a:gd name="csX45" fmla="*/ 133894 w 1701567"/>
                <a:gd name="csY45" fmla="*/ 725003 h 805399"/>
                <a:gd name="csX46" fmla="*/ 30907 w 1701567"/>
                <a:gd name="csY46" fmla="*/ 704312 h 805399"/>
                <a:gd name="csX47" fmla="*/ 9307 w 1701567"/>
                <a:gd name="csY47" fmla="*/ 628779 h 805399"/>
                <a:gd name="csX48" fmla="*/ 2107 w 1701567"/>
                <a:gd name="csY48" fmla="*/ 547796 h 805399"/>
                <a:gd name="csX0" fmla="*/ 2107 w 1701567"/>
                <a:gd name="csY0" fmla="*/ 547796 h 807833"/>
                <a:gd name="csX1" fmla="*/ 52036 w 1701567"/>
                <a:gd name="csY1" fmla="*/ 521250 h 807833"/>
                <a:gd name="csX2" fmla="*/ 103310 w 1701567"/>
                <a:gd name="csY2" fmla="*/ 543321 h 807833"/>
                <a:gd name="csX3" fmla="*/ 128948 w 1701567"/>
                <a:gd name="csY3" fmla="*/ 526230 h 807833"/>
                <a:gd name="csX4" fmla="*/ 137494 w 1701567"/>
                <a:gd name="csY4" fmla="*/ 500592 h 807833"/>
                <a:gd name="csX5" fmla="*/ 154585 w 1701567"/>
                <a:gd name="csY5" fmla="*/ 474955 h 807833"/>
                <a:gd name="csX6" fmla="*/ 231531 w 1701567"/>
                <a:gd name="csY6" fmla="*/ 451572 h 807833"/>
                <a:gd name="csX7" fmla="*/ 289535 w 1701567"/>
                <a:gd name="csY7" fmla="*/ 423714 h 807833"/>
                <a:gd name="csX8" fmla="*/ 410959 w 1701567"/>
                <a:gd name="csY8" fmla="*/ 406588 h 807833"/>
                <a:gd name="csX9" fmla="*/ 453688 w 1701567"/>
                <a:gd name="csY9" fmla="*/ 423680 h 807833"/>
                <a:gd name="csX10" fmla="*/ 458163 w 1701567"/>
                <a:gd name="csY10" fmla="*/ 363826 h 807833"/>
                <a:gd name="csX11" fmla="*/ 428589 w 1701567"/>
                <a:gd name="csY11" fmla="*/ 224636 h 807833"/>
                <a:gd name="csX12" fmla="*/ 430238 w 1701567"/>
                <a:gd name="csY12" fmla="*/ 2480 h 807833"/>
                <a:gd name="csX13" fmla="*/ 493389 w 1701567"/>
                <a:gd name="csY13" fmla="*/ 105836 h 807833"/>
                <a:gd name="csX14" fmla="*/ 594189 w 1701567"/>
                <a:gd name="csY14" fmla="*/ 113036 h 807833"/>
                <a:gd name="csX15" fmla="*/ 518589 w 1701567"/>
                <a:gd name="csY15" fmla="*/ 213836 h 807833"/>
                <a:gd name="csX16" fmla="*/ 607512 w 1701567"/>
                <a:gd name="csY16" fmla="*/ 228405 h 807833"/>
                <a:gd name="csX17" fmla="*/ 525789 w 1701567"/>
                <a:gd name="csY17" fmla="*/ 314635 h 807833"/>
                <a:gd name="csX18" fmla="*/ 550350 w 1701567"/>
                <a:gd name="csY18" fmla="*/ 378730 h 807833"/>
                <a:gd name="csX19" fmla="*/ 647987 w 1701567"/>
                <a:gd name="csY19" fmla="*/ 401239 h 807833"/>
                <a:gd name="csX20" fmla="*/ 818937 w 1701567"/>
                <a:gd name="csY20" fmla="*/ 333747 h 807833"/>
                <a:gd name="csX21" fmla="*/ 898069 w 1701567"/>
                <a:gd name="csY21" fmla="*/ 278401 h 807833"/>
                <a:gd name="csX22" fmla="*/ 1017710 w 1701567"/>
                <a:gd name="csY22" fmla="*/ 210035 h 807833"/>
                <a:gd name="csX23" fmla="*/ 1111714 w 1701567"/>
                <a:gd name="csY23" fmla="*/ 167306 h 807833"/>
                <a:gd name="csX24" fmla="*/ 1162989 w 1701567"/>
                <a:gd name="csY24" fmla="*/ 141669 h 807833"/>
                <a:gd name="csX25" fmla="*/ 1256993 w 1701567"/>
                <a:gd name="csY25" fmla="*/ 150215 h 807833"/>
                <a:gd name="csX26" fmla="*/ 1319976 w 1701567"/>
                <a:gd name="csY26" fmla="*/ 167306 h 807833"/>
                <a:gd name="csX27" fmla="*/ 1402271 w 1701567"/>
                <a:gd name="csY27" fmla="*/ 178106 h 807833"/>
                <a:gd name="csX28" fmla="*/ 1481909 w 1701567"/>
                <a:gd name="csY28" fmla="*/ 129960 h 807833"/>
                <a:gd name="csX29" fmla="*/ 1581733 w 1701567"/>
                <a:gd name="csY29" fmla="*/ 150215 h 807833"/>
                <a:gd name="csX30" fmla="*/ 1700466 w 1701567"/>
                <a:gd name="csY30" fmla="*/ 259056 h 807833"/>
                <a:gd name="csX31" fmla="*/ 1503475 w 1701567"/>
                <a:gd name="csY31" fmla="*/ 330955 h 807833"/>
                <a:gd name="csX32" fmla="*/ 1366877 w 1701567"/>
                <a:gd name="csY32" fmla="*/ 404301 h 807833"/>
                <a:gd name="csX33" fmla="*/ 1276439 w 1701567"/>
                <a:gd name="csY33" fmla="*/ 398446 h 807833"/>
                <a:gd name="csX34" fmla="*/ 1111782 w 1701567"/>
                <a:gd name="csY34" fmla="*/ 422738 h 807833"/>
                <a:gd name="csX35" fmla="*/ 1003344 w 1701567"/>
                <a:gd name="csY35" fmla="*/ 514084 h 807833"/>
                <a:gd name="csX36" fmla="*/ 880978 w 1701567"/>
                <a:gd name="csY36" fmla="*/ 534775 h 807833"/>
                <a:gd name="csX37" fmla="*/ 804066 w 1701567"/>
                <a:gd name="csY37" fmla="*/ 551867 h 807833"/>
                <a:gd name="csX38" fmla="*/ 735699 w 1701567"/>
                <a:gd name="csY38" fmla="*/ 618450 h 807833"/>
                <a:gd name="csX39" fmla="*/ 760462 w 1701567"/>
                <a:gd name="csY39" fmla="*/ 804742 h 807833"/>
                <a:gd name="csX40" fmla="*/ 522425 w 1701567"/>
                <a:gd name="csY40" fmla="*/ 723287 h 807833"/>
                <a:gd name="csX41" fmla="*/ 589983 w 1701567"/>
                <a:gd name="csY41" fmla="*/ 574779 h 807833"/>
                <a:gd name="csX42" fmla="*/ 476196 w 1701567"/>
                <a:gd name="csY42" fmla="*/ 617508 h 807833"/>
                <a:gd name="csX43" fmla="*/ 369172 w 1701567"/>
                <a:gd name="csY43" fmla="*/ 630529 h 807833"/>
                <a:gd name="csX44" fmla="*/ 225206 w 1701567"/>
                <a:gd name="csY44" fmla="*/ 652566 h 807833"/>
                <a:gd name="csX45" fmla="*/ 133894 w 1701567"/>
                <a:gd name="csY45" fmla="*/ 725003 h 807833"/>
                <a:gd name="csX46" fmla="*/ 30907 w 1701567"/>
                <a:gd name="csY46" fmla="*/ 704312 h 807833"/>
                <a:gd name="csX47" fmla="*/ 9307 w 1701567"/>
                <a:gd name="csY47" fmla="*/ 628779 h 807833"/>
                <a:gd name="csX48" fmla="*/ 2107 w 1701567"/>
                <a:gd name="csY48" fmla="*/ 547796 h 807833"/>
                <a:gd name="csX0" fmla="*/ 2107 w 1701567"/>
                <a:gd name="csY0" fmla="*/ 547796 h 807484"/>
                <a:gd name="csX1" fmla="*/ 52036 w 1701567"/>
                <a:gd name="csY1" fmla="*/ 521250 h 807484"/>
                <a:gd name="csX2" fmla="*/ 103310 w 1701567"/>
                <a:gd name="csY2" fmla="*/ 543321 h 807484"/>
                <a:gd name="csX3" fmla="*/ 128948 w 1701567"/>
                <a:gd name="csY3" fmla="*/ 526230 h 807484"/>
                <a:gd name="csX4" fmla="*/ 137494 w 1701567"/>
                <a:gd name="csY4" fmla="*/ 500592 h 807484"/>
                <a:gd name="csX5" fmla="*/ 154585 w 1701567"/>
                <a:gd name="csY5" fmla="*/ 474955 h 807484"/>
                <a:gd name="csX6" fmla="*/ 231531 w 1701567"/>
                <a:gd name="csY6" fmla="*/ 451572 h 807484"/>
                <a:gd name="csX7" fmla="*/ 289535 w 1701567"/>
                <a:gd name="csY7" fmla="*/ 423714 h 807484"/>
                <a:gd name="csX8" fmla="*/ 410959 w 1701567"/>
                <a:gd name="csY8" fmla="*/ 406588 h 807484"/>
                <a:gd name="csX9" fmla="*/ 453688 w 1701567"/>
                <a:gd name="csY9" fmla="*/ 423680 h 807484"/>
                <a:gd name="csX10" fmla="*/ 458163 w 1701567"/>
                <a:gd name="csY10" fmla="*/ 363826 h 807484"/>
                <a:gd name="csX11" fmla="*/ 428589 w 1701567"/>
                <a:gd name="csY11" fmla="*/ 224636 h 807484"/>
                <a:gd name="csX12" fmla="*/ 430238 w 1701567"/>
                <a:gd name="csY12" fmla="*/ 2480 h 807484"/>
                <a:gd name="csX13" fmla="*/ 493389 w 1701567"/>
                <a:gd name="csY13" fmla="*/ 105836 h 807484"/>
                <a:gd name="csX14" fmla="*/ 594189 w 1701567"/>
                <a:gd name="csY14" fmla="*/ 113036 h 807484"/>
                <a:gd name="csX15" fmla="*/ 518589 w 1701567"/>
                <a:gd name="csY15" fmla="*/ 213836 h 807484"/>
                <a:gd name="csX16" fmla="*/ 607512 w 1701567"/>
                <a:gd name="csY16" fmla="*/ 228405 h 807484"/>
                <a:gd name="csX17" fmla="*/ 525789 w 1701567"/>
                <a:gd name="csY17" fmla="*/ 314635 h 807484"/>
                <a:gd name="csX18" fmla="*/ 550350 w 1701567"/>
                <a:gd name="csY18" fmla="*/ 378730 h 807484"/>
                <a:gd name="csX19" fmla="*/ 647987 w 1701567"/>
                <a:gd name="csY19" fmla="*/ 401239 h 807484"/>
                <a:gd name="csX20" fmla="*/ 818937 w 1701567"/>
                <a:gd name="csY20" fmla="*/ 333747 h 807484"/>
                <a:gd name="csX21" fmla="*/ 898069 w 1701567"/>
                <a:gd name="csY21" fmla="*/ 278401 h 807484"/>
                <a:gd name="csX22" fmla="*/ 1017710 w 1701567"/>
                <a:gd name="csY22" fmla="*/ 210035 h 807484"/>
                <a:gd name="csX23" fmla="*/ 1111714 w 1701567"/>
                <a:gd name="csY23" fmla="*/ 167306 h 807484"/>
                <a:gd name="csX24" fmla="*/ 1162989 w 1701567"/>
                <a:gd name="csY24" fmla="*/ 141669 h 807484"/>
                <a:gd name="csX25" fmla="*/ 1256993 w 1701567"/>
                <a:gd name="csY25" fmla="*/ 150215 h 807484"/>
                <a:gd name="csX26" fmla="*/ 1319976 w 1701567"/>
                <a:gd name="csY26" fmla="*/ 167306 h 807484"/>
                <a:gd name="csX27" fmla="*/ 1402271 w 1701567"/>
                <a:gd name="csY27" fmla="*/ 178106 h 807484"/>
                <a:gd name="csX28" fmla="*/ 1481909 w 1701567"/>
                <a:gd name="csY28" fmla="*/ 129960 h 807484"/>
                <a:gd name="csX29" fmla="*/ 1581733 w 1701567"/>
                <a:gd name="csY29" fmla="*/ 150215 h 807484"/>
                <a:gd name="csX30" fmla="*/ 1700466 w 1701567"/>
                <a:gd name="csY30" fmla="*/ 259056 h 807484"/>
                <a:gd name="csX31" fmla="*/ 1503475 w 1701567"/>
                <a:gd name="csY31" fmla="*/ 330955 h 807484"/>
                <a:gd name="csX32" fmla="*/ 1366877 w 1701567"/>
                <a:gd name="csY32" fmla="*/ 404301 h 807484"/>
                <a:gd name="csX33" fmla="*/ 1276439 w 1701567"/>
                <a:gd name="csY33" fmla="*/ 398446 h 807484"/>
                <a:gd name="csX34" fmla="*/ 1111782 w 1701567"/>
                <a:gd name="csY34" fmla="*/ 422738 h 807484"/>
                <a:gd name="csX35" fmla="*/ 1003344 w 1701567"/>
                <a:gd name="csY35" fmla="*/ 514084 h 807484"/>
                <a:gd name="csX36" fmla="*/ 880978 w 1701567"/>
                <a:gd name="csY36" fmla="*/ 534775 h 807484"/>
                <a:gd name="csX37" fmla="*/ 804066 w 1701567"/>
                <a:gd name="csY37" fmla="*/ 551867 h 807484"/>
                <a:gd name="csX38" fmla="*/ 735699 w 1701567"/>
                <a:gd name="csY38" fmla="*/ 618450 h 807484"/>
                <a:gd name="csX39" fmla="*/ 760462 w 1701567"/>
                <a:gd name="csY39" fmla="*/ 804742 h 807484"/>
                <a:gd name="csX40" fmla="*/ 522425 w 1701567"/>
                <a:gd name="csY40" fmla="*/ 723287 h 807484"/>
                <a:gd name="csX41" fmla="*/ 568989 w 1701567"/>
                <a:gd name="csY41" fmla="*/ 635036 h 807484"/>
                <a:gd name="csX42" fmla="*/ 589983 w 1701567"/>
                <a:gd name="csY42" fmla="*/ 574779 h 807484"/>
                <a:gd name="csX43" fmla="*/ 476196 w 1701567"/>
                <a:gd name="csY43" fmla="*/ 617508 h 807484"/>
                <a:gd name="csX44" fmla="*/ 369172 w 1701567"/>
                <a:gd name="csY44" fmla="*/ 630529 h 807484"/>
                <a:gd name="csX45" fmla="*/ 225206 w 1701567"/>
                <a:gd name="csY45" fmla="*/ 652566 h 807484"/>
                <a:gd name="csX46" fmla="*/ 133894 w 1701567"/>
                <a:gd name="csY46" fmla="*/ 725003 h 807484"/>
                <a:gd name="csX47" fmla="*/ 30907 w 1701567"/>
                <a:gd name="csY47" fmla="*/ 704312 h 807484"/>
                <a:gd name="csX48" fmla="*/ 9307 w 1701567"/>
                <a:gd name="csY48" fmla="*/ 628779 h 807484"/>
                <a:gd name="csX49" fmla="*/ 2107 w 1701567"/>
                <a:gd name="csY49" fmla="*/ 547796 h 807484"/>
                <a:gd name="csX0" fmla="*/ 2107 w 1701567"/>
                <a:gd name="csY0" fmla="*/ 547796 h 807359"/>
                <a:gd name="csX1" fmla="*/ 52036 w 1701567"/>
                <a:gd name="csY1" fmla="*/ 521250 h 807359"/>
                <a:gd name="csX2" fmla="*/ 103310 w 1701567"/>
                <a:gd name="csY2" fmla="*/ 543321 h 807359"/>
                <a:gd name="csX3" fmla="*/ 128948 w 1701567"/>
                <a:gd name="csY3" fmla="*/ 526230 h 807359"/>
                <a:gd name="csX4" fmla="*/ 137494 w 1701567"/>
                <a:gd name="csY4" fmla="*/ 500592 h 807359"/>
                <a:gd name="csX5" fmla="*/ 154585 w 1701567"/>
                <a:gd name="csY5" fmla="*/ 474955 h 807359"/>
                <a:gd name="csX6" fmla="*/ 231531 w 1701567"/>
                <a:gd name="csY6" fmla="*/ 451572 h 807359"/>
                <a:gd name="csX7" fmla="*/ 289535 w 1701567"/>
                <a:gd name="csY7" fmla="*/ 423714 h 807359"/>
                <a:gd name="csX8" fmla="*/ 410959 w 1701567"/>
                <a:gd name="csY8" fmla="*/ 406588 h 807359"/>
                <a:gd name="csX9" fmla="*/ 453688 w 1701567"/>
                <a:gd name="csY9" fmla="*/ 423680 h 807359"/>
                <a:gd name="csX10" fmla="*/ 458163 w 1701567"/>
                <a:gd name="csY10" fmla="*/ 363826 h 807359"/>
                <a:gd name="csX11" fmla="*/ 428589 w 1701567"/>
                <a:gd name="csY11" fmla="*/ 224636 h 807359"/>
                <a:gd name="csX12" fmla="*/ 430238 w 1701567"/>
                <a:gd name="csY12" fmla="*/ 2480 h 807359"/>
                <a:gd name="csX13" fmla="*/ 493389 w 1701567"/>
                <a:gd name="csY13" fmla="*/ 105836 h 807359"/>
                <a:gd name="csX14" fmla="*/ 594189 w 1701567"/>
                <a:gd name="csY14" fmla="*/ 113036 h 807359"/>
                <a:gd name="csX15" fmla="*/ 518589 w 1701567"/>
                <a:gd name="csY15" fmla="*/ 213836 h 807359"/>
                <a:gd name="csX16" fmla="*/ 607512 w 1701567"/>
                <a:gd name="csY16" fmla="*/ 228405 h 807359"/>
                <a:gd name="csX17" fmla="*/ 525789 w 1701567"/>
                <a:gd name="csY17" fmla="*/ 314635 h 807359"/>
                <a:gd name="csX18" fmla="*/ 550350 w 1701567"/>
                <a:gd name="csY18" fmla="*/ 378730 h 807359"/>
                <a:gd name="csX19" fmla="*/ 647987 w 1701567"/>
                <a:gd name="csY19" fmla="*/ 401239 h 807359"/>
                <a:gd name="csX20" fmla="*/ 818937 w 1701567"/>
                <a:gd name="csY20" fmla="*/ 333747 h 807359"/>
                <a:gd name="csX21" fmla="*/ 898069 w 1701567"/>
                <a:gd name="csY21" fmla="*/ 278401 h 807359"/>
                <a:gd name="csX22" fmla="*/ 1017710 w 1701567"/>
                <a:gd name="csY22" fmla="*/ 210035 h 807359"/>
                <a:gd name="csX23" fmla="*/ 1111714 w 1701567"/>
                <a:gd name="csY23" fmla="*/ 167306 h 807359"/>
                <a:gd name="csX24" fmla="*/ 1162989 w 1701567"/>
                <a:gd name="csY24" fmla="*/ 141669 h 807359"/>
                <a:gd name="csX25" fmla="*/ 1256993 w 1701567"/>
                <a:gd name="csY25" fmla="*/ 150215 h 807359"/>
                <a:gd name="csX26" fmla="*/ 1319976 w 1701567"/>
                <a:gd name="csY26" fmla="*/ 167306 h 807359"/>
                <a:gd name="csX27" fmla="*/ 1402271 w 1701567"/>
                <a:gd name="csY27" fmla="*/ 178106 h 807359"/>
                <a:gd name="csX28" fmla="*/ 1481909 w 1701567"/>
                <a:gd name="csY28" fmla="*/ 129960 h 807359"/>
                <a:gd name="csX29" fmla="*/ 1581733 w 1701567"/>
                <a:gd name="csY29" fmla="*/ 150215 h 807359"/>
                <a:gd name="csX30" fmla="*/ 1700466 w 1701567"/>
                <a:gd name="csY30" fmla="*/ 259056 h 807359"/>
                <a:gd name="csX31" fmla="*/ 1503475 w 1701567"/>
                <a:gd name="csY31" fmla="*/ 330955 h 807359"/>
                <a:gd name="csX32" fmla="*/ 1366877 w 1701567"/>
                <a:gd name="csY32" fmla="*/ 404301 h 807359"/>
                <a:gd name="csX33" fmla="*/ 1276439 w 1701567"/>
                <a:gd name="csY33" fmla="*/ 398446 h 807359"/>
                <a:gd name="csX34" fmla="*/ 1111782 w 1701567"/>
                <a:gd name="csY34" fmla="*/ 422738 h 807359"/>
                <a:gd name="csX35" fmla="*/ 1003344 w 1701567"/>
                <a:gd name="csY35" fmla="*/ 514084 h 807359"/>
                <a:gd name="csX36" fmla="*/ 880978 w 1701567"/>
                <a:gd name="csY36" fmla="*/ 534775 h 807359"/>
                <a:gd name="csX37" fmla="*/ 804066 w 1701567"/>
                <a:gd name="csY37" fmla="*/ 551867 h 807359"/>
                <a:gd name="csX38" fmla="*/ 735699 w 1701567"/>
                <a:gd name="csY38" fmla="*/ 618450 h 807359"/>
                <a:gd name="csX39" fmla="*/ 760462 w 1701567"/>
                <a:gd name="csY39" fmla="*/ 804742 h 807359"/>
                <a:gd name="csX40" fmla="*/ 522425 w 1701567"/>
                <a:gd name="csY40" fmla="*/ 723287 h 807359"/>
                <a:gd name="csX41" fmla="*/ 644589 w 1701567"/>
                <a:gd name="csY41" fmla="*/ 660236 h 807359"/>
                <a:gd name="csX42" fmla="*/ 589983 w 1701567"/>
                <a:gd name="csY42" fmla="*/ 574779 h 807359"/>
                <a:gd name="csX43" fmla="*/ 476196 w 1701567"/>
                <a:gd name="csY43" fmla="*/ 617508 h 807359"/>
                <a:gd name="csX44" fmla="*/ 369172 w 1701567"/>
                <a:gd name="csY44" fmla="*/ 630529 h 807359"/>
                <a:gd name="csX45" fmla="*/ 225206 w 1701567"/>
                <a:gd name="csY45" fmla="*/ 652566 h 807359"/>
                <a:gd name="csX46" fmla="*/ 133894 w 1701567"/>
                <a:gd name="csY46" fmla="*/ 725003 h 807359"/>
                <a:gd name="csX47" fmla="*/ 30907 w 1701567"/>
                <a:gd name="csY47" fmla="*/ 704312 h 807359"/>
                <a:gd name="csX48" fmla="*/ 9307 w 1701567"/>
                <a:gd name="csY48" fmla="*/ 628779 h 807359"/>
                <a:gd name="csX49" fmla="*/ 2107 w 1701567"/>
                <a:gd name="csY49" fmla="*/ 547796 h 807359"/>
                <a:gd name="csX0" fmla="*/ 2107 w 1701567"/>
                <a:gd name="csY0" fmla="*/ 547796 h 814762"/>
                <a:gd name="csX1" fmla="*/ 52036 w 1701567"/>
                <a:gd name="csY1" fmla="*/ 521250 h 814762"/>
                <a:gd name="csX2" fmla="*/ 103310 w 1701567"/>
                <a:gd name="csY2" fmla="*/ 543321 h 814762"/>
                <a:gd name="csX3" fmla="*/ 128948 w 1701567"/>
                <a:gd name="csY3" fmla="*/ 526230 h 814762"/>
                <a:gd name="csX4" fmla="*/ 137494 w 1701567"/>
                <a:gd name="csY4" fmla="*/ 500592 h 814762"/>
                <a:gd name="csX5" fmla="*/ 154585 w 1701567"/>
                <a:gd name="csY5" fmla="*/ 474955 h 814762"/>
                <a:gd name="csX6" fmla="*/ 231531 w 1701567"/>
                <a:gd name="csY6" fmla="*/ 451572 h 814762"/>
                <a:gd name="csX7" fmla="*/ 289535 w 1701567"/>
                <a:gd name="csY7" fmla="*/ 423714 h 814762"/>
                <a:gd name="csX8" fmla="*/ 410959 w 1701567"/>
                <a:gd name="csY8" fmla="*/ 406588 h 814762"/>
                <a:gd name="csX9" fmla="*/ 453688 w 1701567"/>
                <a:gd name="csY9" fmla="*/ 423680 h 814762"/>
                <a:gd name="csX10" fmla="*/ 458163 w 1701567"/>
                <a:gd name="csY10" fmla="*/ 363826 h 814762"/>
                <a:gd name="csX11" fmla="*/ 428589 w 1701567"/>
                <a:gd name="csY11" fmla="*/ 224636 h 814762"/>
                <a:gd name="csX12" fmla="*/ 430238 w 1701567"/>
                <a:gd name="csY12" fmla="*/ 2480 h 814762"/>
                <a:gd name="csX13" fmla="*/ 493389 w 1701567"/>
                <a:gd name="csY13" fmla="*/ 105836 h 814762"/>
                <a:gd name="csX14" fmla="*/ 594189 w 1701567"/>
                <a:gd name="csY14" fmla="*/ 113036 h 814762"/>
                <a:gd name="csX15" fmla="*/ 518589 w 1701567"/>
                <a:gd name="csY15" fmla="*/ 213836 h 814762"/>
                <a:gd name="csX16" fmla="*/ 607512 w 1701567"/>
                <a:gd name="csY16" fmla="*/ 228405 h 814762"/>
                <a:gd name="csX17" fmla="*/ 525789 w 1701567"/>
                <a:gd name="csY17" fmla="*/ 314635 h 814762"/>
                <a:gd name="csX18" fmla="*/ 550350 w 1701567"/>
                <a:gd name="csY18" fmla="*/ 378730 h 814762"/>
                <a:gd name="csX19" fmla="*/ 647987 w 1701567"/>
                <a:gd name="csY19" fmla="*/ 401239 h 814762"/>
                <a:gd name="csX20" fmla="*/ 818937 w 1701567"/>
                <a:gd name="csY20" fmla="*/ 333747 h 814762"/>
                <a:gd name="csX21" fmla="*/ 898069 w 1701567"/>
                <a:gd name="csY21" fmla="*/ 278401 h 814762"/>
                <a:gd name="csX22" fmla="*/ 1017710 w 1701567"/>
                <a:gd name="csY22" fmla="*/ 210035 h 814762"/>
                <a:gd name="csX23" fmla="*/ 1111714 w 1701567"/>
                <a:gd name="csY23" fmla="*/ 167306 h 814762"/>
                <a:gd name="csX24" fmla="*/ 1162989 w 1701567"/>
                <a:gd name="csY24" fmla="*/ 141669 h 814762"/>
                <a:gd name="csX25" fmla="*/ 1256993 w 1701567"/>
                <a:gd name="csY25" fmla="*/ 150215 h 814762"/>
                <a:gd name="csX26" fmla="*/ 1319976 w 1701567"/>
                <a:gd name="csY26" fmla="*/ 167306 h 814762"/>
                <a:gd name="csX27" fmla="*/ 1402271 w 1701567"/>
                <a:gd name="csY27" fmla="*/ 178106 h 814762"/>
                <a:gd name="csX28" fmla="*/ 1481909 w 1701567"/>
                <a:gd name="csY28" fmla="*/ 129960 h 814762"/>
                <a:gd name="csX29" fmla="*/ 1581733 w 1701567"/>
                <a:gd name="csY29" fmla="*/ 150215 h 814762"/>
                <a:gd name="csX30" fmla="*/ 1700466 w 1701567"/>
                <a:gd name="csY30" fmla="*/ 259056 h 814762"/>
                <a:gd name="csX31" fmla="*/ 1503475 w 1701567"/>
                <a:gd name="csY31" fmla="*/ 330955 h 814762"/>
                <a:gd name="csX32" fmla="*/ 1366877 w 1701567"/>
                <a:gd name="csY32" fmla="*/ 404301 h 814762"/>
                <a:gd name="csX33" fmla="*/ 1276439 w 1701567"/>
                <a:gd name="csY33" fmla="*/ 398446 h 814762"/>
                <a:gd name="csX34" fmla="*/ 1111782 w 1701567"/>
                <a:gd name="csY34" fmla="*/ 422738 h 814762"/>
                <a:gd name="csX35" fmla="*/ 1003344 w 1701567"/>
                <a:gd name="csY35" fmla="*/ 514084 h 814762"/>
                <a:gd name="csX36" fmla="*/ 880978 w 1701567"/>
                <a:gd name="csY36" fmla="*/ 534775 h 814762"/>
                <a:gd name="csX37" fmla="*/ 804066 w 1701567"/>
                <a:gd name="csY37" fmla="*/ 551867 h 814762"/>
                <a:gd name="csX38" fmla="*/ 735699 w 1701567"/>
                <a:gd name="csY38" fmla="*/ 618450 h 814762"/>
                <a:gd name="csX39" fmla="*/ 760462 w 1701567"/>
                <a:gd name="csY39" fmla="*/ 804742 h 814762"/>
                <a:gd name="csX40" fmla="*/ 655389 w 1701567"/>
                <a:gd name="csY40" fmla="*/ 782637 h 814762"/>
                <a:gd name="csX41" fmla="*/ 522425 w 1701567"/>
                <a:gd name="csY41" fmla="*/ 723287 h 814762"/>
                <a:gd name="csX42" fmla="*/ 644589 w 1701567"/>
                <a:gd name="csY42" fmla="*/ 660236 h 814762"/>
                <a:gd name="csX43" fmla="*/ 589983 w 1701567"/>
                <a:gd name="csY43" fmla="*/ 574779 h 814762"/>
                <a:gd name="csX44" fmla="*/ 476196 w 1701567"/>
                <a:gd name="csY44" fmla="*/ 617508 h 814762"/>
                <a:gd name="csX45" fmla="*/ 369172 w 1701567"/>
                <a:gd name="csY45" fmla="*/ 630529 h 814762"/>
                <a:gd name="csX46" fmla="*/ 225206 w 1701567"/>
                <a:gd name="csY46" fmla="*/ 652566 h 814762"/>
                <a:gd name="csX47" fmla="*/ 133894 w 1701567"/>
                <a:gd name="csY47" fmla="*/ 725003 h 814762"/>
                <a:gd name="csX48" fmla="*/ 30907 w 1701567"/>
                <a:gd name="csY48" fmla="*/ 704312 h 814762"/>
                <a:gd name="csX49" fmla="*/ 9307 w 1701567"/>
                <a:gd name="csY49" fmla="*/ 628779 h 814762"/>
                <a:gd name="csX50" fmla="*/ 2107 w 1701567"/>
                <a:gd name="csY50" fmla="*/ 547796 h 814762"/>
                <a:gd name="csX0" fmla="*/ 2107 w 1701567"/>
                <a:gd name="csY0" fmla="*/ 547796 h 808284"/>
                <a:gd name="csX1" fmla="*/ 52036 w 1701567"/>
                <a:gd name="csY1" fmla="*/ 521250 h 808284"/>
                <a:gd name="csX2" fmla="*/ 103310 w 1701567"/>
                <a:gd name="csY2" fmla="*/ 543321 h 808284"/>
                <a:gd name="csX3" fmla="*/ 128948 w 1701567"/>
                <a:gd name="csY3" fmla="*/ 526230 h 808284"/>
                <a:gd name="csX4" fmla="*/ 137494 w 1701567"/>
                <a:gd name="csY4" fmla="*/ 500592 h 808284"/>
                <a:gd name="csX5" fmla="*/ 154585 w 1701567"/>
                <a:gd name="csY5" fmla="*/ 474955 h 808284"/>
                <a:gd name="csX6" fmla="*/ 231531 w 1701567"/>
                <a:gd name="csY6" fmla="*/ 451572 h 808284"/>
                <a:gd name="csX7" fmla="*/ 289535 w 1701567"/>
                <a:gd name="csY7" fmla="*/ 423714 h 808284"/>
                <a:gd name="csX8" fmla="*/ 410959 w 1701567"/>
                <a:gd name="csY8" fmla="*/ 406588 h 808284"/>
                <a:gd name="csX9" fmla="*/ 453688 w 1701567"/>
                <a:gd name="csY9" fmla="*/ 423680 h 808284"/>
                <a:gd name="csX10" fmla="*/ 458163 w 1701567"/>
                <a:gd name="csY10" fmla="*/ 363826 h 808284"/>
                <a:gd name="csX11" fmla="*/ 428589 w 1701567"/>
                <a:gd name="csY11" fmla="*/ 224636 h 808284"/>
                <a:gd name="csX12" fmla="*/ 430238 w 1701567"/>
                <a:gd name="csY12" fmla="*/ 2480 h 808284"/>
                <a:gd name="csX13" fmla="*/ 493389 w 1701567"/>
                <a:gd name="csY13" fmla="*/ 105836 h 808284"/>
                <a:gd name="csX14" fmla="*/ 594189 w 1701567"/>
                <a:gd name="csY14" fmla="*/ 113036 h 808284"/>
                <a:gd name="csX15" fmla="*/ 518589 w 1701567"/>
                <a:gd name="csY15" fmla="*/ 213836 h 808284"/>
                <a:gd name="csX16" fmla="*/ 607512 w 1701567"/>
                <a:gd name="csY16" fmla="*/ 228405 h 808284"/>
                <a:gd name="csX17" fmla="*/ 525789 w 1701567"/>
                <a:gd name="csY17" fmla="*/ 314635 h 808284"/>
                <a:gd name="csX18" fmla="*/ 550350 w 1701567"/>
                <a:gd name="csY18" fmla="*/ 378730 h 808284"/>
                <a:gd name="csX19" fmla="*/ 647987 w 1701567"/>
                <a:gd name="csY19" fmla="*/ 401239 h 808284"/>
                <a:gd name="csX20" fmla="*/ 818937 w 1701567"/>
                <a:gd name="csY20" fmla="*/ 333747 h 808284"/>
                <a:gd name="csX21" fmla="*/ 898069 w 1701567"/>
                <a:gd name="csY21" fmla="*/ 278401 h 808284"/>
                <a:gd name="csX22" fmla="*/ 1017710 w 1701567"/>
                <a:gd name="csY22" fmla="*/ 210035 h 808284"/>
                <a:gd name="csX23" fmla="*/ 1111714 w 1701567"/>
                <a:gd name="csY23" fmla="*/ 167306 h 808284"/>
                <a:gd name="csX24" fmla="*/ 1162989 w 1701567"/>
                <a:gd name="csY24" fmla="*/ 141669 h 808284"/>
                <a:gd name="csX25" fmla="*/ 1256993 w 1701567"/>
                <a:gd name="csY25" fmla="*/ 150215 h 808284"/>
                <a:gd name="csX26" fmla="*/ 1319976 w 1701567"/>
                <a:gd name="csY26" fmla="*/ 167306 h 808284"/>
                <a:gd name="csX27" fmla="*/ 1402271 w 1701567"/>
                <a:gd name="csY27" fmla="*/ 178106 h 808284"/>
                <a:gd name="csX28" fmla="*/ 1481909 w 1701567"/>
                <a:gd name="csY28" fmla="*/ 129960 h 808284"/>
                <a:gd name="csX29" fmla="*/ 1581733 w 1701567"/>
                <a:gd name="csY29" fmla="*/ 150215 h 808284"/>
                <a:gd name="csX30" fmla="*/ 1700466 w 1701567"/>
                <a:gd name="csY30" fmla="*/ 259056 h 808284"/>
                <a:gd name="csX31" fmla="*/ 1503475 w 1701567"/>
                <a:gd name="csY31" fmla="*/ 330955 h 808284"/>
                <a:gd name="csX32" fmla="*/ 1366877 w 1701567"/>
                <a:gd name="csY32" fmla="*/ 404301 h 808284"/>
                <a:gd name="csX33" fmla="*/ 1276439 w 1701567"/>
                <a:gd name="csY33" fmla="*/ 398446 h 808284"/>
                <a:gd name="csX34" fmla="*/ 1111782 w 1701567"/>
                <a:gd name="csY34" fmla="*/ 422738 h 808284"/>
                <a:gd name="csX35" fmla="*/ 1003344 w 1701567"/>
                <a:gd name="csY35" fmla="*/ 514084 h 808284"/>
                <a:gd name="csX36" fmla="*/ 880978 w 1701567"/>
                <a:gd name="csY36" fmla="*/ 534775 h 808284"/>
                <a:gd name="csX37" fmla="*/ 804066 w 1701567"/>
                <a:gd name="csY37" fmla="*/ 551867 h 808284"/>
                <a:gd name="csX38" fmla="*/ 735699 w 1701567"/>
                <a:gd name="csY38" fmla="*/ 618450 h 808284"/>
                <a:gd name="csX39" fmla="*/ 760462 w 1701567"/>
                <a:gd name="csY39" fmla="*/ 804742 h 808284"/>
                <a:gd name="csX40" fmla="*/ 673389 w 1701567"/>
                <a:gd name="csY40" fmla="*/ 739437 h 808284"/>
                <a:gd name="csX41" fmla="*/ 522425 w 1701567"/>
                <a:gd name="csY41" fmla="*/ 723287 h 808284"/>
                <a:gd name="csX42" fmla="*/ 644589 w 1701567"/>
                <a:gd name="csY42" fmla="*/ 660236 h 808284"/>
                <a:gd name="csX43" fmla="*/ 589983 w 1701567"/>
                <a:gd name="csY43" fmla="*/ 574779 h 808284"/>
                <a:gd name="csX44" fmla="*/ 476196 w 1701567"/>
                <a:gd name="csY44" fmla="*/ 617508 h 808284"/>
                <a:gd name="csX45" fmla="*/ 369172 w 1701567"/>
                <a:gd name="csY45" fmla="*/ 630529 h 808284"/>
                <a:gd name="csX46" fmla="*/ 225206 w 1701567"/>
                <a:gd name="csY46" fmla="*/ 652566 h 808284"/>
                <a:gd name="csX47" fmla="*/ 133894 w 1701567"/>
                <a:gd name="csY47" fmla="*/ 725003 h 808284"/>
                <a:gd name="csX48" fmla="*/ 30907 w 1701567"/>
                <a:gd name="csY48" fmla="*/ 704312 h 808284"/>
                <a:gd name="csX49" fmla="*/ 9307 w 1701567"/>
                <a:gd name="csY49" fmla="*/ 628779 h 808284"/>
                <a:gd name="csX50" fmla="*/ 2107 w 1701567"/>
                <a:gd name="csY50" fmla="*/ 547796 h 8082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1701567" h="808284">
                  <a:moveTo>
                    <a:pt x="2107" y="547796"/>
                  </a:moveTo>
                  <a:cubicBezTo>
                    <a:pt x="9228" y="529875"/>
                    <a:pt x="35169" y="521996"/>
                    <a:pt x="52036" y="521250"/>
                  </a:cubicBezTo>
                  <a:cubicBezTo>
                    <a:pt x="68903" y="520504"/>
                    <a:pt x="90491" y="542491"/>
                    <a:pt x="103310" y="543321"/>
                  </a:cubicBezTo>
                  <a:cubicBezTo>
                    <a:pt x="116129" y="544151"/>
                    <a:pt x="120402" y="531927"/>
                    <a:pt x="128948" y="526230"/>
                  </a:cubicBezTo>
                  <a:cubicBezTo>
                    <a:pt x="131797" y="517684"/>
                    <a:pt x="133465" y="508649"/>
                    <a:pt x="137494" y="500592"/>
                  </a:cubicBezTo>
                  <a:cubicBezTo>
                    <a:pt x="142087" y="491406"/>
                    <a:pt x="138912" y="483125"/>
                    <a:pt x="154585" y="474955"/>
                  </a:cubicBezTo>
                  <a:cubicBezTo>
                    <a:pt x="170258" y="466785"/>
                    <a:pt x="209039" y="460112"/>
                    <a:pt x="231531" y="451572"/>
                  </a:cubicBezTo>
                  <a:cubicBezTo>
                    <a:pt x="254023" y="443032"/>
                    <a:pt x="249131" y="450648"/>
                    <a:pt x="289535" y="423714"/>
                  </a:cubicBezTo>
                  <a:cubicBezTo>
                    <a:pt x="319440" y="416217"/>
                    <a:pt x="383600" y="406594"/>
                    <a:pt x="410959" y="406588"/>
                  </a:cubicBezTo>
                  <a:cubicBezTo>
                    <a:pt x="438318" y="406582"/>
                    <a:pt x="445821" y="430807"/>
                    <a:pt x="453688" y="423680"/>
                  </a:cubicBezTo>
                  <a:cubicBezTo>
                    <a:pt x="461555" y="416553"/>
                    <a:pt x="459346" y="397000"/>
                    <a:pt x="458163" y="363826"/>
                  </a:cubicBezTo>
                  <a:cubicBezTo>
                    <a:pt x="456980" y="330652"/>
                    <a:pt x="433243" y="281260"/>
                    <a:pt x="428589" y="224636"/>
                  </a:cubicBezTo>
                  <a:cubicBezTo>
                    <a:pt x="423935" y="168012"/>
                    <a:pt x="419438" y="22280"/>
                    <a:pt x="430238" y="2480"/>
                  </a:cubicBezTo>
                  <a:cubicBezTo>
                    <a:pt x="441038" y="-17320"/>
                    <a:pt x="466064" y="87410"/>
                    <a:pt x="493389" y="105836"/>
                  </a:cubicBezTo>
                  <a:cubicBezTo>
                    <a:pt x="520714" y="124262"/>
                    <a:pt x="593589" y="84836"/>
                    <a:pt x="594189" y="113036"/>
                  </a:cubicBezTo>
                  <a:cubicBezTo>
                    <a:pt x="594789" y="141236"/>
                    <a:pt x="503169" y="198808"/>
                    <a:pt x="518589" y="213836"/>
                  </a:cubicBezTo>
                  <a:cubicBezTo>
                    <a:pt x="534009" y="228864"/>
                    <a:pt x="606312" y="211605"/>
                    <a:pt x="607512" y="228405"/>
                  </a:cubicBezTo>
                  <a:cubicBezTo>
                    <a:pt x="608712" y="245205"/>
                    <a:pt x="527516" y="285381"/>
                    <a:pt x="525789" y="314635"/>
                  </a:cubicBezTo>
                  <a:cubicBezTo>
                    <a:pt x="524062" y="343889"/>
                    <a:pt x="529984" y="364296"/>
                    <a:pt x="550350" y="378730"/>
                  </a:cubicBezTo>
                  <a:cubicBezTo>
                    <a:pt x="570716" y="393164"/>
                    <a:pt x="603223" y="408736"/>
                    <a:pt x="647987" y="401239"/>
                  </a:cubicBezTo>
                  <a:cubicBezTo>
                    <a:pt x="692751" y="393742"/>
                    <a:pt x="777257" y="354220"/>
                    <a:pt x="818937" y="333747"/>
                  </a:cubicBezTo>
                  <a:cubicBezTo>
                    <a:pt x="860617" y="313274"/>
                    <a:pt x="852492" y="281250"/>
                    <a:pt x="898069" y="278401"/>
                  </a:cubicBezTo>
                  <a:cubicBezTo>
                    <a:pt x="1043165" y="187719"/>
                    <a:pt x="982103" y="228551"/>
                    <a:pt x="1017710" y="210035"/>
                  </a:cubicBezTo>
                  <a:cubicBezTo>
                    <a:pt x="1053318" y="191519"/>
                    <a:pt x="1087501" y="178700"/>
                    <a:pt x="1111714" y="167306"/>
                  </a:cubicBezTo>
                  <a:cubicBezTo>
                    <a:pt x="1135927" y="155912"/>
                    <a:pt x="1138776" y="144517"/>
                    <a:pt x="1162989" y="141669"/>
                  </a:cubicBezTo>
                  <a:cubicBezTo>
                    <a:pt x="1194324" y="144518"/>
                    <a:pt x="1230829" y="145942"/>
                    <a:pt x="1256993" y="150215"/>
                  </a:cubicBezTo>
                  <a:cubicBezTo>
                    <a:pt x="1283158" y="154488"/>
                    <a:pt x="1295763" y="162658"/>
                    <a:pt x="1319976" y="167306"/>
                  </a:cubicBezTo>
                  <a:cubicBezTo>
                    <a:pt x="1344189" y="171954"/>
                    <a:pt x="1375282" y="184330"/>
                    <a:pt x="1402271" y="178106"/>
                  </a:cubicBezTo>
                  <a:cubicBezTo>
                    <a:pt x="1429260" y="171882"/>
                    <a:pt x="1451999" y="134608"/>
                    <a:pt x="1481909" y="129960"/>
                  </a:cubicBezTo>
                  <a:cubicBezTo>
                    <a:pt x="1511819" y="125312"/>
                    <a:pt x="1530458" y="153063"/>
                    <a:pt x="1581733" y="150215"/>
                  </a:cubicBezTo>
                  <a:cubicBezTo>
                    <a:pt x="1606911" y="181695"/>
                    <a:pt x="1713509" y="228933"/>
                    <a:pt x="1700466" y="259056"/>
                  </a:cubicBezTo>
                  <a:cubicBezTo>
                    <a:pt x="1687423" y="289179"/>
                    <a:pt x="1559073" y="306747"/>
                    <a:pt x="1503475" y="330955"/>
                  </a:cubicBezTo>
                  <a:cubicBezTo>
                    <a:pt x="1447877" y="355163"/>
                    <a:pt x="1503610" y="401452"/>
                    <a:pt x="1366877" y="404301"/>
                  </a:cubicBezTo>
                  <a:cubicBezTo>
                    <a:pt x="1358331" y="407149"/>
                    <a:pt x="1318955" y="395373"/>
                    <a:pt x="1276439" y="398446"/>
                  </a:cubicBezTo>
                  <a:cubicBezTo>
                    <a:pt x="1233923" y="401519"/>
                    <a:pt x="1157298" y="403465"/>
                    <a:pt x="1111782" y="422738"/>
                  </a:cubicBezTo>
                  <a:cubicBezTo>
                    <a:pt x="1066266" y="442011"/>
                    <a:pt x="1041811" y="495411"/>
                    <a:pt x="1003344" y="514084"/>
                  </a:cubicBezTo>
                  <a:cubicBezTo>
                    <a:pt x="964877" y="532757"/>
                    <a:pt x="914191" y="528478"/>
                    <a:pt x="880978" y="534775"/>
                  </a:cubicBezTo>
                  <a:cubicBezTo>
                    <a:pt x="847765" y="541072"/>
                    <a:pt x="828279" y="537921"/>
                    <a:pt x="804066" y="551867"/>
                  </a:cubicBezTo>
                  <a:cubicBezTo>
                    <a:pt x="779853" y="565813"/>
                    <a:pt x="742966" y="576304"/>
                    <a:pt x="735699" y="618450"/>
                  </a:cubicBezTo>
                  <a:cubicBezTo>
                    <a:pt x="728432" y="660596"/>
                    <a:pt x="770847" y="784578"/>
                    <a:pt x="760462" y="804742"/>
                  </a:cubicBezTo>
                  <a:cubicBezTo>
                    <a:pt x="750077" y="824906"/>
                    <a:pt x="713062" y="753013"/>
                    <a:pt x="673389" y="739437"/>
                  </a:cubicBezTo>
                  <a:cubicBezTo>
                    <a:pt x="633716" y="725861"/>
                    <a:pt x="527225" y="736487"/>
                    <a:pt x="522425" y="723287"/>
                  </a:cubicBezTo>
                  <a:cubicBezTo>
                    <a:pt x="517625" y="710087"/>
                    <a:pt x="633329" y="684987"/>
                    <a:pt x="644589" y="660236"/>
                  </a:cubicBezTo>
                  <a:cubicBezTo>
                    <a:pt x="655849" y="635485"/>
                    <a:pt x="605448" y="577700"/>
                    <a:pt x="589983" y="574779"/>
                  </a:cubicBezTo>
                  <a:cubicBezTo>
                    <a:pt x="546373" y="585682"/>
                    <a:pt x="512998" y="608216"/>
                    <a:pt x="476196" y="617508"/>
                  </a:cubicBezTo>
                  <a:cubicBezTo>
                    <a:pt x="439394" y="626800"/>
                    <a:pt x="411004" y="624686"/>
                    <a:pt x="369172" y="630529"/>
                  </a:cubicBezTo>
                  <a:cubicBezTo>
                    <a:pt x="327340" y="636372"/>
                    <a:pt x="264419" y="636820"/>
                    <a:pt x="225206" y="652566"/>
                  </a:cubicBezTo>
                  <a:cubicBezTo>
                    <a:pt x="185993" y="668312"/>
                    <a:pt x="215799" y="704529"/>
                    <a:pt x="133894" y="725003"/>
                  </a:cubicBezTo>
                  <a:cubicBezTo>
                    <a:pt x="126614" y="724396"/>
                    <a:pt x="51671" y="720349"/>
                    <a:pt x="30907" y="704312"/>
                  </a:cubicBezTo>
                  <a:cubicBezTo>
                    <a:pt x="10143" y="688275"/>
                    <a:pt x="10507" y="665065"/>
                    <a:pt x="9307" y="628779"/>
                  </a:cubicBezTo>
                  <a:cubicBezTo>
                    <a:pt x="8107" y="592493"/>
                    <a:pt x="-5014" y="565717"/>
                    <a:pt x="2107" y="547796"/>
                  </a:cubicBezTo>
                  <a:close/>
                </a:path>
              </a:pathLst>
            </a:custGeom>
            <a:solidFill>
              <a:srgbClr val="FF0000">
                <a:alpha val="42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77767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04A1D1B-EBA9-6816-57B8-52C04F381A02}"/>
              </a:ext>
            </a:extLst>
          </p:cNvPr>
          <p:cNvGrpSpPr/>
          <p:nvPr/>
        </p:nvGrpSpPr>
        <p:grpSpPr>
          <a:xfrm>
            <a:off x="0" y="168618"/>
            <a:ext cx="9144000" cy="6284802"/>
            <a:chOff x="0" y="168618"/>
            <a:chExt cx="9144000" cy="62848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189ABC1-4ED2-B4DF-F1B0-BF9CEE2C3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956110"/>
              <a:ext cx="9144000" cy="4945780"/>
            </a:xfrm>
            <a:prstGeom prst="rect">
              <a:avLst/>
            </a:prstGeom>
          </p:spPr>
        </p:pic>
        <p:sp>
          <p:nvSpPr>
            <p:cNvPr id="4" name="Triangle 3">
              <a:extLst>
                <a:ext uri="{FF2B5EF4-FFF2-40B4-BE49-F238E27FC236}">
                  <a16:creationId xmlns:a16="http://schemas.microsoft.com/office/drawing/2014/main" id="{9AC7EA61-3448-59E1-76B7-EAF27E5C81D9}"/>
                </a:ext>
              </a:extLst>
            </p:cNvPr>
            <p:cNvSpPr/>
            <p:nvPr/>
          </p:nvSpPr>
          <p:spPr>
            <a:xfrm>
              <a:off x="709564" y="476590"/>
              <a:ext cx="7794789" cy="1794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4789" h="179462">
                  <a:moveTo>
                    <a:pt x="0" y="179462"/>
                  </a:moveTo>
                  <a:lnTo>
                    <a:pt x="9058" y="0"/>
                  </a:lnTo>
                  <a:lnTo>
                    <a:pt x="7794789" y="85458"/>
                  </a:lnTo>
                  <a:lnTo>
                    <a:pt x="0" y="179462"/>
                  </a:lnTo>
                  <a:close/>
                </a:path>
              </a:pathLst>
            </a:custGeom>
            <a:solidFill>
              <a:srgbClr val="C641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3">
              <a:extLst>
                <a:ext uri="{FF2B5EF4-FFF2-40B4-BE49-F238E27FC236}">
                  <a16:creationId xmlns:a16="http://schemas.microsoft.com/office/drawing/2014/main" id="{AC3CC5C1-31C5-62EC-D781-CDA47D74A7E7}"/>
                </a:ext>
              </a:extLst>
            </p:cNvPr>
            <p:cNvSpPr/>
            <p:nvPr/>
          </p:nvSpPr>
          <p:spPr>
            <a:xfrm>
              <a:off x="709564" y="1076538"/>
              <a:ext cx="7791614" cy="1921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  <a:gd name="csX0" fmla="*/ 0 w 7797964"/>
                <a:gd name="csY0" fmla="*/ 211212 h 211212"/>
                <a:gd name="csX1" fmla="*/ 12233 w 7797964"/>
                <a:gd name="csY1" fmla="*/ 0 h 211212"/>
                <a:gd name="csX2" fmla="*/ 7797964 w 7797964"/>
                <a:gd name="csY2" fmla="*/ 85458 h 211212"/>
                <a:gd name="csX3" fmla="*/ 0 w 7797964"/>
                <a:gd name="csY3" fmla="*/ 211212 h 211212"/>
                <a:gd name="csX0" fmla="*/ 3642 w 7801606"/>
                <a:gd name="csY0" fmla="*/ 236612 h 236612"/>
                <a:gd name="csX1" fmla="*/ 0 w 7801606"/>
                <a:gd name="csY1" fmla="*/ 0 h 236612"/>
                <a:gd name="csX2" fmla="*/ 7801606 w 7801606"/>
                <a:gd name="csY2" fmla="*/ 110858 h 236612"/>
                <a:gd name="csX3" fmla="*/ 3642 w 7801606"/>
                <a:gd name="csY3" fmla="*/ 236612 h 236612"/>
                <a:gd name="csX0" fmla="*/ 0 w 7797964"/>
                <a:gd name="csY0" fmla="*/ 490612 h 490612"/>
                <a:gd name="csX1" fmla="*/ 542458 w 7797964"/>
                <a:gd name="csY1" fmla="*/ 0 h 490612"/>
                <a:gd name="csX2" fmla="*/ 7797964 w 7797964"/>
                <a:gd name="csY2" fmla="*/ 364858 h 490612"/>
                <a:gd name="csX3" fmla="*/ 0 w 7797964"/>
                <a:gd name="csY3" fmla="*/ 490612 h 490612"/>
                <a:gd name="csX0" fmla="*/ 79842 w 7255506"/>
                <a:gd name="csY0" fmla="*/ 395362 h 395362"/>
                <a:gd name="csX1" fmla="*/ 0 w 7255506"/>
                <a:gd name="csY1" fmla="*/ 0 h 395362"/>
                <a:gd name="csX2" fmla="*/ 7255506 w 7255506"/>
                <a:gd name="csY2" fmla="*/ 364858 h 395362"/>
                <a:gd name="csX3" fmla="*/ 79842 w 7255506"/>
                <a:gd name="csY3" fmla="*/ 395362 h 395362"/>
                <a:gd name="csX0" fmla="*/ 0 w 7791614"/>
                <a:gd name="csY0" fmla="*/ 481087 h 481087"/>
                <a:gd name="csX1" fmla="*/ 536108 w 7791614"/>
                <a:gd name="csY1" fmla="*/ 0 h 481087"/>
                <a:gd name="csX2" fmla="*/ 7791614 w 7791614"/>
                <a:gd name="csY2" fmla="*/ 364858 h 481087"/>
                <a:gd name="csX3" fmla="*/ 0 w 7791614"/>
                <a:gd name="csY3" fmla="*/ 481087 h 481087"/>
                <a:gd name="csX0" fmla="*/ 0 w 7791614"/>
                <a:gd name="csY0" fmla="*/ 195337 h 195337"/>
                <a:gd name="csX1" fmla="*/ 15408 w 7791614"/>
                <a:gd name="csY1" fmla="*/ 0 h 195337"/>
                <a:gd name="csX2" fmla="*/ 7791614 w 7791614"/>
                <a:gd name="csY2" fmla="*/ 79108 h 195337"/>
                <a:gd name="csX3" fmla="*/ 0 w 7791614"/>
                <a:gd name="csY3" fmla="*/ 195337 h 195337"/>
                <a:gd name="csX0" fmla="*/ 0 w 7791614"/>
                <a:gd name="csY0" fmla="*/ 192162 h 192162"/>
                <a:gd name="csX1" fmla="*/ 5883 w 7791614"/>
                <a:gd name="csY1" fmla="*/ 0 h 192162"/>
                <a:gd name="csX2" fmla="*/ 7791614 w 7791614"/>
                <a:gd name="csY2" fmla="*/ 75933 h 192162"/>
                <a:gd name="csX3" fmla="*/ 0 w 7791614"/>
                <a:gd name="csY3" fmla="*/ 192162 h 192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1614" h="192162">
                  <a:moveTo>
                    <a:pt x="0" y="192162"/>
                  </a:moveTo>
                  <a:lnTo>
                    <a:pt x="5883" y="0"/>
                  </a:lnTo>
                  <a:lnTo>
                    <a:pt x="7791614" y="75933"/>
                  </a:lnTo>
                  <a:lnTo>
                    <a:pt x="0" y="192162"/>
                  </a:lnTo>
                  <a:close/>
                </a:path>
              </a:pathLst>
            </a:custGeom>
            <a:solidFill>
              <a:srgbClr val="0191C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7E6E98-9B65-E87C-F7C9-ECE5DE76DDFD}"/>
                </a:ext>
              </a:extLst>
            </p:cNvPr>
            <p:cNvSpPr txBox="1"/>
            <p:nvPr/>
          </p:nvSpPr>
          <p:spPr>
            <a:xfrm>
              <a:off x="3923910" y="168618"/>
              <a:ext cx="1521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M12 schepen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6CEEC0-017C-FB96-26DA-E5EEAF879FAE}"/>
                </a:ext>
              </a:extLst>
            </p:cNvPr>
            <p:cNvSpPr txBox="1"/>
            <p:nvPr/>
          </p:nvSpPr>
          <p:spPr>
            <a:xfrm>
              <a:off x="3986560" y="764630"/>
              <a:ext cx="13981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M9 schepen</a:t>
              </a:r>
            </a:p>
          </p:txBody>
        </p:sp>
        <p:sp>
          <p:nvSpPr>
            <p:cNvPr id="8" name="Left Arrow 7">
              <a:extLst>
                <a:ext uri="{FF2B5EF4-FFF2-40B4-BE49-F238E27FC236}">
                  <a16:creationId xmlns:a16="http://schemas.microsoft.com/office/drawing/2014/main" id="{DB857EB2-0E45-EF26-ACAF-FEA818BAD64C}"/>
                </a:ext>
              </a:extLst>
            </p:cNvPr>
            <p:cNvSpPr/>
            <p:nvPr/>
          </p:nvSpPr>
          <p:spPr>
            <a:xfrm>
              <a:off x="709564" y="6093370"/>
              <a:ext cx="7967006" cy="360050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860315-0400-C8FD-65A2-266A1E742F8C}"/>
                </a:ext>
              </a:extLst>
            </p:cNvPr>
            <p:cNvSpPr txBox="1"/>
            <p:nvPr/>
          </p:nvSpPr>
          <p:spPr>
            <a:xfrm>
              <a:off x="8142199" y="5805330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8E810B-2F46-829C-A21E-229C7638BF18}"/>
                </a:ext>
              </a:extLst>
            </p:cNvPr>
            <p:cNvSpPr txBox="1"/>
            <p:nvPr/>
          </p:nvSpPr>
          <p:spPr>
            <a:xfrm>
              <a:off x="370368" y="574914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2019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4914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7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D0196A-315C-C1E2-6B3F-8CE969237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3" y="956690"/>
            <a:ext cx="9281163" cy="4872610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1888CB1A-35FC-5ABD-C780-8A6A316F5B09}"/>
              </a:ext>
            </a:extLst>
          </p:cNvPr>
          <p:cNvSpPr/>
          <p:nvPr/>
        </p:nvSpPr>
        <p:spPr>
          <a:xfrm>
            <a:off x="-136733" y="495657"/>
            <a:ext cx="9297825" cy="1931350"/>
          </a:xfrm>
          <a:custGeom>
            <a:avLst/>
            <a:gdLst>
              <a:gd name="csX0" fmla="*/ 0 w 9408920"/>
              <a:gd name="csY0" fmla="*/ 1777525 h 2050991"/>
              <a:gd name="csX1" fmla="*/ 632389 w 9408920"/>
              <a:gd name="csY1" fmla="*/ 1760434 h 2050991"/>
              <a:gd name="csX2" fmla="*/ 1213503 w 9408920"/>
              <a:gd name="csY2" fmla="*/ 2050991 h 2050991"/>
              <a:gd name="csX3" fmla="*/ 1418602 w 9408920"/>
              <a:gd name="csY3" fmla="*/ 1854437 h 2050991"/>
              <a:gd name="csX4" fmla="*/ 1495514 w 9408920"/>
              <a:gd name="csY4" fmla="*/ 1931349 h 2050991"/>
              <a:gd name="csX5" fmla="*/ 1828800 w 9408920"/>
              <a:gd name="csY5" fmla="*/ 1965533 h 2050991"/>
              <a:gd name="csX6" fmla="*/ 2102265 w 9408920"/>
              <a:gd name="csY6" fmla="*/ 1897166 h 2050991"/>
              <a:gd name="csX7" fmla="*/ 2102265 w 9408920"/>
              <a:gd name="csY7" fmla="*/ 1897166 h 2050991"/>
              <a:gd name="csX8" fmla="*/ 2290273 w 9408920"/>
              <a:gd name="csY8" fmla="*/ 2008262 h 2050991"/>
              <a:gd name="csX9" fmla="*/ 2503918 w 9408920"/>
              <a:gd name="csY9" fmla="*/ 1845892 h 2050991"/>
              <a:gd name="csX10" fmla="*/ 3153398 w 9408920"/>
              <a:gd name="csY10" fmla="*/ 1709159 h 2050991"/>
              <a:gd name="csX11" fmla="*/ 3332860 w 9408920"/>
              <a:gd name="csY11" fmla="*/ 1837346 h 2050991"/>
              <a:gd name="csX12" fmla="*/ 3982340 w 9408920"/>
              <a:gd name="csY12" fmla="*/ 1495514 h 2050991"/>
              <a:gd name="csX13" fmla="*/ 4110527 w 9408920"/>
              <a:gd name="csY13" fmla="*/ 1521151 h 2050991"/>
              <a:gd name="csX14" fmla="*/ 4298535 w 9408920"/>
              <a:gd name="csY14" fmla="*/ 1820254 h 2050991"/>
              <a:gd name="csX15" fmla="*/ 4298535 w 9408920"/>
              <a:gd name="csY15" fmla="*/ 1529697 h 2050991"/>
              <a:gd name="csX16" fmla="*/ 4537817 w 9408920"/>
              <a:gd name="csY16" fmla="*/ 1495514 h 2050991"/>
              <a:gd name="csX17" fmla="*/ 4777099 w 9408920"/>
              <a:gd name="csY17" fmla="*/ 1598064 h 2050991"/>
              <a:gd name="csX18" fmla="*/ 5221480 w 9408920"/>
              <a:gd name="csY18" fmla="*/ 1375873 h 2050991"/>
              <a:gd name="csX19" fmla="*/ 5580404 w 9408920"/>
              <a:gd name="csY19" fmla="*/ 1495514 h 2050991"/>
              <a:gd name="csX20" fmla="*/ 5896598 w 9408920"/>
              <a:gd name="csY20" fmla="*/ 1760434 h 2050991"/>
              <a:gd name="csX21" fmla="*/ 6152972 w 9408920"/>
              <a:gd name="csY21" fmla="*/ 1657884 h 2050991"/>
              <a:gd name="csX22" fmla="*/ 6246976 w 9408920"/>
              <a:gd name="csY22" fmla="*/ 1504060 h 2050991"/>
              <a:gd name="csX23" fmla="*/ 6383708 w 9408920"/>
              <a:gd name="csY23" fmla="*/ 1333144 h 2050991"/>
              <a:gd name="csX24" fmla="*/ 7554482 w 9408920"/>
              <a:gd name="csY24" fmla="*/ 1589518 h 2050991"/>
              <a:gd name="csX25" fmla="*/ 7580120 w 9408920"/>
              <a:gd name="csY25" fmla="*/ 1803163 h 2050991"/>
              <a:gd name="csX26" fmla="*/ 7896314 w 9408920"/>
              <a:gd name="csY26" fmla="*/ 1871529 h 2050991"/>
              <a:gd name="csX27" fmla="*/ 7862131 w 9408920"/>
              <a:gd name="csY27" fmla="*/ 1504060 h 2050991"/>
              <a:gd name="csX28" fmla="*/ 8092867 w 9408920"/>
              <a:gd name="csY28" fmla="*/ 1093862 h 2050991"/>
              <a:gd name="csX29" fmla="*/ 8503065 w 9408920"/>
              <a:gd name="csY29" fmla="*/ 1102407 h 2050991"/>
              <a:gd name="csX30" fmla="*/ 8614161 w 9408920"/>
              <a:gd name="csY30" fmla="*/ 1264778 h 2050991"/>
              <a:gd name="csX31" fmla="*/ 8597069 w 9408920"/>
              <a:gd name="csY31" fmla="*/ 1572426 h 2050991"/>
              <a:gd name="csX32" fmla="*/ 8691073 w 9408920"/>
              <a:gd name="csY32" fmla="*/ 1674976 h 2050991"/>
              <a:gd name="csX33" fmla="*/ 9408920 w 9408920"/>
              <a:gd name="csY33" fmla="*/ 1529697 h 2050991"/>
              <a:gd name="csX34" fmla="*/ 9400374 w 9408920"/>
              <a:gd name="csY34" fmla="*/ 119641 h 2050991"/>
              <a:gd name="csX35" fmla="*/ 111095 w 9408920"/>
              <a:gd name="csY35" fmla="*/ 119641 h 2050991"/>
              <a:gd name="csX36" fmla="*/ 111095 w 9408920"/>
              <a:gd name="csY36" fmla="*/ 0 h 2050991"/>
              <a:gd name="csX37" fmla="*/ 111095 w 9408920"/>
              <a:gd name="csY37" fmla="*/ 1786071 h 2050991"/>
              <a:gd name="csX0" fmla="*/ 0 w 9408920"/>
              <a:gd name="csY0" fmla="*/ 1657884 h 1931350"/>
              <a:gd name="csX1" fmla="*/ 632389 w 9408920"/>
              <a:gd name="csY1" fmla="*/ 1640793 h 1931350"/>
              <a:gd name="csX2" fmla="*/ 1213503 w 9408920"/>
              <a:gd name="csY2" fmla="*/ 1931350 h 1931350"/>
              <a:gd name="csX3" fmla="*/ 1418602 w 9408920"/>
              <a:gd name="csY3" fmla="*/ 1734796 h 1931350"/>
              <a:gd name="csX4" fmla="*/ 1495514 w 9408920"/>
              <a:gd name="csY4" fmla="*/ 1811708 h 1931350"/>
              <a:gd name="csX5" fmla="*/ 1828800 w 9408920"/>
              <a:gd name="csY5" fmla="*/ 1845892 h 1931350"/>
              <a:gd name="csX6" fmla="*/ 2102265 w 9408920"/>
              <a:gd name="csY6" fmla="*/ 1777525 h 1931350"/>
              <a:gd name="csX7" fmla="*/ 2102265 w 9408920"/>
              <a:gd name="csY7" fmla="*/ 1777525 h 1931350"/>
              <a:gd name="csX8" fmla="*/ 2290273 w 9408920"/>
              <a:gd name="csY8" fmla="*/ 1888621 h 1931350"/>
              <a:gd name="csX9" fmla="*/ 2503918 w 9408920"/>
              <a:gd name="csY9" fmla="*/ 1726251 h 1931350"/>
              <a:gd name="csX10" fmla="*/ 3153398 w 9408920"/>
              <a:gd name="csY10" fmla="*/ 1589518 h 1931350"/>
              <a:gd name="csX11" fmla="*/ 3332860 w 9408920"/>
              <a:gd name="csY11" fmla="*/ 1717705 h 1931350"/>
              <a:gd name="csX12" fmla="*/ 3982340 w 9408920"/>
              <a:gd name="csY12" fmla="*/ 1375873 h 1931350"/>
              <a:gd name="csX13" fmla="*/ 4110527 w 9408920"/>
              <a:gd name="csY13" fmla="*/ 1401510 h 1931350"/>
              <a:gd name="csX14" fmla="*/ 4298535 w 9408920"/>
              <a:gd name="csY14" fmla="*/ 1700613 h 1931350"/>
              <a:gd name="csX15" fmla="*/ 4298535 w 9408920"/>
              <a:gd name="csY15" fmla="*/ 1410056 h 1931350"/>
              <a:gd name="csX16" fmla="*/ 4537817 w 9408920"/>
              <a:gd name="csY16" fmla="*/ 1375873 h 1931350"/>
              <a:gd name="csX17" fmla="*/ 4777099 w 9408920"/>
              <a:gd name="csY17" fmla="*/ 1478423 h 1931350"/>
              <a:gd name="csX18" fmla="*/ 5221480 w 9408920"/>
              <a:gd name="csY18" fmla="*/ 1256232 h 1931350"/>
              <a:gd name="csX19" fmla="*/ 5580404 w 9408920"/>
              <a:gd name="csY19" fmla="*/ 1375873 h 1931350"/>
              <a:gd name="csX20" fmla="*/ 5896598 w 9408920"/>
              <a:gd name="csY20" fmla="*/ 1640793 h 1931350"/>
              <a:gd name="csX21" fmla="*/ 6152972 w 9408920"/>
              <a:gd name="csY21" fmla="*/ 1538243 h 1931350"/>
              <a:gd name="csX22" fmla="*/ 6246976 w 9408920"/>
              <a:gd name="csY22" fmla="*/ 1384419 h 1931350"/>
              <a:gd name="csX23" fmla="*/ 6383708 w 9408920"/>
              <a:gd name="csY23" fmla="*/ 1213503 h 1931350"/>
              <a:gd name="csX24" fmla="*/ 7554482 w 9408920"/>
              <a:gd name="csY24" fmla="*/ 1469877 h 1931350"/>
              <a:gd name="csX25" fmla="*/ 7580120 w 9408920"/>
              <a:gd name="csY25" fmla="*/ 1683522 h 1931350"/>
              <a:gd name="csX26" fmla="*/ 7896314 w 9408920"/>
              <a:gd name="csY26" fmla="*/ 1751888 h 1931350"/>
              <a:gd name="csX27" fmla="*/ 7862131 w 9408920"/>
              <a:gd name="csY27" fmla="*/ 1384419 h 1931350"/>
              <a:gd name="csX28" fmla="*/ 8092867 w 9408920"/>
              <a:gd name="csY28" fmla="*/ 974221 h 1931350"/>
              <a:gd name="csX29" fmla="*/ 8503065 w 9408920"/>
              <a:gd name="csY29" fmla="*/ 982766 h 1931350"/>
              <a:gd name="csX30" fmla="*/ 8614161 w 9408920"/>
              <a:gd name="csY30" fmla="*/ 1145137 h 1931350"/>
              <a:gd name="csX31" fmla="*/ 8597069 w 9408920"/>
              <a:gd name="csY31" fmla="*/ 1452785 h 1931350"/>
              <a:gd name="csX32" fmla="*/ 8691073 w 9408920"/>
              <a:gd name="csY32" fmla="*/ 1555335 h 1931350"/>
              <a:gd name="csX33" fmla="*/ 9408920 w 9408920"/>
              <a:gd name="csY33" fmla="*/ 1410056 h 1931350"/>
              <a:gd name="csX34" fmla="*/ 9400374 w 9408920"/>
              <a:gd name="csY34" fmla="*/ 0 h 1931350"/>
              <a:gd name="csX35" fmla="*/ 111095 w 9408920"/>
              <a:gd name="csY35" fmla="*/ 0 h 1931350"/>
              <a:gd name="csX36" fmla="*/ 111095 w 9408920"/>
              <a:gd name="csY36" fmla="*/ 1666430 h 1931350"/>
              <a:gd name="csX0" fmla="*/ 521294 w 9297825"/>
              <a:gd name="csY0" fmla="*/ 1640793 h 1931350"/>
              <a:gd name="csX1" fmla="*/ 1102408 w 9297825"/>
              <a:gd name="csY1" fmla="*/ 1931350 h 1931350"/>
              <a:gd name="csX2" fmla="*/ 1307507 w 9297825"/>
              <a:gd name="csY2" fmla="*/ 1734796 h 1931350"/>
              <a:gd name="csX3" fmla="*/ 1384419 w 9297825"/>
              <a:gd name="csY3" fmla="*/ 1811708 h 1931350"/>
              <a:gd name="csX4" fmla="*/ 1717705 w 9297825"/>
              <a:gd name="csY4" fmla="*/ 1845892 h 1931350"/>
              <a:gd name="csX5" fmla="*/ 1991170 w 9297825"/>
              <a:gd name="csY5" fmla="*/ 1777525 h 1931350"/>
              <a:gd name="csX6" fmla="*/ 1991170 w 9297825"/>
              <a:gd name="csY6" fmla="*/ 1777525 h 1931350"/>
              <a:gd name="csX7" fmla="*/ 2179178 w 9297825"/>
              <a:gd name="csY7" fmla="*/ 1888621 h 1931350"/>
              <a:gd name="csX8" fmla="*/ 2392823 w 9297825"/>
              <a:gd name="csY8" fmla="*/ 1726251 h 1931350"/>
              <a:gd name="csX9" fmla="*/ 3042303 w 9297825"/>
              <a:gd name="csY9" fmla="*/ 1589518 h 1931350"/>
              <a:gd name="csX10" fmla="*/ 3221765 w 9297825"/>
              <a:gd name="csY10" fmla="*/ 1717705 h 1931350"/>
              <a:gd name="csX11" fmla="*/ 3871245 w 9297825"/>
              <a:gd name="csY11" fmla="*/ 1375873 h 1931350"/>
              <a:gd name="csX12" fmla="*/ 3999432 w 9297825"/>
              <a:gd name="csY12" fmla="*/ 1401510 h 1931350"/>
              <a:gd name="csX13" fmla="*/ 4187440 w 9297825"/>
              <a:gd name="csY13" fmla="*/ 1700613 h 1931350"/>
              <a:gd name="csX14" fmla="*/ 4187440 w 9297825"/>
              <a:gd name="csY14" fmla="*/ 1410056 h 1931350"/>
              <a:gd name="csX15" fmla="*/ 4426722 w 9297825"/>
              <a:gd name="csY15" fmla="*/ 1375873 h 1931350"/>
              <a:gd name="csX16" fmla="*/ 4666004 w 9297825"/>
              <a:gd name="csY16" fmla="*/ 1478423 h 1931350"/>
              <a:gd name="csX17" fmla="*/ 5110385 w 9297825"/>
              <a:gd name="csY17" fmla="*/ 1256232 h 1931350"/>
              <a:gd name="csX18" fmla="*/ 5469309 w 9297825"/>
              <a:gd name="csY18" fmla="*/ 1375873 h 1931350"/>
              <a:gd name="csX19" fmla="*/ 5785503 w 9297825"/>
              <a:gd name="csY19" fmla="*/ 1640793 h 1931350"/>
              <a:gd name="csX20" fmla="*/ 6041877 w 9297825"/>
              <a:gd name="csY20" fmla="*/ 1538243 h 1931350"/>
              <a:gd name="csX21" fmla="*/ 6135881 w 9297825"/>
              <a:gd name="csY21" fmla="*/ 1384419 h 1931350"/>
              <a:gd name="csX22" fmla="*/ 6272613 w 9297825"/>
              <a:gd name="csY22" fmla="*/ 1213503 h 1931350"/>
              <a:gd name="csX23" fmla="*/ 7443387 w 9297825"/>
              <a:gd name="csY23" fmla="*/ 1469877 h 1931350"/>
              <a:gd name="csX24" fmla="*/ 7469025 w 9297825"/>
              <a:gd name="csY24" fmla="*/ 1683522 h 1931350"/>
              <a:gd name="csX25" fmla="*/ 7785219 w 9297825"/>
              <a:gd name="csY25" fmla="*/ 1751888 h 1931350"/>
              <a:gd name="csX26" fmla="*/ 7751036 w 9297825"/>
              <a:gd name="csY26" fmla="*/ 1384419 h 1931350"/>
              <a:gd name="csX27" fmla="*/ 7981772 w 9297825"/>
              <a:gd name="csY27" fmla="*/ 974221 h 1931350"/>
              <a:gd name="csX28" fmla="*/ 8391970 w 9297825"/>
              <a:gd name="csY28" fmla="*/ 982766 h 1931350"/>
              <a:gd name="csX29" fmla="*/ 8503066 w 9297825"/>
              <a:gd name="csY29" fmla="*/ 1145137 h 1931350"/>
              <a:gd name="csX30" fmla="*/ 8485974 w 9297825"/>
              <a:gd name="csY30" fmla="*/ 1452785 h 1931350"/>
              <a:gd name="csX31" fmla="*/ 8579978 w 9297825"/>
              <a:gd name="csY31" fmla="*/ 1555335 h 1931350"/>
              <a:gd name="csX32" fmla="*/ 9297825 w 9297825"/>
              <a:gd name="csY32" fmla="*/ 1410056 h 1931350"/>
              <a:gd name="csX33" fmla="*/ 9289279 w 9297825"/>
              <a:gd name="csY33" fmla="*/ 0 h 1931350"/>
              <a:gd name="csX34" fmla="*/ 0 w 9297825"/>
              <a:gd name="csY34" fmla="*/ 0 h 1931350"/>
              <a:gd name="csX35" fmla="*/ 0 w 9297825"/>
              <a:gd name="csY35" fmla="*/ 1666430 h 1931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9297825" h="1931350">
                <a:moveTo>
                  <a:pt x="521294" y="1640793"/>
                </a:moveTo>
                <a:lnTo>
                  <a:pt x="1102408" y="1931350"/>
                </a:lnTo>
                <a:lnTo>
                  <a:pt x="1307507" y="1734796"/>
                </a:lnTo>
                <a:lnTo>
                  <a:pt x="1384419" y="1811708"/>
                </a:lnTo>
                <a:lnTo>
                  <a:pt x="1717705" y="1845892"/>
                </a:lnTo>
                <a:lnTo>
                  <a:pt x="1991170" y="1777525"/>
                </a:lnTo>
                <a:lnTo>
                  <a:pt x="1991170" y="1777525"/>
                </a:lnTo>
                <a:lnTo>
                  <a:pt x="2179178" y="1888621"/>
                </a:lnTo>
                <a:lnTo>
                  <a:pt x="2392823" y="1726251"/>
                </a:lnTo>
                <a:lnTo>
                  <a:pt x="3042303" y="1589518"/>
                </a:lnTo>
                <a:lnTo>
                  <a:pt x="3221765" y="1717705"/>
                </a:lnTo>
                <a:lnTo>
                  <a:pt x="3871245" y="1375873"/>
                </a:lnTo>
                <a:lnTo>
                  <a:pt x="3999432" y="1401510"/>
                </a:lnTo>
                <a:lnTo>
                  <a:pt x="4187440" y="1700613"/>
                </a:lnTo>
                <a:lnTo>
                  <a:pt x="4187440" y="1410056"/>
                </a:lnTo>
                <a:lnTo>
                  <a:pt x="4426722" y="1375873"/>
                </a:lnTo>
                <a:lnTo>
                  <a:pt x="4666004" y="1478423"/>
                </a:lnTo>
                <a:lnTo>
                  <a:pt x="5110385" y="1256232"/>
                </a:lnTo>
                <a:lnTo>
                  <a:pt x="5469309" y="1375873"/>
                </a:lnTo>
                <a:lnTo>
                  <a:pt x="5785503" y="1640793"/>
                </a:lnTo>
                <a:lnTo>
                  <a:pt x="6041877" y="1538243"/>
                </a:lnTo>
                <a:lnTo>
                  <a:pt x="6135881" y="1384419"/>
                </a:lnTo>
                <a:lnTo>
                  <a:pt x="6272613" y="1213503"/>
                </a:lnTo>
                <a:lnTo>
                  <a:pt x="7443387" y="1469877"/>
                </a:lnTo>
                <a:lnTo>
                  <a:pt x="7469025" y="1683522"/>
                </a:lnTo>
                <a:lnTo>
                  <a:pt x="7785219" y="1751888"/>
                </a:lnTo>
                <a:lnTo>
                  <a:pt x="7751036" y="1384419"/>
                </a:lnTo>
                <a:lnTo>
                  <a:pt x="7981772" y="974221"/>
                </a:lnTo>
                <a:lnTo>
                  <a:pt x="8391970" y="982766"/>
                </a:lnTo>
                <a:lnTo>
                  <a:pt x="8503066" y="1145137"/>
                </a:lnTo>
                <a:lnTo>
                  <a:pt x="8485974" y="1452785"/>
                </a:lnTo>
                <a:lnTo>
                  <a:pt x="8579978" y="1555335"/>
                </a:lnTo>
                <a:lnTo>
                  <a:pt x="9297825" y="1410056"/>
                </a:lnTo>
                <a:cubicBezTo>
                  <a:pt x="9294976" y="940037"/>
                  <a:pt x="9292128" y="470019"/>
                  <a:pt x="9289279" y="0"/>
                </a:cubicBezTo>
                <a:lnTo>
                  <a:pt x="0" y="0"/>
                </a:lnTo>
                <a:lnTo>
                  <a:pt x="0" y="166643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18BB38-4046-68A8-ECD1-253DEA36E33D}"/>
              </a:ext>
            </a:extLst>
          </p:cNvPr>
          <p:cNvSpPr/>
          <p:nvPr/>
        </p:nvSpPr>
        <p:spPr>
          <a:xfrm>
            <a:off x="-145494" y="3933070"/>
            <a:ext cx="9297823" cy="1896230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63784"/>
                </a:srgbClr>
              </a:gs>
              <a:gs pos="32000">
                <a:srgbClr val="FFC000"/>
              </a:gs>
              <a:gs pos="100000">
                <a:srgbClr val="FFC000"/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46622867-3F0E-1292-0EDC-DD1C1B5070BD}"/>
              </a:ext>
            </a:extLst>
          </p:cNvPr>
          <p:cNvSpPr/>
          <p:nvPr/>
        </p:nvSpPr>
        <p:spPr>
          <a:xfrm>
            <a:off x="-136733" y="3356990"/>
            <a:ext cx="9289279" cy="576080"/>
          </a:xfrm>
          <a:custGeom>
            <a:avLst/>
            <a:gdLst>
              <a:gd name="csX0" fmla="*/ 0 w 9289279"/>
              <a:gd name="csY0" fmla="*/ 85458 h 401653"/>
              <a:gd name="csX1" fmla="*/ 247828 w 9289279"/>
              <a:gd name="csY1" fmla="*/ 85458 h 401653"/>
              <a:gd name="csX2" fmla="*/ 863126 w 9289279"/>
              <a:gd name="csY2" fmla="*/ 145279 h 401653"/>
              <a:gd name="csX3" fmla="*/ 931492 w 9289279"/>
              <a:gd name="csY3" fmla="*/ 230737 h 401653"/>
              <a:gd name="csX4" fmla="*/ 1153683 w 9289279"/>
              <a:gd name="csY4" fmla="*/ 162371 h 401653"/>
              <a:gd name="csX5" fmla="*/ 1384419 w 9289279"/>
              <a:gd name="csY5" fmla="*/ 153825 h 401653"/>
              <a:gd name="csX6" fmla="*/ 1914258 w 9289279"/>
              <a:gd name="csY6" fmla="*/ 85458 h 401653"/>
              <a:gd name="csX7" fmla="*/ 2333002 w 9289279"/>
              <a:gd name="csY7" fmla="*/ 111096 h 401653"/>
              <a:gd name="csX8" fmla="*/ 2409914 w 9289279"/>
              <a:gd name="csY8" fmla="*/ 205100 h 401653"/>
              <a:gd name="csX9" fmla="*/ 3520868 w 9289279"/>
              <a:gd name="csY9" fmla="*/ 111096 h 401653"/>
              <a:gd name="csX10" fmla="*/ 5059111 w 9289279"/>
              <a:gd name="csY10" fmla="*/ 205100 h 401653"/>
              <a:gd name="csX11" fmla="*/ 5127477 w 9289279"/>
              <a:gd name="csY11" fmla="*/ 59821 h 401653"/>
              <a:gd name="csX12" fmla="*/ 5349668 w 9289279"/>
              <a:gd name="csY12" fmla="*/ 51275 h 401653"/>
              <a:gd name="csX13" fmla="*/ 5469309 w 9289279"/>
              <a:gd name="csY13" fmla="*/ 196554 h 401653"/>
              <a:gd name="csX14" fmla="*/ 5888053 w 9289279"/>
              <a:gd name="csY14" fmla="*/ 0 h 401653"/>
              <a:gd name="csX15" fmla="*/ 6084606 w 9289279"/>
              <a:gd name="csY15" fmla="*/ 290557 h 401653"/>
              <a:gd name="csX16" fmla="*/ 6409346 w 9289279"/>
              <a:gd name="csY16" fmla="*/ 94004 h 401653"/>
              <a:gd name="csX17" fmla="*/ 7340838 w 9289279"/>
              <a:gd name="csY17" fmla="*/ 8546 h 401653"/>
              <a:gd name="csX18" fmla="*/ 7657032 w 9289279"/>
              <a:gd name="csY18" fmla="*/ 68367 h 401653"/>
              <a:gd name="csX19" fmla="*/ 8007410 w 9289279"/>
              <a:gd name="csY19" fmla="*/ 111096 h 401653"/>
              <a:gd name="csX20" fmla="*/ 8383425 w 9289279"/>
              <a:gd name="csY20" fmla="*/ 76913 h 401653"/>
              <a:gd name="csX21" fmla="*/ 8759440 w 9289279"/>
              <a:gd name="csY21" fmla="*/ 179462 h 401653"/>
              <a:gd name="csX22" fmla="*/ 8964539 w 9289279"/>
              <a:gd name="csY22" fmla="*/ 68367 h 401653"/>
              <a:gd name="csX23" fmla="*/ 9289279 w 9289279"/>
              <a:gd name="csY23" fmla="*/ 51275 h 401653"/>
              <a:gd name="csX24" fmla="*/ 9280733 w 9289279"/>
              <a:gd name="csY24" fmla="*/ 401653 h 401653"/>
              <a:gd name="csX25" fmla="*/ 8546 w 9289279"/>
              <a:gd name="csY25" fmla="*/ 401653 h 401653"/>
              <a:gd name="csX26" fmla="*/ 0 w 9289279"/>
              <a:gd name="csY26" fmla="*/ 85458 h 4016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289279" h="401653">
                <a:moveTo>
                  <a:pt x="0" y="85458"/>
                </a:moveTo>
                <a:lnTo>
                  <a:pt x="247828" y="85458"/>
                </a:lnTo>
                <a:lnTo>
                  <a:pt x="863126" y="145279"/>
                </a:lnTo>
                <a:lnTo>
                  <a:pt x="931492" y="230737"/>
                </a:lnTo>
                <a:lnTo>
                  <a:pt x="1153683" y="162371"/>
                </a:lnTo>
                <a:lnTo>
                  <a:pt x="1384419" y="153825"/>
                </a:lnTo>
                <a:lnTo>
                  <a:pt x="1914258" y="85458"/>
                </a:lnTo>
                <a:lnTo>
                  <a:pt x="2333002" y="111096"/>
                </a:lnTo>
                <a:lnTo>
                  <a:pt x="2409914" y="205100"/>
                </a:lnTo>
                <a:lnTo>
                  <a:pt x="3520868" y="111096"/>
                </a:lnTo>
                <a:lnTo>
                  <a:pt x="5059111" y="205100"/>
                </a:lnTo>
                <a:lnTo>
                  <a:pt x="5127477" y="59821"/>
                </a:lnTo>
                <a:lnTo>
                  <a:pt x="5349668" y="51275"/>
                </a:lnTo>
                <a:lnTo>
                  <a:pt x="5469309" y="196554"/>
                </a:lnTo>
                <a:lnTo>
                  <a:pt x="5888053" y="0"/>
                </a:lnTo>
                <a:lnTo>
                  <a:pt x="6084606" y="290557"/>
                </a:lnTo>
                <a:lnTo>
                  <a:pt x="6409346" y="94004"/>
                </a:lnTo>
                <a:lnTo>
                  <a:pt x="7340838" y="8546"/>
                </a:lnTo>
                <a:lnTo>
                  <a:pt x="7657032" y="68367"/>
                </a:lnTo>
                <a:lnTo>
                  <a:pt x="8007410" y="111096"/>
                </a:lnTo>
                <a:lnTo>
                  <a:pt x="8383425" y="76913"/>
                </a:lnTo>
                <a:lnTo>
                  <a:pt x="8759440" y="179462"/>
                </a:lnTo>
                <a:lnTo>
                  <a:pt x="8964539" y="68367"/>
                </a:lnTo>
                <a:lnTo>
                  <a:pt x="9289279" y="51275"/>
                </a:lnTo>
                <a:lnTo>
                  <a:pt x="9280733" y="401653"/>
                </a:lnTo>
                <a:lnTo>
                  <a:pt x="8546" y="401653"/>
                </a:lnTo>
                <a:lnTo>
                  <a:pt x="0" y="85458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45000"/>
                  <a:lumOff val="55000"/>
                </a:schemeClr>
              </a:gs>
              <a:gs pos="99000">
                <a:schemeClr val="accent2">
                  <a:lumMod val="5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C0A363-272C-D280-16EB-42332F08A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90" y="4797190"/>
            <a:ext cx="3721100" cy="190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E9CD265-CB43-003D-8C28-CF3C55A22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5570" y="1124680"/>
            <a:ext cx="1333500" cy="1905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4384C8-3EFA-17FA-6A45-2D13BC4448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1170" y="2708900"/>
            <a:ext cx="3644900" cy="2413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78C8BF-50B3-97B9-61F8-BC14ADD1F4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1880" y="4678700"/>
            <a:ext cx="2806700" cy="190500"/>
          </a:xfrm>
          <a:prstGeom prst="rect">
            <a:avLst/>
          </a:prstGeom>
        </p:spPr>
      </p:pic>
      <p:sp>
        <p:nvSpPr>
          <p:cNvPr id="22" name="Freeform 21">
            <a:extLst>
              <a:ext uri="{FF2B5EF4-FFF2-40B4-BE49-F238E27FC236}">
                <a16:creationId xmlns:a16="http://schemas.microsoft.com/office/drawing/2014/main" id="{FB44DA0F-2F01-7A24-83A8-A66146111A23}"/>
              </a:ext>
            </a:extLst>
          </p:cNvPr>
          <p:cNvSpPr/>
          <p:nvPr/>
        </p:nvSpPr>
        <p:spPr>
          <a:xfrm>
            <a:off x="188007" y="3837062"/>
            <a:ext cx="4264352" cy="1187865"/>
          </a:xfrm>
          <a:custGeom>
            <a:avLst/>
            <a:gdLst>
              <a:gd name="csX0" fmla="*/ 0 w 4264352"/>
              <a:gd name="csY0" fmla="*/ 1187865 h 1187865"/>
              <a:gd name="csX1" fmla="*/ 3913974 w 4264352"/>
              <a:gd name="csY1" fmla="*/ 1187865 h 1187865"/>
              <a:gd name="csX2" fmla="*/ 4264352 w 4264352"/>
              <a:gd name="csY2" fmla="*/ 0 h 1187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4352" h="1187865">
                <a:moveTo>
                  <a:pt x="0" y="1187865"/>
                </a:moveTo>
                <a:lnTo>
                  <a:pt x="3913974" y="1187865"/>
                </a:lnTo>
                <a:lnTo>
                  <a:pt x="426435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303169F-290F-C698-C441-CE6FD184E74F}"/>
              </a:ext>
            </a:extLst>
          </p:cNvPr>
          <p:cNvSpPr/>
          <p:nvPr/>
        </p:nvSpPr>
        <p:spPr>
          <a:xfrm>
            <a:off x="4512179" y="4170348"/>
            <a:ext cx="4264352" cy="760575"/>
          </a:xfrm>
          <a:custGeom>
            <a:avLst/>
            <a:gdLst>
              <a:gd name="csX0" fmla="*/ 4264352 w 4264352"/>
              <a:gd name="csY0" fmla="*/ 760575 h 760575"/>
              <a:gd name="csX1" fmla="*/ 1273324 w 4264352"/>
              <a:gd name="csY1" fmla="*/ 760575 h 760575"/>
              <a:gd name="csX2" fmla="*/ 0 w 4264352"/>
              <a:gd name="csY2" fmla="*/ 0 h 760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4352" h="760575">
                <a:moveTo>
                  <a:pt x="4264352" y="760575"/>
                </a:moveTo>
                <a:lnTo>
                  <a:pt x="1273324" y="760575"/>
                </a:lnTo>
                <a:lnTo>
                  <a:pt x="0" y="0"/>
                </a:ln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A7A08CB3-E926-F257-FC33-6F99E634FA7F}"/>
              </a:ext>
            </a:extLst>
          </p:cNvPr>
          <p:cNvSpPr/>
          <p:nvPr/>
        </p:nvSpPr>
        <p:spPr>
          <a:xfrm>
            <a:off x="5785503" y="4264351"/>
            <a:ext cx="59820" cy="675118"/>
          </a:xfrm>
          <a:custGeom>
            <a:avLst/>
            <a:gdLst>
              <a:gd name="csX0" fmla="*/ 0 w 59820"/>
              <a:gd name="csY0" fmla="*/ 675118 h 675118"/>
              <a:gd name="csX1" fmla="*/ 59820 w 59820"/>
              <a:gd name="csY1" fmla="*/ 0 h 6751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9820" h="675118">
                <a:moveTo>
                  <a:pt x="0" y="675118"/>
                </a:moveTo>
                <a:lnTo>
                  <a:pt x="5982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516D7CD-30C0-BC18-67C0-7D2CF1CFA63B}"/>
              </a:ext>
            </a:extLst>
          </p:cNvPr>
          <p:cNvCxnSpPr>
            <a:cxnSpLocks/>
          </p:cNvCxnSpPr>
          <p:nvPr/>
        </p:nvCxnSpPr>
        <p:spPr>
          <a:xfrm>
            <a:off x="6732300" y="1988800"/>
            <a:ext cx="0" cy="1931350"/>
          </a:xfrm>
          <a:prstGeom prst="straightConnector1">
            <a:avLst/>
          </a:prstGeom>
          <a:ln w="4445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7294331A-DB0D-FB10-2E5B-A3F8E7E838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0190" y="2780910"/>
            <a:ext cx="1587500" cy="1778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0" name="Down Arrow 29">
            <a:extLst>
              <a:ext uri="{FF2B5EF4-FFF2-40B4-BE49-F238E27FC236}">
                <a16:creationId xmlns:a16="http://schemas.microsoft.com/office/drawing/2014/main" id="{6D791AB1-8B94-AA8E-0A48-F882111D1FEB}"/>
              </a:ext>
            </a:extLst>
          </p:cNvPr>
          <p:cNvSpPr/>
          <p:nvPr/>
        </p:nvSpPr>
        <p:spPr>
          <a:xfrm>
            <a:off x="755470" y="2060810"/>
            <a:ext cx="484632" cy="2230750"/>
          </a:xfrm>
          <a:prstGeom prst="down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B93C307-10E8-35D5-19EF-1A82A46950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430" y="4318650"/>
            <a:ext cx="1054100" cy="1905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B4AE43B-B66B-075E-85EC-1537B3DB3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39690" y="3717040"/>
            <a:ext cx="1358900" cy="190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320727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915E5F-71B6-8BCB-F12D-8423C7BA46DD}"/>
              </a:ext>
            </a:extLst>
          </p:cNvPr>
          <p:cNvGrpSpPr/>
          <p:nvPr/>
        </p:nvGrpSpPr>
        <p:grpSpPr>
          <a:xfrm flipH="1">
            <a:off x="6659082" y="769069"/>
            <a:ext cx="2159093" cy="1221742"/>
            <a:chOff x="180597" y="4295548"/>
            <a:chExt cx="2159093" cy="118643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763E40A-65A2-CDB0-4943-CDDB666C8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4C9E493-F71C-BC27-580A-5B7FF4FA1029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D40D869-B94F-21AC-137F-178989D4D513}"/>
              </a:ext>
            </a:extLst>
          </p:cNvPr>
          <p:cNvGrpSpPr/>
          <p:nvPr/>
        </p:nvGrpSpPr>
        <p:grpSpPr>
          <a:xfrm>
            <a:off x="4499990" y="771498"/>
            <a:ext cx="2159093" cy="1220620"/>
            <a:chOff x="180597" y="4295548"/>
            <a:chExt cx="2159093" cy="118643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89D3981-FC6E-879E-B603-5F40D7433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4E1BA2FC-23A6-D887-89A7-02C8BCB2C000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99C30C8-DF00-C965-89E2-88C4665CDF3A}"/>
              </a:ext>
            </a:extLst>
          </p:cNvPr>
          <p:cNvGrpSpPr/>
          <p:nvPr/>
        </p:nvGrpSpPr>
        <p:grpSpPr>
          <a:xfrm flipH="1">
            <a:off x="2339689" y="771498"/>
            <a:ext cx="2159093" cy="1221742"/>
            <a:chOff x="180597" y="4295548"/>
            <a:chExt cx="2159093" cy="118643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2E4B609-7F89-23B6-7DFF-B1CE7922F6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D60C086-25FE-25CF-52A2-BA1C21EFEC39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104FA316-6F56-76D4-0036-F71357239E87}"/>
              </a:ext>
            </a:extLst>
          </p:cNvPr>
          <p:cNvSpPr/>
          <p:nvPr/>
        </p:nvSpPr>
        <p:spPr>
          <a:xfrm>
            <a:off x="179390" y="1993239"/>
            <a:ext cx="8641200" cy="1296180"/>
          </a:xfrm>
          <a:prstGeom prst="rect">
            <a:avLst/>
          </a:prstGeom>
          <a:gradFill flip="none" rotWithShape="1">
            <a:gsLst>
              <a:gs pos="0">
                <a:srgbClr val="FFC000"/>
              </a:gs>
              <a:gs pos="100000">
                <a:srgbClr val="FFFF00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4CF5C6-512D-82B8-F472-6A4809911796}"/>
              </a:ext>
            </a:extLst>
          </p:cNvPr>
          <p:cNvGrpSpPr/>
          <p:nvPr/>
        </p:nvGrpSpPr>
        <p:grpSpPr>
          <a:xfrm>
            <a:off x="179390" y="771497"/>
            <a:ext cx="2301560" cy="1219314"/>
            <a:chOff x="180597" y="4295548"/>
            <a:chExt cx="2159093" cy="118643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79E21E6-C332-D0ED-BC6D-20C2BC86E3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4ED65AA-C428-9BF7-2203-5196448E542E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C76EB628-D08E-3B15-5E9E-8323B4DC2267}"/>
              </a:ext>
            </a:extLst>
          </p:cNvPr>
          <p:cNvSpPr/>
          <p:nvPr/>
        </p:nvSpPr>
        <p:spPr>
          <a:xfrm>
            <a:off x="158726" y="764630"/>
            <a:ext cx="8639993" cy="1217614"/>
          </a:xfrm>
          <a:custGeom>
            <a:avLst/>
            <a:gdLst>
              <a:gd name="csX0" fmla="*/ 0 w 8622707"/>
              <a:gd name="csY0" fmla="*/ 213645 h 316195"/>
              <a:gd name="csX1" fmla="*/ 470019 w 8622707"/>
              <a:gd name="csY1" fmla="*/ 213645 h 316195"/>
              <a:gd name="csX2" fmla="*/ 632389 w 8622707"/>
              <a:gd name="csY2" fmla="*/ 196554 h 316195"/>
              <a:gd name="csX3" fmla="*/ 717847 w 8622707"/>
              <a:gd name="csY3" fmla="*/ 188008 h 316195"/>
              <a:gd name="csX4" fmla="*/ 803305 w 8622707"/>
              <a:gd name="csY4" fmla="*/ 179462 h 316195"/>
              <a:gd name="csX5" fmla="*/ 1452785 w 8622707"/>
              <a:gd name="csY5" fmla="*/ 162371 h 316195"/>
              <a:gd name="csX6" fmla="*/ 1546789 w 8622707"/>
              <a:gd name="csY6" fmla="*/ 145279 h 316195"/>
              <a:gd name="csX7" fmla="*/ 1580972 w 8622707"/>
              <a:gd name="csY7" fmla="*/ 136733 h 316195"/>
              <a:gd name="csX8" fmla="*/ 1615156 w 8622707"/>
              <a:gd name="csY8" fmla="*/ 145279 h 316195"/>
              <a:gd name="csX9" fmla="*/ 1640793 w 8622707"/>
              <a:gd name="csY9" fmla="*/ 162371 h 316195"/>
              <a:gd name="csX10" fmla="*/ 1700614 w 8622707"/>
              <a:gd name="csY10" fmla="*/ 188008 h 316195"/>
              <a:gd name="csX11" fmla="*/ 1862984 w 8622707"/>
              <a:gd name="csY11" fmla="*/ 205100 h 316195"/>
              <a:gd name="csX12" fmla="*/ 1922804 w 8622707"/>
              <a:gd name="csY12" fmla="*/ 213645 h 316195"/>
              <a:gd name="csX13" fmla="*/ 1956987 w 8622707"/>
              <a:gd name="csY13" fmla="*/ 222191 h 316195"/>
              <a:gd name="csX14" fmla="*/ 2076628 w 8622707"/>
              <a:gd name="csY14" fmla="*/ 230737 h 316195"/>
              <a:gd name="csX15" fmla="*/ 2281728 w 8622707"/>
              <a:gd name="csY15" fmla="*/ 222191 h 316195"/>
              <a:gd name="csX16" fmla="*/ 2444098 w 8622707"/>
              <a:gd name="csY16" fmla="*/ 213645 h 316195"/>
              <a:gd name="csX17" fmla="*/ 2709017 w 8622707"/>
              <a:gd name="csY17" fmla="*/ 222191 h 316195"/>
              <a:gd name="csX18" fmla="*/ 2820113 w 8622707"/>
              <a:gd name="csY18" fmla="*/ 230737 h 316195"/>
              <a:gd name="csX19" fmla="*/ 3050849 w 8622707"/>
              <a:gd name="csY19" fmla="*/ 213645 h 316195"/>
              <a:gd name="csX20" fmla="*/ 3085032 w 8622707"/>
              <a:gd name="csY20" fmla="*/ 205100 h 316195"/>
              <a:gd name="csX21" fmla="*/ 3418318 w 8622707"/>
              <a:gd name="csY21" fmla="*/ 188008 h 316195"/>
              <a:gd name="csX22" fmla="*/ 3512322 w 8622707"/>
              <a:gd name="csY22" fmla="*/ 162371 h 316195"/>
              <a:gd name="csX23" fmla="*/ 3683238 w 8622707"/>
              <a:gd name="csY23" fmla="*/ 170916 h 316195"/>
              <a:gd name="csX24" fmla="*/ 3717421 w 8622707"/>
              <a:gd name="csY24" fmla="*/ 179462 h 316195"/>
              <a:gd name="csX25" fmla="*/ 3828516 w 8622707"/>
              <a:gd name="csY25" fmla="*/ 205100 h 316195"/>
              <a:gd name="csX26" fmla="*/ 3999432 w 8622707"/>
              <a:gd name="csY26" fmla="*/ 196554 h 316195"/>
              <a:gd name="csX27" fmla="*/ 4025070 w 8622707"/>
              <a:gd name="csY27" fmla="*/ 188008 h 316195"/>
              <a:gd name="csX28" fmla="*/ 4076344 w 8622707"/>
              <a:gd name="csY28" fmla="*/ 179462 h 316195"/>
              <a:gd name="csX29" fmla="*/ 4101982 w 8622707"/>
              <a:gd name="csY29" fmla="*/ 170916 h 316195"/>
              <a:gd name="csX30" fmla="*/ 4153257 w 8622707"/>
              <a:gd name="csY30" fmla="*/ 162371 h 316195"/>
              <a:gd name="csX31" fmla="*/ 4298535 w 8622707"/>
              <a:gd name="csY31" fmla="*/ 145279 h 316195"/>
              <a:gd name="csX32" fmla="*/ 4469451 w 8622707"/>
              <a:gd name="csY32" fmla="*/ 153825 h 316195"/>
              <a:gd name="csX33" fmla="*/ 4503634 w 8622707"/>
              <a:gd name="csY33" fmla="*/ 162371 h 316195"/>
              <a:gd name="csX34" fmla="*/ 4546363 w 8622707"/>
              <a:gd name="csY34" fmla="*/ 170916 h 316195"/>
              <a:gd name="csX35" fmla="*/ 4640367 w 8622707"/>
              <a:gd name="csY35" fmla="*/ 179462 h 316195"/>
              <a:gd name="csX36" fmla="*/ 4666004 w 8622707"/>
              <a:gd name="csY36" fmla="*/ 188008 h 316195"/>
              <a:gd name="csX37" fmla="*/ 4700187 w 8622707"/>
              <a:gd name="csY37" fmla="*/ 205100 h 316195"/>
              <a:gd name="csX38" fmla="*/ 4734371 w 8622707"/>
              <a:gd name="csY38" fmla="*/ 213645 h 316195"/>
              <a:gd name="csX39" fmla="*/ 4777100 w 8622707"/>
              <a:gd name="csY39" fmla="*/ 230737 h 316195"/>
              <a:gd name="csX40" fmla="*/ 4862557 w 8622707"/>
              <a:gd name="csY40" fmla="*/ 247829 h 316195"/>
              <a:gd name="csX41" fmla="*/ 4905286 w 8622707"/>
              <a:gd name="csY41" fmla="*/ 256374 h 316195"/>
              <a:gd name="csX42" fmla="*/ 4948015 w 8622707"/>
              <a:gd name="csY42" fmla="*/ 273466 h 316195"/>
              <a:gd name="csX43" fmla="*/ 5033473 w 8622707"/>
              <a:gd name="csY43" fmla="*/ 290558 h 316195"/>
              <a:gd name="csX44" fmla="*/ 5153114 w 8622707"/>
              <a:gd name="csY44" fmla="*/ 307649 h 316195"/>
              <a:gd name="csX45" fmla="*/ 5580404 w 8622707"/>
              <a:gd name="csY45" fmla="*/ 299103 h 316195"/>
              <a:gd name="csX46" fmla="*/ 5640225 w 8622707"/>
              <a:gd name="csY46" fmla="*/ 282012 h 316195"/>
              <a:gd name="csX47" fmla="*/ 5708591 w 8622707"/>
              <a:gd name="csY47" fmla="*/ 264920 h 316195"/>
              <a:gd name="csX48" fmla="*/ 5776957 w 8622707"/>
              <a:gd name="csY48" fmla="*/ 247829 h 316195"/>
              <a:gd name="csX49" fmla="*/ 5922236 w 8622707"/>
              <a:gd name="csY49" fmla="*/ 230737 h 316195"/>
              <a:gd name="csX50" fmla="*/ 5990602 w 8622707"/>
              <a:gd name="csY50" fmla="*/ 222191 h 316195"/>
              <a:gd name="csX51" fmla="*/ 6041877 w 8622707"/>
              <a:gd name="csY51" fmla="*/ 188008 h 316195"/>
              <a:gd name="csX52" fmla="*/ 6076060 w 8622707"/>
              <a:gd name="csY52" fmla="*/ 162371 h 316195"/>
              <a:gd name="csX53" fmla="*/ 6101698 w 8622707"/>
              <a:gd name="csY53" fmla="*/ 136733 h 316195"/>
              <a:gd name="csX54" fmla="*/ 6161518 w 8622707"/>
              <a:gd name="csY54" fmla="*/ 119642 h 316195"/>
              <a:gd name="csX55" fmla="*/ 6306797 w 8622707"/>
              <a:gd name="csY55" fmla="*/ 136733 h 316195"/>
              <a:gd name="csX56" fmla="*/ 6332434 w 8622707"/>
              <a:gd name="csY56" fmla="*/ 145279 h 316195"/>
              <a:gd name="csX57" fmla="*/ 6409346 w 8622707"/>
              <a:gd name="csY57" fmla="*/ 162371 h 316195"/>
              <a:gd name="csX58" fmla="*/ 6460621 w 8622707"/>
              <a:gd name="csY58" fmla="*/ 179462 h 316195"/>
              <a:gd name="csX59" fmla="*/ 6511896 w 8622707"/>
              <a:gd name="csY59" fmla="*/ 188008 h 316195"/>
              <a:gd name="csX60" fmla="*/ 6631537 w 8622707"/>
              <a:gd name="csY60" fmla="*/ 213645 h 316195"/>
              <a:gd name="csX61" fmla="*/ 6716995 w 8622707"/>
              <a:gd name="csY61" fmla="*/ 222191 h 316195"/>
              <a:gd name="csX62" fmla="*/ 6759724 w 8622707"/>
              <a:gd name="csY62" fmla="*/ 230737 h 316195"/>
              <a:gd name="csX63" fmla="*/ 7169922 w 8622707"/>
              <a:gd name="csY63" fmla="*/ 247829 h 316195"/>
              <a:gd name="csX64" fmla="*/ 7187014 w 8622707"/>
              <a:gd name="csY64" fmla="*/ 273466 h 316195"/>
              <a:gd name="csX65" fmla="*/ 7298109 w 8622707"/>
              <a:gd name="csY65" fmla="*/ 247829 h 316195"/>
              <a:gd name="csX66" fmla="*/ 7323746 w 8622707"/>
              <a:gd name="csY66" fmla="*/ 222191 h 316195"/>
              <a:gd name="csX67" fmla="*/ 7417750 w 8622707"/>
              <a:gd name="csY67" fmla="*/ 102550 h 316195"/>
              <a:gd name="csX68" fmla="*/ 7469025 w 8622707"/>
              <a:gd name="csY68" fmla="*/ 34184 h 316195"/>
              <a:gd name="csX69" fmla="*/ 7528845 w 8622707"/>
              <a:gd name="csY69" fmla="*/ 0 h 316195"/>
              <a:gd name="csX70" fmla="*/ 7605757 w 8622707"/>
              <a:gd name="csY70" fmla="*/ 42729 h 316195"/>
              <a:gd name="csX71" fmla="*/ 7631395 w 8622707"/>
              <a:gd name="csY71" fmla="*/ 68367 h 316195"/>
              <a:gd name="csX72" fmla="*/ 7657032 w 8622707"/>
              <a:gd name="csY72" fmla="*/ 85458 h 316195"/>
              <a:gd name="csX73" fmla="*/ 7682670 w 8622707"/>
              <a:gd name="csY73" fmla="*/ 111096 h 316195"/>
              <a:gd name="csX74" fmla="*/ 7716853 w 8622707"/>
              <a:gd name="csY74" fmla="*/ 136733 h 316195"/>
              <a:gd name="csX75" fmla="*/ 7742490 w 8622707"/>
              <a:gd name="csY75" fmla="*/ 162371 h 316195"/>
              <a:gd name="csX76" fmla="*/ 7802311 w 8622707"/>
              <a:gd name="csY76" fmla="*/ 205100 h 316195"/>
              <a:gd name="csX77" fmla="*/ 7827948 w 8622707"/>
              <a:gd name="csY77" fmla="*/ 239283 h 316195"/>
              <a:gd name="csX78" fmla="*/ 7853585 w 8622707"/>
              <a:gd name="csY78" fmla="*/ 256374 h 316195"/>
              <a:gd name="csX79" fmla="*/ 7887769 w 8622707"/>
              <a:gd name="csY79" fmla="*/ 290558 h 316195"/>
              <a:gd name="csX80" fmla="*/ 7921952 w 8622707"/>
              <a:gd name="csY80" fmla="*/ 299103 h 316195"/>
              <a:gd name="csX81" fmla="*/ 7964681 w 8622707"/>
              <a:gd name="csY81" fmla="*/ 316195 h 316195"/>
              <a:gd name="csX82" fmla="*/ 8109959 w 8622707"/>
              <a:gd name="csY82" fmla="*/ 299103 h 316195"/>
              <a:gd name="csX83" fmla="*/ 8161234 w 8622707"/>
              <a:gd name="csY83" fmla="*/ 282012 h 316195"/>
              <a:gd name="csX84" fmla="*/ 8323604 w 8622707"/>
              <a:gd name="csY84" fmla="*/ 290558 h 316195"/>
              <a:gd name="csX85" fmla="*/ 8485974 w 8622707"/>
              <a:gd name="csY85" fmla="*/ 282012 h 316195"/>
              <a:gd name="csX86" fmla="*/ 8622707 w 8622707"/>
              <a:gd name="csY86" fmla="*/ 282012 h 316195"/>
              <a:gd name="csX0" fmla="*/ 0 w 8635679"/>
              <a:gd name="csY0" fmla="*/ 213645 h 316195"/>
              <a:gd name="csX1" fmla="*/ 470019 w 8635679"/>
              <a:gd name="csY1" fmla="*/ 213645 h 316195"/>
              <a:gd name="csX2" fmla="*/ 632389 w 8635679"/>
              <a:gd name="csY2" fmla="*/ 196554 h 316195"/>
              <a:gd name="csX3" fmla="*/ 717847 w 8635679"/>
              <a:gd name="csY3" fmla="*/ 188008 h 316195"/>
              <a:gd name="csX4" fmla="*/ 803305 w 8635679"/>
              <a:gd name="csY4" fmla="*/ 179462 h 316195"/>
              <a:gd name="csX5" fmla="*/ 1452785 w 8635679"/>
              <a:gd name="csY5" fmla="*/ 162371 h 316195"/>
              <a:gd name="csX6" fmla="*/ 1546789 w 8635679"/>
              <a:gd name="csY6" fmla="*/ 145279 h 316195"/>
              <a:gd name="csX7" fmla="*/ 1580972 w 8635679"/>
              <a:gd name="csY7" fmla="*/ 136733 h 316195"/>
              <a:gd name="csX8" fmla="*/ 1615156 w 8635679"/>
              <a:gd name="csY8" fmla="*/ 145279 h 316195"/>
              <a:gd name="csX9" fmla="*/ 1640793 w 8635679"/>
              <a:gd name="csY9" fmla="*/ 162371 h 316195"/>
              <a:gd name="csX10" fmla="*/ 1700614 w 8635679"/>
              <a:gd name="csY10" fmla="*/ 188008 h 316195"/>
              <a:gd name="csX11" fmla="*/ 1862984 w 8635679"/>
              <a:gd name="csY11" fmla="*/ 205100 h 316195"/>
              <a:gd name="csX12" fmla="*/ 1922804 w 8635679"/>
              <a:gd name="csY12" fmla="*/ 213645 h 316195"/>
              <a:gd name="csX13" fmla="*/ 1956987 w 8635679"/>
              <a:gd name="csY13" fmla="*/ 222191 h 316195"/>
              <a:gd name="csX14" fmla="*/ 2076628 w 8635679"/>
              <a:gd name="csY14" fmla="*/ 230737 h 316195"/>
              <a:gd name="csX15" fmla="*/ 2281728 w 8635679"/>
              <a:gd name="csY15" fmla="*/ 222191 h 316195"/>
              <a:gd name="csX16" fmla="*/ 2444098 w 8635679"/>
              <a:gd name="csY16" fmla="*/ 213645 h 316195"/>
              <a:gd name="csX17" fmla="*/ 2709017 w 8635679"/>
              <a:gd name="csY17" fmla="*/ 222191 h 316195"/>
              <a:gd name="csX18" fmla="*/ 2820113 w 8635679"/>
              <a:gd name="csY18" fmla="*/ 230737 h 316195"/>
              <a:gd name="csX19" fmla="*/ 3050849 w 8635679"/>
              <a:gd name="csY19" fmla="*/ 213645 h 316195"/>
              <a:gd name="csX20" fmla="*/ 3085032 w 8635679"/>
              <a:gd name="csY20" fmla="*/ 205100 h 316195"/>
              <a:gd name="csX21" fmla="*/ 3418318 w 8635679"/>
              <a:gd name="csY21" fmla="*/ 188008 h 316195"/>
              <a:gd name="csX22" fmla="*/ 3512322 w 8635679"/>
              <a:gd name="csY22" fmla="*/ 162371 h 316195"/>
              <a:gd name="csX23" fmla="*/ 3683238 w 8635679"/>
              <a:gd name="csY23" fmla="*/ 170916 h 316195"/>
              <a:gd name="csX24" fmla="*/ 3717421 w 8635679"/>
              <a:gd name="csY24" fmla="*/ 179462 h 316195"/>
              <a:gd name="csX25" fmla="*/ 3828516 w 8635679"/>
              <a:gd name="csY25" fmla="*/ 205100 h 316195"/>
              <a:gd name="csX26" fmla="*/ 3999432 w 8635679"/>
              <a:gd name="csY26" fmla="*/ 196554 h 316195"/>
              <a:gd name="csX27" fmla="*/ 4025070 w 8635679"/>
              <a:gd name="csY27" fmla="*/ 188008 h 316195"/>
              <a:gd name="csX28" fmla="*/ 4076344 w 8635679"/>
              <a:gd name="csY28" fmla="*/ 179462 h 316195"/>
              <a:gd name="csX29" fmla="*/ 4101982 w 8635679"/>
              <a:gd name="csY29" fmla="*/ 170916 h 316195"/>
              <a:gd name="csX30" fmla="*/ 4153257 w 8635679"/>
              <a:gd name="csY30" fmla="*/ 162371 h 316195"/>
              <a:gd name="csX31" fmla="*/ 4298535 w 8635679"/>
              <a:gd name="csY31" fmla="*/ 145279 h 316195"/>
              <a:gd name="csX32" fmla="*/ 4469451 w 8635679"/>
              <a:gd name="csY32" fmla="*/ 153825 h 316195"/>
              <a:gd name="csX33" fmla="*/ 4503634 w 8635679"/>
              <a:gd name="csY33" fmla="*/ 162371 h 316195"/>
              <a:gd name="csX34" fmla="*/ 4546363 w 8635679"/>
              <a:gd name="csY34" fmla="*/ 170916 h 316195"/>
              <a:gd name="csX35" fmla="*/ 4640367 w 8635679"/>
              <a:gd name="csY35" fmla="*/ 179462 h 316195"/>
              <a:gd name="csX36" fmla="*/ 4666004 w 8635679"/>
              <a:gd name="csY36" fmla="*/ 188008 h 316195"/>
              <a:gd name="csX37" fmla="*/ 4700187 w 8635679"/>
              <a:gd name="csY37" fmla="*/ 205100 h 316195"/>
              <a:gd name="csX38" fmla="*/ 4734371 w 8635679"/>
              <a:gd name="csY38" fmla="*/ 213645 h 316195"/>
              <a:gd name="csX39" fmla="*/ 4777100 w 8635679"/>
              <a:gd name="csY39" fmla="*/ 230737 h 316195"/>
              <a:gd name="csX40" fmla="*/ 4862557 w 8635679"/>
              <a:gd name="csY40" fmla="*/ 247829 h 316195"/>
              <a:gd name="csX41" fmla="*/ 4905286 w 8635679"/>
              <a:gd name="csY41" fmla="*/ 256374 h 316195"/>
              <a:gd name="csX42" fmla="*/ 4948015 w 8635679"/>
              <a:gd name="csY42" fmla="*/ 273466 h 316195"/>
              <a:gd name="csX43" fmla="*/ 5033473 w 8635679"/>
              <a:gd name="csY43" fmla="*/ 290558 h 316195"/>
              <a:gd name="csX44" fmla="*/ 5153114 w 8635679"/>
              <a:gd name="csY44" fmla="*/ 307649 h 316195"/>
              <a:gd name="csX45" fmla="*/ 5580404 w 8635679"/>
              <a:gd name="csY45" fmla="*/ 299103 h 316195"/>
              <a:gd name="csX46" fmla="*/ 5640225 w 8635679"/>
              <a:gd name="csY46" fmla="*/ 282012 h 316195"/>
              <a:gd name="csX47" fmla="*/ 5708591 w 8635679"/>
              <a:gd name="csY47" fmla="*/ 264920 h 316195"/>
              <a:gd name="csX48" fmla="*/ 5776957 w 8635679"/>
              <a:gd name="csY48" fmla="*/ 247829 h 316195"/>
              <a:gd name="csX49" fmla="*/ 5922236 w 8635679"/>
              <a:gd name="csY49" fmla="*/ 230737 h 316195"/>
              <a:gd name="csX50" fmla="*/ 5990602 w 8635679"/>
              <a:gd name="csY50" fmla="*/ 222191 h 316195"/>
              <a:gd name="csX51" fmla="*/ 6041877 w 8635679"/>
              <a:gd name="csY51" fmla="*/ 188008 h 316195"/>
              <a:gd name="csX52" fmla="*/ 6076060 w 8635679"/>
              <a:gd name="csY52" fmla="*/ 162371 h 316195"/>
              <a:gd name="csX53" fmla="*/ 6101698 w 8635679"/>
              <a:gd name="csY53" fmla="*/ 136733 h 316195"/>
              <a:gd name="csX54" fmla="*/ 6161518 w 8635679"/>
              <a:gd name="csY54" fmla="*/ 119642 h 316195"/>
              <a:gd name="csX55" fmla="*/ 6306797 w 8635679"/>
              <a:gd name="csY55" fmla="*/ 136733 h 316195"/>
              <a:gd name="csX56" fmla="*/ 6332434 w 8635679"/>
              <a:gd name="csY56" fmla="*/ 145279 h 316195"/>
              <a:gd name="csX57" fmla="*/ 6409346 w 8635679"/>
              <a:gd name="csY57" fmla="*/ 162371 h 316195"/>
              <a:gd name="csX58" fmla="*/ 6460621 w 8635679"/>
              <a:gd name="csY58" fmla="*/ 179462 h 316195"/>
              <a:gd name="csX59" fmla="*/ 6511896 w 8635679"/>
              <a:gd name="csY59" fmla="*/ 188008 h 316195"/>
              <a:gd name="csX60" fmla="*/ 6631537 w 8635679"/>
              <a:gd name="csY60" fmla="*/ 213645 h 316195"/>
              <a:gd name="csX61" fmla="*/ 6716995 w 8635679"/>
              <a:gd name="csY61" fmla="*/ 222191 h 316195"/>
              <a:gd name="csX62" fmla="*/ 6759724 w 8635679"/>
              <a:gd name="csY62" fmla="*/ 230737 h 316195"/>
              <a:gd name="csX63" fmla="*/ 7169922 w 8635679"/>
              <a:gd name="csY63" fmla="*/ 247829 h 316195"/>
              <a:gd name="csX64" fmla="*/ 7187014 w 8635679"/>
              <a:gd name="csY64" fmla="*/ 273466 h 316195"/>
              <a:gd name="csX65" fmla="*/ 7298109 w 8635679"/>
              <a:gd name="csY65" fmla="*/ 247829 h 316195"/>
              <a:gd name="csX66" fmla="*/ 7323746 w 8635679"/>
              <a:gd name="csY66" fmla="*/ 222191 h 316195"/>
              <a:gd name="csX67" fmla="*/ 7417750 w 8635679"/>
              <a:gd name="csY67" fmla="*/ 102550 h 316195"/>
              <a:gd name="csX68" fmla="*/ 7469025 w 8635679"/>
              <a:gd name="csY68" fmla="*/ 34184 h 316195"/>
              <a:gd name="csX69" fmla="*/ 7528845 w 8635679"/>
              <a:gd name="csY69" fmla="*/ 0 h 316195"/>
              <a:gd name="csX70" fmla="*/ 7605757 w 8635679"/>
              <a:gd name="csY70" fmla="*/ 42729 h 316195"/>
              <a:gd name="csX71" fmla="*/ 7631395 w 8635679"/>
              <a:gd name="csY71" fmla="*/ 68367 h 316195"/>
              <a:gd name="csX72" fmla="*/ 7657032 w 8635679"/>
              <a:gd name="csY72" fmla="*/ 85458 h 316195"/>
              <a:gd name="csX73" fmla="*/ 7682670 w 8635679"/>
              <a:gd name="csY73" fmla="*/ 111096 h 316195"/>
              <a:gd name="csX74" fmla="*/ 7716853 w 8635679"/>
              <a:gd name="csY74" fmla="*/ 136733 h 316195"/>
              <a:gd name="csX75" fmla="*/ 7742490 w 8635679"/>
              <a:gd name="csY75" fmla="*/ 162371 h 316195"/>
              <a:gd name="csX76" fmla="*/ 7802311 w 8635679"/>
              <a:gd name="csY76" fmla="*/ 205100 h 316195"/>
              <a:gd name="csX77" fmla="*/ 7827948 w 8635679"/>
              <a:gd name="csY77" fmla="*/ 239283 h 316195"/>
              <a:gd name="csX78" fmla="*/ 7853585 w 8635679"/>
              <a:gd name="csY78" fmla="*/ 256374 h 316195"/>
              <a:gd name="csX79" fmla="*/ 7887769 w 8635679"/>
              <a:gd name="csY79" fmla="*/ 290558 h 316195"/>
              <a:gd name="csX80" fmla="*/ 7921952 w 8635679"/>
              <a:gd name="csY80" fmla="*/ 299103 h 316195"/>
              <a:gd name="csX81" fmla="*/ 7964681 w 8635679"/>
              <a:gd name="csY81" fmla="*/ 316195 h 316195"/>
              <a:gd name="csX82" fmla="*/ 8109959 w 8635679"/>
              <a:gd name="csY82" fmla="*/ 299103 h 316195"/>
              <a:gd name="csX83" fmla="*/ 8161234 w 8635679"/>
              <a:gd name="csY83" fmla="*/ 282012 h 316195"/>
              <a:gd name="csX84" fmla="*/ 8323604 w 8635679"/>
              <a:gd name="csY84" fmla="*/ 290558 h 316195"/>
              <a:gd name="csX85" fmla="*/ 8485974 w 8635679"/>
              <a:gd name="csY85" fmla="*/ 282012 h 316195"/>
              <a:gd name="csX86" fmla="*/ 8622707 w 8635679"/>
              <a:gd name="csY86" fmla="*/ 282012 h 316195"/>
              <a:gd name="csX87" fmla="*/ 8631253 w 8635679"/>
              <a:gd name="csY87" fmla="*/ 290558 h 316195"/>
              <a:gd name="csX0" fmla="*/ 0 w 8639993"/>
              <a:gd name="csY0" fmla="*/ 213645 h 1213503"/>
              <a:gd name="csX1" fmla="*/ 470019 w 8639993"/>
              <a:gd name="csY1" fmla="*/ 213645 h 1213503"/>
              <a:gd name="csX2" fmla="*/ 632389 w 8639993"/>
              <a:gd name="csY2" fmla="*/ 196554 h 1213503"/>
              <a:gd name="csX3" fmla="*/ 717847 w 8639993"/>
              <a:gd name="csY3" fmla="*/ 188008 h 1213503"/>
              <a:gd name="csX4" fmla="*/ 803305 w 8639993"/>
              <a:gd name="csY4" fmla="*/ 179462 h 1213503"/>
              <a:gd name="csX5" fmla="*/ 1452785 w 8639993"/>
              <a:gd name="csY5" fmla="*/ 162371 h 1213503"/>
              <a:gd name="csX6" fmla="*/ 1546789 w 8639993"/>
              <a:gd name="csY6" fmla="*/ 145279 h 1213503"/>
              <a:gd name="csX7" fmla="*/ 1580972 w 8639993"/>
              <a:gd name="csY7" fmla="*/ 136733 h 1213503"/>
              <a:gd name="csX8" fmla="*/ 1615156 w 8639993"/>
              <a:gd name="csY8" fmla="*/ 145279 h 1213503"/>
              <a:gd name="csX9" fmla="*/ 1640793 w 8639993"/>
              <a:gd name="csY9" fmla="*/ 162371 h 1213503"/>
              <a:gd name="csX10" fmla="*/ 1700614 w 8639993"/>
              <a:gd name="csY10" fmla="*/ 188008 h 1213503"/>
              <a:gd name="csX11" fmla="*/ 1862984 w 8639993"/>
              <a:gd name="csY11" fmla="*/ 205100 h 1213503"/>
              <a:gd name="csX12" fmla="*/ 1922804 w 8639993"/>
              <a:gd name="csY12" fmla="*/ 213645 h 1213503"/>
              <a:gd name="csX13" fmla="*/ 1956987 w 8639993"/>
              <a:gd name="csY13" fmla="*/ 222191 h 1213503"/>
              <a:gd name="csX14" fmla="*/ 2076628 w 8639993"/>
              <a:gd name="csY14" fmla="*/ 230737 h 1213503"/>
              <a:gd name="csX15" fmla="*/ 2281728 w 8639993"/>
              <a:gd name="csY15" fmla="*/ 222191 h 1213503"/>
              <a:gd name="csX16" fmla="*/ 2444098 w 8639993"/>
              <a:gd name="csY16" fmla="*/ 213645 h 1213503"/>
              <a:gd name="csX17" fmla="*/ 2709017 w 8639993"/>
              <a:gd name="csY17" fmla="*/ 222191 h 1213503"/>
              <a:gd name="csX18" fmla="*/ 2820113 w 8639993"/>
              <a:gd name="csY18" fmla="*/ 230737 h 1213503"/>
              <a:gd name="csX19" fmla="*/ 3050849 w 8639993"/>
              <a:gd name="csY19" fmla="*/ 213645 h 1213503"/>
              <a:gd name="csX20" fmla="*/ 3085032 w 8639993"/>
              <a:gd name="csY20" fmla="*/ 205100 h 1213503"/>
              <a:gd name="csX21" fmla="*/ 3418318 w 8639993"/>
              <a:gd name="csY21" fmla="*/ 188008 h 1213503"/>
              <a:gd name="csX22" fmla="*/ 3512322 w 8639993"/>
              <a:gd name="csY22" fmla="*/ 162371 h 1213503"/>
              <a:gd name="csX23" fmla="*/ 3683238 w 8639993"/>
              <a:gd name="csY23" fmla="*/ 170916 h 1213503"/>
              <a:gd name="csX24" fmla="*/ 3717421 w 8639993"/>
              <a:gd name="csY24" fmla="*/ 179462 h 1213503"/>
              <a:gd name="csX25" fmla="*/ 3828516 w 8639993"/>
              <a:gd name="csY25" fmla="*/ 205100 h 1213503"/>
              <a:gd name="csX26" fmla="*/ 3999432 w 8639993"/>
              <a:gd name="csY26" fmla="*/ 196554 h 1213503"/>
              <a:gd name="csX27" fmla="*/ 4025070 w 8639993"/>
              <a:gd name="csY27" fmla="*/ 188008 h 1213503"/>
              <a:gd name="csX28" fmla="*/ 4076344 w 8639993"/>
              <a:gd name="csY28" fmla="*/ 179462 h 1213503"/>
              <a:gd name="csX29" fmla="*/ 4101982 w 8639993"/>
              <a:gd name="csY29" fmla="*/ 170916 h 1213503"/>
              <a:gd name="csX30" fmla="*/ 4153257 w 8639993"/>
              <a:gd name="csY30" fmla="*/ 162371 h 1213503"/>
              <a:gd name="csX31" fmla="*/ 4298535 w 8639993"/>
              <a:gd name="csY31" fmla="*/ 145279 h 1213503"/>
              <a:gd name="csX32" fmla="*/ 4469451 w 8639993"/>
              <a:gd name="csY32" fmla="*/ 153825 h 1213503"/>
              <a:gd name="csX33" fmla="*/ 4503634 w 8639993"/>
              <a:gd name="csY33" fmla="*/ 162371 h 1213503"/>
              <a:gd name="csX34" fmla="*/ 4546363 w 8639993"/>
              <a:gd name="csY34" fmla="*/ 170916 h 1213503"/>
              <a:gd name="csX35" fmla="*/ 4640367 w 8639993"/>
              <a:gd name="csY35" fmla="*/ 179462 h 1213503"/>
              <a:gd name="csX36" fmla="*/ 4666004 w 8639993"/>
              <a:gd name="csY36" fmla="*/ 188008 h 1213503"/>
              <a:gd name="csX37" fmla="*/ 4700187 w 8639993"/>
              <a:gd name="csY37" fmla="*/ 205100 h 1213503"/>
              <a:gd name="csX38" fmla="*/ 4734371 w 8639993"/>
              <a:gd name="csY38" fmla="*/ 213645 h 1213503"/>
              <a:gd name="csX39" fmla="*/ 4777100 w 8639993"/>
              <a:gd name="csY39" fmla="*/ 230737 h 1213503"/>
              <a:gd name="csX40" fmla="*/ 4862557 w 8639993"/>
              <a:gd name="csY40" fmla="*/ 247829 h 1213503"/>
              <a:gd name="csX41" fmla="*/ 4905286 w 8639993"/>
              <a:gd name="csY41" fmla="*/ 256374 h 1213503"/>
              <a:gd name="csX42" fmla="*/ 4948015 w 8639993"/>
              <a:gd name="csY42" fmla="*/ 273466 h 1213503"/>
              <a:gd name="csX43" fmla="*/ 5033473 w 8639993"/>
              <a:gd name="csY43" fmla="*/ 290558 h 1213503"/>
              <a:gd name="csX44" fmla="*/ 5153114 w 8639993"/>
              <a:gd name="csY44" fmla="*/ 307649 h 1213503"/>
              <a:gd name="csX45" fmla="*/ 5580404 w 8639993"/>
              <a:gd name="csY45" fmla="*/ 299103 h 1213503"/>
              <a:gd name="csX46" fmla="*/ 5640225 w 8639993"/>
              <a:gd name="csY46" fmla="*/ 282012 h 1213503"/>
              <a:gd name="csX47" fmla="*/ 5708591 w 8639993"/>
              <a:gd name="csY47" fmla="*/ 264920 h 1213503"/>
              <a:gd name="csX48" fmla="*/ 5776957 w 8639993"/>
              <a:gd name="csY48" fmla="*/ 247829 h 1213503"/>
              <a:gd name="csX49" fmla="*/ 5922236 w 8639993"/>
              <a:gd name="csY49" fmla="*/ 230737 h 1213503"/>
              <a:gd name="csX50" fmla="*/ 5990602 w 8639993"/>
              <a:gd name="csY50" fmla="*/ 222191 h 1213503"/>
              <a:gd name="csX51" fmla="*/ 6041877 w 8639993"/>
              <a:gd name="csY51" fmla="*/ 188008 h 1213503"/>
              <a:gd name="csX52" fmla="*/ 6076060 w 8639993"/>
              <a:gd name="csY52" fmla="*/ 162371 h 1213503"/>
              <a:gd name="csX53" fmla="*/ 6101698 w 8639993"/>
              <a:gd name="csY53" fmla="*/ 136733 h 1213503"/>
              <a:gd name="csX54" fmla="*/ 6161518 w 8639993"/>
              <a:gd name="csY54" fmla="*/ 119642 h 1213503"/>
              <a:gd name="csX55" fmla="*/ 6306797 w 8639993"/>
              <a:gd name="csY55" fmla="*/ 136733 h 1213503"/>
              <a:gd name="csX56" fmla="*/ 6332434 w 8639993"/>
              <a:gd name="csY56" fmla="*/ 145279 h 1213503"/>
              <a:gd name="csX57" fmla="*/ 6409346 w 8639993"/>
              <a:gd name="csY57" fmla="*/ 162371 h 1213503"/>
              <a:gd name="csX58" fmla="*/ 6460621 w 8639993"/>
              <a:gd name="csY58" fmla="*/ 179462 h 1213503"/>
              <a:gd name="csX59" fmla="*/ 6511896 w 8639993"/>
              <a:gd name="csY59" fmla="*/ 188008 h 1213503"/>
              <a:gd name="csX60" fmla="*/ 6631537 w 8639993"/>
              <a:gd name="csY60" fmla="*/ 213645 h 1213503"/>
              <a:gd name="csX61" fmla="*/ 6716995 w 8639993"/>
              <a:gd name="csY61" fmla="*/ 222191 h 1213503"/>
              <a:gd name="csX62" fmla="*/ 6759724 w 8639993"/>
              <a:gd name="csY62" fmla="*/ 230737 h 1213503"/>
              <a:gd name="csX63" fmla="*/ 7169922 w 8639993"/>
              <a:gd name="csY63" fmla="*/ 247829 h 1213503"/>
              <a:gd name="csX64" fmla="*/ 7187014 w 8639993"/>
              <a:gd name="csY64" fmla="*/ 273466 h 1213503"/>
              <a:gd name="csX65" fmla="*/ 7298109 w 8639993"/>
              <a:gd name="csY65" fmla="*/ 247829 h 1213503"/>
              <a:gd name="csX66" fmla="*/ 7323746 w 8639993"/>
              <a:gd name="csY66" fmla="*/ 222191 h 1213503"/>
              <a:gd name="csX67" fmla="*/ 7417750 w 8639993"/>
              <a:gd name="csY67" fmla="*/ 102550 h 1213503"/>
              <a:gd name="csX68" fmla="*/ 7469025 w 8639993"/>
              <a:gd name="csY68" fmla="*/ 34184 h 1213503"/>
              <a:gd name="csX69" fmla="*/ 7528845 w 8639993"/>
              <a:gd name="csY69" fmla="*/ 0 h 1213503"/>
              <a:gd name="csX70" fmla="*/ 7605757 w 8639993"/>
              <a:gd name="csY70" fmla="*/ 42729 h 1213503"/>
              <a:gd name="csX71" fmla="*/ 7631395 w 8639993"/>
              <a:gd name="csY71" fmla="*/ 68367 h 1213503"/>
              <a:gd name="csX72" fmla="*/ 7657032 w 8639993"/>
              <a:gd name="csY72" fmla="*/ 85458 h 1213503"/>
              <a:gd name="csX73" fmla="*/ 7682670 w 8639993"/>
              <a:gd name="csY73" fmla="*/ 111096 h 1213503"/>
              <a:gd name="csX74" fmla="*/ 7716853 w 8639993"/>
              <a:gd name="csY74" fmla="*/ 136733 h 1213503"/>
              <a:gd name="csX75" fmla="*/ 7742490 w 8639993"/>
              <a:gd name="csY75" fmla="*/ 162371 h 1213503"/>
              <a:gd name="csX76" fmla="*/ 7802311 w 8639993"/>
              <a:gd name="csY76" fmla="*/ 205100 h 1213503"/>
              <a:gd name="csX77" fmla="*/ 7827948 w 8639993"/>
              <a:gd name="csY77" fmla="*/ 239283 h 1213503"/>
              <a:gd name="csX78" fmla="*/ 7853585 w 8639993"/>
              <a:gd name="csY78" fmla="*/ 256374 h 1213503"/>
              <a:gd name="csX79" fmla="*/ 7887769 w 8639993"/>
              <a:gd name="csY79" fmla="*/ 290558 h 1213503"/>
              <a:gd name="csX80" fmla="*/ 7921952 w 8639993"/>
              <a:gd name="csY80" fmla="*/ 299103 h 1213503"/>
              <a:gd name="csX81" fmla="*/ 7964681 w 8639993"/>
              <a:gd name="csY81" fmla="*/ 316195 h 1213503"/>
              <a:gd name="csX82" fmla="*/ 8109959 w 8639993"/>
              <a:gd name="csY82" fmla="*/ 299103 h 1213503"/>
              <a:gd name="csX83" fmla="*/ 8161234 w 8639993"/>
              <a:gd name="csY83" fmla="*/ 282012 h 1213503"/>
              <a:gd name="csX84" fmla="*/ 8323604 w 8639993"/>
              <a:gd name="csY84" fmla="*/ 290558 h 1213503"/>
              <a:gd name="csX85" fmla="*/ 8485974 w 8639993"/>
              <a:gd name="csY85" fmla="*/ 282012 h 1213503"/>
              <a:gd name="csX86" fmla="*/ 8622707 w 8639993"/>
              <a:gd name="csY86" fmla="*/ 282012 h 1213503"/>
              <a:gd name="csX87" fmla="*/ 8639799 w 8639993"/>
              <a:gd name="csY87" fmla="*/ 1213503 h 1213503"/>
              <a:gd name="csX0" fmla="*/ 0 w 8639993"/>
              <a:gd name="csY0" fmla="*/ 213645 h 1277787"/>
              <a:gd name="csX1" fmla="*/ 470019 w 8639993"/>
              <a:gd name="csY1" fmla="*/ 213645 h 1277787"/>
              <a:gd name="csX2" fmla="*/ 632389 w 8639993"/>
              <a:gd name="csY2" fmla="*/ 196554 h 1277787"/>
              <a:gd name="csX3" fmla="*/ 717847 w 8639993"/>
              <a:gd name="csY3" fmla="*/ 188008 h 1277787"/>
              <a:gd name="csX4" fmla="*/ 803305 w 8639993"/>
              <a:gd name="csY4" fmla="*/ 179462 h 1277787"/>
              <a:gd name="csX5" fmla="*/ 1452785 w 8639993"/>
              <a:gd name="csY5" fmla="*/ 162371 h 1277787"/>
              <a:gd name="csX6" fmla="*/ 1546789 w 8639993"/>
              <a:gd name="csY6" fmla="*/ 145279 h 1277787"/>
              <a:gd name="csX7" fmla="*/ 1580972 w 8639993"/>
              <a:gd name="csY7" fmla="*/ 136733 h 1277787"/>
              <a:gd name="csX8" fmla="*/ 1615156 w 8639993"/>
              <a:gd name="csY8" fmla="*/ 145279 h 1277787"/>
              <a:gd name="csX9" fmla="*/ 1640793 w 8639993"/>
              <a:gd name="csY9" fmla="*/ 162371 h 1277787"/>
              <a:gd name="csX10" fmla="*/ 1700614 w 8639993"/>
              <a:gd name="csY10" fmla="*/ 188008 h 1277787"/>
              <a:gd name="csX11" fmla="*/ 1862984 w 8639993"/>
              <a:gd name="csY11" fmla="*/ 205100 h 1277787"/>
              <a:gd name="csX12" fmla="*/ 1922804 w 8639993"/>
              <a:gd name="csY12" fmla="*/ 213645 h 1277787"/>
              <a:gd name="csX13" fmla="*/ 1956987 w 8639993"/>
              <a:gd name="csY13" fmla="*/ 222191 h 1277787"/>
              <a:gd name="csX14" fmla="*/ 2076628 w 8639993"/>
              <a:gd name="csY14" fmla="*/ 230737 h 1277787"/>
              <a:gd name="csX15" fmla="*/ 2281728 w 8639993"/>
              <a:gd name="csY15" fmla="*/ 222191 h 1277787"/>
              <a:gd name="csX16" fmla="*/ 2444098 w 8639993"/>
              <a:gd name="csY16" fmla="*/ 213645 h 1277787"/>
              <a:gd name="csX17" fmla="*/ 2709017 w 8639993"/>
              <a:gd name="csY17" fmla="*/ 222191 h 1277787"/>
              <a:gd name="csX18" fmla="*/ 2820113 w 8639993"/>
              <a:gd name="csY18" fmla="*/ 230737 h 1277787"/>
              <a:gd name="csX19" fmla="*/ 3050849 w 8639993"/>
              <a:gd name="csY19" fmla="*/ 213645 h 1277787"/>
              <a:gd name="csX20" fmla="*/ 3085032 w 8639993"/>
              <a:gd name="csY20" fmla="*/ 205100 h 1277787"/>
              <a:gd name="csX21" fmla="*/ 3418318 w 8639993"/>
              <a:gd name="csY21" fmla="*/ 188008 h 1277787"/>
              <a:gd name="csX22" fmla="*/ 3512322 w 8639993"/>
              <a:gd name="csY22" fmla="*/ 162371 h 1277787"/>
              <a:gd name="csX23" fmla="*/ 3683238 w 8639993"/>
              <a:gd name="csY23" fmla="*/ 170916 h 1277787"/>
              <a:gd name="csX24" fmla="*/ 3717421 w 8639993"/>
              <a:gd name="csY24" fmla="*/ 179462 h 1277787"/>
              <a:gd name="csX25" fmla="*/ 3828516 w 8639993"/>
              <a:gd name="csY25" fmla="*/ 205100 h 1277787"/>
              <a:gd name="csX26" fmla="*/ 3999432 w 8639993"/>
              <a:gd name="csY26" fmla="*/ 196554 h 1277787"/>
              <a:gd name="csX27" fmla="*/ 4025070 w 8639993"/>
              <a:gd name="csY27" fmla="*/ 188008 h 1277787"/>
              <a:gd name="csX28" fmla="*/ 4076344 w 8639993"/>
              <a:gd name="csY28" fmla="*/ 179462 h 1277787"/>
              <a:gd name="csX29" fmla="*/ 4101982 w 8639993"/>
              <a:gd name="csY29" fmla="*/ 170916 h 1277787"/>
              <a:gd name="csX30" fmla="*/ 4153257 w 8639993"/>
              <a:gd name="csY30" fmla="*/ 162371 h 1277787"/>
              <a:gd name="csX31" fmla="*/ 4298535 w 8639993"/>
              <a:gd name="csY31" fmla="*/ 145279 h 1277787"/>
              <a:gd name="csX32" fmla="*/ 4469451 w 8639993"/>
              <a:gd name="csY32" fmla="*/ 153825 h 1277787"/>
              <a:gd name="csX33" fmla="*/ 4503634 w 8639993"/>
              <a:gd name="csY33" fmla="*/ 162371 h 1277787"/>
              <a:gd name="csX34" fmla="*/ 4546363 w 8639993"/>
              <a:gd name="csY34" fmla="*/ 170916 h 1277787"/>
              <a:gd name="csX35" fmla="*/ 4640367 w 8639993"/>
              <a:gd name="csY35" fmla="*/ 179462 h 1277787"/>
              <a:gd name="csX36" fmla="*/ 4666004 w 8639993"/>
              <a:gd name="csY36" fmla="*/ 188008 h 1277787"/>
              <a:gd name="csX37" fmla="*/ 4700187 w 8639993"/>
              <a:gd name="csY37" fmla="*/ 205100 h 1277787"/>
              <a:gd name="csX38" fmla="*/ 4734371 w 8639993"/>
              <a:gd name="csY38" fmla="*/ 213645 h 1277787"/>
              <a:gd name="csX39" fmla="*/ 4777100 w 8639993"/>
              <a:gd name="csY39" fmla="*/ 230737 h 1277787"/>
              <a:gd name="csX40" fmla="*/ 4862557 w 8639993"/>
              <a:gd name="csY40" fmla="*/ 247829 h 1277787"/>
              <a:gd name="csX41" fmla="*/ 4905286 w 8639993"/>
              <a:gd name="csY41" fmla="*/ 256374 h 1277787"/>
              <a:gd name="csX42" fmla="*/ 4948015 w 8639993"/>
              <a:gd name="csY42" fmla="*/ 273466 h 1277787"/>
              <a:gd name="csX43" fmla="*/ 5033473 w 8639993"/>
              <a:gd name="csY43" fmla="*/ 290558 h 1277787"/>
              <a:gd name="csX44" fmla="*/ 5153114 w 8639993"/>
              <a:gd name="csY44" fmla="*/ 307649 h 1277787"/>
              <a:gd name="csX45" fmla="*/ 5580404 w 8639993"/>
              <a:gd name="csY45" fmla="*/ 299103 h 1277787"/>
              <a:gd name="csX46" fmla="*/ 5640225 w 8639993"/>
              <a:gd name="csY46" fmla="*/ 282012 h 1277787"/>
              <a:gd name="csX47" fmla="*/ 5708591 w 8639993"/>
              <a:gd name="csY47" fmla="*/ 264920 h 1277787"/>
              <a:gd name="csX48" fmla="*/ 5776957 w 8639993"/>
              <a:gd name="csY48" fmla="*/ 247829 h 1277787"/>
              <a:gd name="csX49" fmla="*/ 5922236 w 8639993"/>
              <a:gd name="csY49" fmla="*/ 230737 h 1277787"/>
              <a:gd name="csX50" fmla="*/ 5990602 w 8639993"/>
              <a:gd name="csY50" fmla="*/ 222191 h 1277787"/>
              <a:gd name="csX51" fmla="*/ 6041877 w 8639993"/>
              <a:gd name="csY51" fmla="*/ 188008 h 1277787"/>
              <a:gd name="csX52" fmla="*/ 6076060 w 8639993"/>
              <a:gd name="csY52" fmla="*/ 162371 h 1277787"/>
              <a:gd name="csX53" fmla="*/ 6101698 w 8639993"/>
              <a:gd name="csY53" fmla="*/ 136733 h 1277787"/>
              <a:gd name="csX54" fmla="*/ 6161518 w 8639993"/>
              <a:gd name="csY54" fmla="*/ 119642 h 1277787"/>
              <a:gd name="csX55" fmla="*/ 6306797 w 8639993"/>
              <a:gd name="csY55" fmla="*/ 136733 h 1277787"/>
              <a:gd name="csX56" fmla="*/ 6332434 w 8639993"/>
              <a:gd name="csY56" fmla="*/ 145279 h 1277787"/>
              <a:gd name="csX57" fmla="*/ 6409346 w 8639993"/>
              <a:gd name="csY57" fmla="*/ 162371 h 1277787"/>
              <a:gd name="csX58" fmla="*/ 6460621 w 8639993"/>
              <a:gd name="csY58" fmla="*/ 179462 h 1277787"/>
              <a:gd name="csX59" fmla="*/ 6511896 w 8639993"/>
              <a:gd name="csY59" fmla="*/ 188008 h 1277787"/>
              <a:gd name="csX60" fmla="*/ 6631537 w 8639993"/>
              <a:gd name="csY60" fmla="*/ 213645 h 1277787"/>
              <a:gd name="csX61" fmla="*/ 6716995 w 8639993"/>
              <a:gd name="csY61" fmla="*/ 222191 h 1277787"/>
              <a:gd name="csX62" fmla="*/ 6759724 w 8639993"/>
              <a:gd name="csY62" fmla="*/ 230737 h 1277787"/>
              <a:gd name="csX63" fmla="*/ 7169922 w 8639993"/>
              <a:gd name="csY63" fmla="*/ 247829 h 1277787"/>
              <a:gd name="csX64" fmla="*/ 7187014 w 8639993"/>
              <a:gd name="csY64" fmla="*/ 273466 h 1277787"/>
              <a:gd name="csX65" fmla="*/ 7298109 w 8639993"/>
              <a:gd name="csY65" fmla="*/ 247829 h 1277787"/>
              <a:gd name="csX66" fmla="*/ 7323746 w 8639993"/>
              <a:gd name="csY66" fmla="*/ 222191 h 1277787"/>
              <a:gd name="csX67" fmla="*/ 7417750 w 8639993"/>
              <a:gd name="csY67" fmla="*/ 102550 h 1277787"/>
              <a:gd name="csX68" fmla="*/ 7469025 w 8639993"/>
              <a:gd name="csY68" fmla="*/ 34184 h 1277787"/>
              <a:gd name="csX69" fmla="*/ 7528845 w 8639993"/>
              <a:gd name="csY69" fmla="*/ 0 h 1277787"/>
              <a:gd name="csX70" fmla="*/ 7605757 w 8639993"/>
              <a:gd name="csY70" fmla="*/ 42729 h 1277787"/>
              <a:gd name="csX71" fmla="*/ 7631395 w 8639993"/>
              <a:gd name="csY71" fmla="*/ 68367 h 1277787"/>
              <a:gd name="csX72" fmla="*/ 7657032 w 8639993"/>
              <a:gd name="csY72" fmla="*/ 85458 h 1277787"/>
              <a:gd name="csX73" fmla="*/ 7682670 w 8639993"/>
              <a:gd name="csY73" fmla="*/ 111096 h 1277787"/>
              <a:gd name="csX74" fmla="*/ 7716853 w 8639993"/>
              <a:gd name="csY74" fmla="*/ 136733 h 1277787"/>
              <a:gd name="csX75" fmla="*/ 7742490 w 8639993"/>
              <a:gd name="csY75" fmla="*/ 162371 h 1277787"/>
              <a:gd name="csX76" fmla="*/ 7802311 w 8639993"/>
              <a:gd name="csY76" fmla="*/ 205100 h 1277787"/>
              <a:gd name="csX77" fmla="*/ 7827948 w 8639993"/>
              <a:gd name="csY77" fmla="*/ 239283 h 1277787"/>
              <a:gd name="csX78" fmla="*/ 7853585 w 8639993"/>
              <a:gd name="csY78" fmla="*/ 256374 h 1277787"/>
              <a:gd name="csX79" fmla="*/ 7887769 w 8639993"/>
              <a:gd name="csY79" fmla="*/ 290558 h 1277787"/>
              <a:gd name="csX80" fmla="*/ 7921952 w 8639993"/>
              <a:gd name="csY80" fmla="*/ 299103 h 1277787"/>
              <a:gd name="csX81" fmla="*/ 7964681 w 8639993"/>
              <a:gd name="csY81" fmla="*/ 316195 h 1277787"/>
              <a:gd name="csX82" fmla="*/ 8109959 w 8639993"/>
              <a:gd name="csY82" fmla="*/ 299103 h 1277787"/>
              <a:gd name="csX83" fmla="*/ 8161234 w 8639993"/>
              <a:gd name="csY83" fmla="*/ 282012 h 1277787"/>
              <a:gd name="csX84" fmla="*/ 8323604 w 8639993"/>
              <a:gd name="csY84" fmla="*/ 290558 h 1277787"/>
              <a:gd name="csX85" fmla="*/ 8485974 w 8639993"/>
              <a:gd name="csY85" fmla="*/ 282012 h 1277787"/>
              <a:gd name="csX86" fmla="*/ 8622707 w 8639993"/>
              <a:gd name="csY86" fmla="*/ 282012 h 1277787"/>
              <a:gd name="csX87" fmla="*/ 8639799 w 8639993"/>
              <a:gd name="csY87" fmla="*/ 1213503 h 1277787"/>
              <a:gd name="csX88" fmla="*/ 8631253 w 8639993"/>
              <a:gd name="csY88" fmla="*/ 1196412 h 1277787"/>
              <a:gd name="csX0" fmla="*/ 0 w 8639993"/>
              <a:gd name="csY0" fmla="*/ 213645 h 1262509"/>
              <a:gd name="csX1" fmla="*/ 470019 w 8639993"/>
              <a:gd name="csY1" fmla="*/ 213645 h 1262509"/>
              <a:gd name="csX2" fmla="*/ 632389 w 8639993"/>
              <a:gd name="csY2" fmla="*/ 196554 h 1262509"/>
              <a:gd name="csX3" fmla="*/ 717847 w 8639993"/>
              <a:gd name="csY3" fmla="*/ 188008 h 1262509"/>
              <a:gd name="csX4" fmla="*/ 803305 w 8639993"/>
              <a:gd name="csY4" fmla="*/ 179462 h 1262509"/>
              <a:gd name="csX5" fmla="*/ 1452785 w 8639993"/>
              <a:gd name="csY5" fmla="*/ 162371 h 1262509"/>
              <a:gd name="csX6" fmla="*/ 1546789 w 8639993"/>
              <a:gd name="csY6" fmla="*/ 145279 h 1262509"/>
              <a:gd name="csX7" fmla="*/ 1580972 w 8639993"/>
              <a:gd name="csY7" fmla="*/ 136733 h 1262509"/>
              <a:gd name="csX8" fmla="*/ 1615156 w 8639993"/>
              <a:gd name="csY8" fmla="*/ 145279 h 1262509"/>
              <a:gd name="csX9" fmla="*/ 1640793 w 8639993"/>
              <a:gd name="csY9" fmla="*/ 162371 h 1262509"/>
              <a:gd name="csX10" fmla="*/ 1700614 w 8639993"/>
              <a:gd name="csY10" fmla="*/ 188008 h 1262509"/>
              <a:gd name="csX11" fmla="*/ 1862984 w 8639993"/>
              <a:gd name="csY11" fmla="*/ 205100 h 1262509"/>
              <a:gd name="csX12" fmla="*/ 1922804 w 8639993"/>
              <a:gd name="csY12" fmla="*/ 213645 h 1262509"/>
              <a:gd name="csX13" fmla="*/ 1956987 w 8639993"/>
              <a:gd name="csY13" fmla="*/ 222191 h 1262509"/>
              <a:gd name="csX14" fmla="*/ 2076628 w 8639993"/>
              <a:gd name="csY14" fmla="*/ 230737 h 1262509"/>
              <a:gd name="csX15" fmla="*/ 2281728 w 8639993"/>
              <a:gd name="csY15" fmla="*/ 222191 h 1262509"/>
              <a:gd name="csX16" fmla="*/ 2444098 w 8639993"/>
              <a:gd name="csY16" fmla="*/ 213645 h 1262509"/>
              <a:gd name="csX17" fmla="*/ 2709017 w 8639993"/>
              <a:gd name="csY17" fmla="*/ 222191 h 1262509"/>
              <a:gd name="csX18" fmla="*/ 2820113 w 8639993"/>
              <a:gd name="csY18" fmla="*/ 230737 h 1262509"/>
              <a:gd name="csX19" fmla="*/ 3050849 w 8639993"/>
              <a:gd name="csY19" fmla="*/ 213645 h 1262509"/>
              <a:gd name="csX20" fmla="*/ 3085032 w 8639993"/>
              <a:gd name="csY20" fmla="*/ 205100 h 1262509"/>
              <a:gd name="csX21" fmla="*/ 3418318 w 8639993"/>
              <a:gd name="csY21" fmla="*/ 188008 h 1262509"/>
              <a:gd name="csX22" fmla="*/ 3512322 w 8639993"/>
              <a:gd name="csY22" fmla="*/ 162371 h 1262509"/>
              <a:gd name="csX23" fmla="*/ 3683238 w 8639993"/>
              <a:gd name="csY23" fmla="*/ 170916 h 1262509"/>
              <a:gd name="csX24" fmla="*/ 3717421 w 8639993"/>
              <a:gd name="csY24" fmla="*/ 179462 h 1262509"/>
              <a:gd name="csX25" fmla="*/ 3828516 w 8639993"/>
              <a:gd name="csY25" fmla="*/ 205100 h 1262509"/>
              <a:gd name="csX26" fmla="*/ 3999432 w 8639993"/>
              <a:gd name="csY26" fmla="*/ 196554 h 1262509"/>
              <a:gd name="csX27" fmla="*/ 4025070 w 8639993"/>
              <a:gd name="csY27" fmla="*/ 188008 h 1262509"/>
              <a:gd name="csX28" fmla="*/ 4076344 w 8639993"/>
              <a:gd name="csY28" fmla="*/ 179462 h 1262509"/>
              <a:gd name="csX29" fmla="*/ 4101982 w 8639993"/>
              <a:gd name="csY29" fmla="*/ 170916 h 1262509"/>
              <a:gd name="csX30" fmla="*/ 4153257 w 8639993"/>
              <a:gd name="csY30" fmla="*/ 162371 h 1262509"/>
              <a:gd name="csX31" fmla="*/ 4298535 w 8639993"/>
              <a:gd name="csY31" fmla="*/ 145279 h 1262509"/>
              <a:gd name="csX32" fmla="*/ 4469451 w 8639993"/>
              <a:gd name="csY32" fmla="*/ 153825 h 1262509"/>
              <a:gd name="csX33" fmla="*/ 4503634 w 8639993"/>
              <a:gd name="csY33" fmla="*/ 162371 h 1262509"/>
              <a:gd name="csX34" fmla="*/ 4546363 w 8639993"/>
              <a:gd name="csY34" fmla="*/ 170916 h 1262509"/>
              <a:gd name="csX35" fmla="*/ 4640367 w 8639993"/>
              <a:gd name="csY35" fmla="*/ 179462 h 1262509"/>
              <a:gd name="csX36" fmla="*/ 4666004 w 8639993"/>
              <a:gd name="csY36" fmla="*/ 188008 h 1262509"/>
              <a:gd name="csX37" fmla="*/ 4700187 w 8639993"/>
              <a:gd name="csY37" fmla="*/ 205100 h 1262509"/>
              <a:gd name="csX38" fmla="*/ 4734371 w 8639993"/>
              <a:gd name="csY38" fmla="*/ 213645 h 1262509"/>
              <a:gd name="csX39" fmla="*/ 4777100 w 8639993"/>
              <a:gd name="csY39" fmla="*/ 230737 h 1262509"/>
              <a:gd name="csX40" fmla="*/ 4862557 w 8639993"/>
              <a:gd name="csY40" fmla="*/ 247829 h 1262509"/>
              <a:gd name="csX41" fmla="*/ 4905286 w 8639993"/>
              <a:gd name="csY41" fmla="*/ 256374 h 1262509"/>
              <a:gd name="csX42" fmla="*/ 4948015 w 8639993"/>
              <a:gd name="csY42" fmla="*/ 273466 h 1262509"/>
              <a:gd name="csX43" fmla="*/ 5033473 w 8639993"/>
              <a:gd name="csY43" fmla="*/ 290558 h 1262509"/>
              <a:gd name="csX44" fmla="*/ 5153114 w 8639993"/>
              <a:gd name="csY44" fmla="*/ 307649 h 1262509"/>
              <a:gd name="csX45" fmla="*/ 5580404 w 8639993"/>
              <a:gd name="csY45" fmla="*/ 299103 h 1262509"/>
              <a:gd name="csX46" fmla="*/ 5640225 w 8639993"/>
              <a:gd name="csY46" fmla="*/ 282012 h 1262509"/>
              <a:gd name="csX47" fmla="*/ 5708591 w 8639993"/>
              <a:gd name="csY47" fmla="*/ 264920 h 1262509"/>
              <a:gd name="csX48" fmla="*/ 5776957 w 8639993"/>
              <a:gd name="csY48" fmla="*/ 247829 h 1262509"/>
              <a:gd name="csX49" fmla="*/ 5922236 w 8639993"/>
              <a:gd name="csY49" fmla="*/ 230737 h 1262509"/>
              <a:gd name="csX50" fmla="*/ 5990602 w 8639993"/>
              <a:gd name="csY50" fmla="*/ 222191 h 1262509"/>
              <a:gd name="csX51" fmla="*/ 6041877 w 8639993"/>
              <a:gd name="csY51" fmla="*/ 188008 h 1262509"/>
              <a:gd name="csX52" fmla="*/ 6076060 w 8639993"/>
              <a:gd name="csY52" fmla="*/ 162371 h 1262509"/>
              <a:gd name="csX53" fmla="*/ 6101698 w 8639993"/>
              <a:gd name="csY53" fmla="*/ 136733 h 1262509"/>
              <a:gd name="csX54" fmla="*/ 6161518 w 8639993"/>
              <a:gd name="csY54" fmla="*/ 119642 h 1262509"/>
              <a:gd name="csX55" fmla="*/ 6306797 w 8639993"/>
              <a:gd name="csY55" fmla="*/ 136733 h 1262509"/>
              <a:gd name="csX56" fmla="*/ 6332434 w 8639993"/>
              <a:gd name="csY56" fmla="*/ 145279 h 1262509"/>
              <a:gd name="csX57" fmla="*/ 6409346 w 8639993"/>
              <a:gd name="csY57" fmla="*/ 162371 h 1262509"/>
              <a:gd name="csX58" fmla="*/ 6460621 w 8639993"/>
              <a:gd name="csY58" fmla="*/ 179462 h 1262509"/>
              <a:gd name="csX59" fmla="*/ 6511896 w 8639993"/>
              <a:gd name="csY59" fmla="*/ 188008 h 1262509"/>
              <a:gd name="csX60" fmla="*/ 6631537 w 8639993"/>
              <a:gd name="csY60" fmla="*/ 213645 h 1262509"/>
              <a:gd name="csX61" fmla="*/ 6716995 w 8639993"/>
              <a:gd name="csY61" fmla="*/ 222191 h 1262509"/>
              <a:gd name="csX62" fmla="*/ 6759724 w 8639993"/>
              <a:gd name="csY62" fmla="*/ 230737 h 1262509"/>
              <a:gd name="csX63" fmla="*/ 7169922 w 8639993"/>
              <a:gd name="csY63" fmla="*/ 247829 h 1262509"/>
              <a:gd name="csX64" fmla="*/ 7187014 w 8639993"/>
              <a:gd name="csY64" fmla="*/ 273466 h 1262509"/>
              <a:gd name="csX65" fmla="*/ 7298109 w 8639993"/>
              <a:gd name="csY65" fmla="*/ 247829 h 1262509"/>
              <a:gd name="csX66" fmla="*/ 7323746 w 8639993"/>
              <a:gd name="csY66" fmla="*/ 222191 h 1262509"/>
              <a:gd name="csX67" fmla="*/ 7417750 w 8639993"/>
              <a:gd name="csY67" fmla="*/ 102550 h 1262509"/>
              <a:gd name="csX68" fmla="*/ 7469025 w 8639993"/>
              <a:gd name="csY68" fmla="*/ 34184 h 1262509"/>
              <a:gd name="csX69" fmla="*/ 7528845 w 8639993"/>
              <a:gd name="csY69" fmla="*/ 0 h 1262509"/>
              <a:gd name="csX70" fmla="*/ 7605757 w 8639993"/>
              <a:gd name="csY70" fmla="*/ 42729 h 1262509"/>
              <a:gd name="csX71" fmla="*/ 7631395 w 8639993"/>
              <a:gd name="csY71" fmla="*/ 68367 h 1262509"/>
              <a:gd name="csX72" fmla="*/ 7657032 w 8639993"/>
              <a:gd name="csY72" fmla="*/ 85458 h 1262509"/>
              <a:gd name="csX73" fmla="*/ 7682670 w 8639993"/>
              <a:gd name="csY73" fmla="*/ 111096 h 1262509"/>
              <a:gd name="csX74" fmla="*/ 7716853 w 8639993"/>
              <a:gd name="csY74" fmla="*/ 136733 h 1262509"/>
              <a:gd name="csX75" fmla="*/ 7742490 w 8639993"/>
              <a:gd name="csY75" fmla="*/ 162371 h 1262509"/>
              <a:gd name="csX76" fmla="*/ 7802311 w 8639993"/>
              <a:gd name="csY76" fmla="*/ 205100 h 1262509"/>
              <a:gd name="csX77" fmla="*/ 7827948 w 8639993"/>
              <a:gd name="csY77" fmla="*/ 239283 h 1262509"/>
              <a:gd name="csX78" fmla="*/ 7853585 w 8639993"/>
              <a:gd name="csY78" fmla="*/ 256374 h 1262509"/>
              <a:gd name="csX79" fmla="*/ 7887769 w 8639993"/>
              <a:gd name="csY79" fmla="*/ 290558 h 1262509"/>
              <a:gd name="csX80" fmla="*/ 7921952 w 8639993"/>
              <a:gd name="csY80" fmla="*/ 299103 h 1262509"/>
              <a:gd name="csX81" fmla="*/ 7964681 w 8639993"/>
              <a:gd name="csY81" fmla="*/ 316195 h 1262509"/>
              <a:gd name="csX82" fmla="*/ 8109959 w 8639993"/>
              <a:gd name="csY82" fmla="*/ 299103 h 1262509"/>
              <a:gd name="csX83" fmla="*/ 8161234 w 8639993"/>
              <a:gd name="csY83" fmla="*/ 282012 h 1262509"/>
              <a:gd name="csX84" fmla="*/ 8323604 w 8639993"/>
              <a:gd name="csY84" fmla="*/ 290558 h 1262509"/>
              <a:gd name="csX85" fmla="*/ 8485974 w 8639993"/>
              <a:gd name="csY85" fmla="*/ 282012 h 1262509"/>
              <a:gd name="csX86" fmla="*/ 8622707 w 8639993"/>
              <a:gd name="csY86" fmla="*/ 282012 h 1262509"/>
              <a:gd name="csX87" fmla="*/ 8639799 w 8639993"/>
              <a:gd name="csY87" fmla="*/ 1213503 h 1262509"/>
              <a:gd name="csX88" fmla="*/ 1093863 w 8639993"/>
              <a:gd name="csY88" fmla="*/ 1110954 h 1262509"/>
              <a:gd name="csX0" fmla="*/ 0 w 8639993"/>
              <a:gd name="csY0" fmla="*/ 213645 h 1282034"/>
              <a:gd name="csX1" fmla="*/ 470019 w 8639993"/>
              <a:gd name="csY1" fmla="*/ 213645 h 1282034"/>
              <a:gd name="csX2" fmla="*/ 632389 w 8639993"/>
              <a:gd name="csY2" fmla="*/ 196554 h 1282034"/>
              <a:gd name="csX3" fmla="*/ 717847 w 8639993"/>
              <a:gd name="csY3" fmla="*/ 188008 h 1282034"/>
              <a:gd name="csX4" fmla="*/ 803305 w 8639993"/>
              <a:gd name="csY4" fmla="*/ 179462 h 1282034"/>
              <a:gd name="csX5" fmla="*/ 1452785 w 8639993"/>
              <a:gd name="csY5" fmla="*/ 162371 h 1282034"/>
              <a:gd name="csX6" fmla="*/ 1546789 w 8639993"/>
              <a:gd name="csY6" fmla="*/ 145279 h 1282034"/>
              <a:gd name="csX7" fmla="*/ 1580972 w 8639993"/>
              <a:gd name="csY7" fmla="*/ 136733 h 1282034"/>
              <a:gd name="csX8" fmla="*/ 1615156 w 8639993"/>
              <a:gd name="csY8" fmla="*/ 145279 h 1282034"/>
              <a:gd name="csX9" fmla="*/ 1640793 w 8639993"/>
              <a:gd name="csY9" fmla="*/ 162371 h 1282034"/>
              <a:gd name="csX10" fmla="*/ 1700614 w 8639993"/>
              <a:gd name="csY10" fmla="*/ 188008 h 1282034"/>
              <a:gd name="csX11" fmla="*/ 1862984 w 8639993"/>
              <a:gd name="csY11" fmla="*/ 205100 h 1282034"/>
              <a:gd name="csX12" fmla="*/ 1922804 w 8639993"/>
              <a:gd name="csY12" fmla="*/ 213645 h 1282034"/>
              <a:gd name="csX13" fmla="*/ 1956987 w 8639993"/>
              <a:gd name="csY13" fmla="*/ 222191 h 1282034"/>
              <a:gd name="csX14" fmla="*/ 2076628 w 8639993"/>
              <a:gd name="csY14" fmla="*/ 230737 h 1282034"/>
              <a:gd name="csX15" fmla="*/ 2281728 w 8639993"/>
              <a:gd name="csY15" fmla="*/ 222191 h 1282034"/>
              <a:gd name="csX16" fmla="*/ 2444098 w 8639993"/>
              <a:gd name="csY16" fmla="*/ 213645 h 1282034"/>
              <a:gd name="csX17" fmla="*/ 2709017 w 8639993"/>
              <a:gd name="csY17" fmla="*/ 222191 h 1282034"/>
              <a:gd name="csX18" fmla="*/ 2820113 w 8639993"/>
              <a:gd name="csY18" fmla="*/ 230737 h 1282034"/>
              <a:gd name="csX19" fmla="*/ 3050849 w 8639993"/>
              <a:gd name="csY19" fmla="*/ 213645 h 1282034"/>
              <a:gd name="csX20" fmla="*/ 3085032 w 8639993"/>
              <a:gd name="csY20" fmla="*/ 205100 h 1282034"/>
              <a:gd name="csX21" fmla="*/ 3418318 w 8639993"/>
              <a:gd name="csY21" fmla="*/ 188008 h 1282034"/>
              <a:gd name="csX22" fmla="*/ 3512322 w 8639993"/>
              <a:gd name="csY22" fmla="*/ 162371 h 1282034"/>
              <a:gd name="csX23" fmla="*/ 3683238 w 8639993"/>
              <a:gd name="csY23" fmla="*/ 170916 h 1282034"/>
              <a:gd name="csX24" fmla="*/ 3717421 w 8639993"/>
              <a:gd name="csY24" fmla="*/ 179462 h 1282034"/>
              <a:gd name="csX25" fmla="*/ 3828516 w 8639993"/>
              <a:gd name="csY25" fmla="*/ 205100 h 1282034"/>
              <a:gd name="csX26" fmla="*/ 3999432 w 8639993"/>
              <a:gd name="csY26" fmla="*/ 196554 h 1282034"/>
              <a:gd name="csX27" fmla="*/ 4025070 w 8639993"/>
              <a:gd name="csY27" fmla="*/ 188008 h 1282034"/>
              <a:gd name="csX28" fmla="*/ 4076344 w 8639993"/>
              <a:gd name="csY28" fmla="*/ 179462 h 1282034"/>
              <a:gd name="csX29" fmla="*/ 4101982 w 8639993"/>
              <a:gd name="csY29" fmla="*/ 170916 h 1282034"/>
              <a:gd name="csX30" fmla="*/ 4153257 w 8639993"/>
              <a:gd name="csY30" fmla="*/ 162371 h 1282034"/>
              <a:gd name="csX31" fmla="*/ 4298535 w 8639993"/>
              <a:gd name="csY31" fmla="*/ 145279 h 1282034"/>
              <a:gd name="csX32" fmla="*/ 4469451 w 8639993"/>
              <a:gd name="csY32" fmla="*/ 153825 h 1282034"/>
              <a:gd name="csX33" fmla="*/ 4503634 w 8639993"/>
              <a:gd name="csY33" fmla="*/ 162371 h 1282034"/>
              <a:gd name="csX34" fmla="*/ 4546363 w 8639993"/>
              <a:gd name="csY34" fmla="*/ 170916 h 1282034"/>
              <a:gd name="csX35" fmla="*/ 4640367 w 8639993"/>
              <a:gd name="csY35" fmla="*/ 179462 h 1282034"/>
              <a:gd name="csX36" fmla="*/ 4666004 w 8639993"/>
              <a:gd name="csY36" fmla="*/ 188008 h 1282034"/>
              <a:gd name="csX37" fmla="*/ 4700187 w 8639993"/>
              <a:gd name="csY37" fmla="*/ 205100 h 1282034"/>
              <a:gd name="csX38" fmla="*/ 4734371 w 8639993"/>
              <a:gd name="csY38" fmla="*/ 213645 h 1282034"/>
              <a:gd name="csX39" fmla="*/ 4777100 w 8639993"/>
              <a:gd name="csY39" fmla="*/ 230737 h 1282034"/>
              <a:gd name="csX40" fmla="*/ 4862557 w 8639993"/>
              <a:gd name="csY40" fmla="*/ 247829 h 1282034"/>
              <a:gd name="csX41" fmla="*/ 4905286 w 8639993"/>
              <a:gd name="csY41" fmla="*/ 256374 h 1282034"/>
              <a:gd name="csX42" fmla="*/ 4948015 w 8639993"/>
              <a:gd name="csY42" fmla="*/ 273466 h 1282034"/>
              <a:gd name="csX43" fmla="*/ 5033473 w 8639993"/>
              <a:gd name="csY43" fmla="*/ 290558 h 1282034"/>
              <a:gd name="csX44" fmla="*/ 5153114 w 8639993"/>
              <a:gd name="csY44" fmla="*/ 307649 h 1282034"/>
              <a:gd name="csX45" fmla="*/ 5580404 w 8639993"/>
              <a:gd name="csY45" fmla="*/ 299103 h 1282034"/>
              <a:gd name="csX46" fmla="*/ 5640225 w 8639993"/>
              <a:gd name="csY46" fmla="*/ 282012 h 1282034"/>
              <a:gd name="csX47" fmla="*/ 5708591 w 8639993"/>
              <a:gd name="csY47" fmla="*/ 264920 h 1282034"/>
              <a:gd name="csX48" fmla="*/ 5776957 w 8639993"/>
              <a:gd name="csY48" fmla="*/ 247829 h 1282034"/>
              <a:gd name="csX49" fmla="*/ 5922236 w 8639993"/>
              <a:gd name="csY49" fmla="*/ 230737 h 1282034"/>
              <a:gd name="csX50" fmla="*/ 5990602 w 8639993"/>
              <a:gd name="csY50" fmla="*/ 222191 h 1282034"/>
              <a:gd name="csX51" fmla="*/ 6041877 w 8639993"/>
              <a:gd name="csY51" fmla="*/ 188008 h 1282034"/>
              <a:gd name="csX52" fmla="*/ 6076060 w 8639993"/>
              <a:gd name="csY52" fmla="*/ 162371 h 1282034"/>
              <a:gd name="csX53" fmla="*/ 6101698 w 8639993"/>
              <a:gd name="csY53" fmla="*/ 136733 h 1282034"/>
              <a:gd name="csX54" fmla="*/ 6161518 w 8639993"/>
              <a:gd name="csY54" fmla="*/ 119642 h 1282034"/>
              <a:gd name="csX55" fmla="*/ 6306797 w 8639993"/>
              <a:gd name="csY55" fmla="*/ 136733 h 1282034"/>
              <a:gd name="csX56" fmla="*/ 6332434 w 8639993"/>
              <a:gd name="csY56" fmla="*/ 145279 h 1282034"/>
              <a:gd name="csX57" fmla="*/ 6409346 w 8639993"/>
              <a:gd name="csY57" fmla="*/ 162371 h 1282034"/>
              <a:gd name="csX58" fmla="*/ 6460621 w 8639993"/>
              <a:gd name="csY58" fmla="*/ 179462 h 1282034"/>
              <a:gd name="csX59" fmla="*/ 6511896 w 8639993"/>
              <a:gd name="csY59" fmla="*/ 188008 h 1282034"/>
              <a:gd name="csX60" fmla="*/ 6631537 w 8639993"/>
              <a:gd name="csY60" fmla="*/ 213645 h 1282034"/>
              <a:gd name="csX61" fmla="*/ 6716995 w 8639993"/>
              <a:gd name="csY61" fmla="*/ 222191 h 1282034"/>
              <a:gd name="csX62" fmla="*/ 6759724 w 8639993"/>
              <a:gd name="csY62" fmla="*/ 230737 h 1282034"/>
              <a:gd name="csX63" fmla="*/ 7169922 w 8639993"/>
              <a:gd name="csY63" fmla="*/ 247829 h 1282034"/>
              <a:gd name="csX64" fmla="*/ 7187014 w 8639993"/>
              <a:gd name="csY64" fmla="*/ 273466 h 1282034"/>
              <a:gd name="csX65" fmla="*/ 7298109 w 8639993"/>
              <a:gd name="csY65" fmla="*/ 247829 h 1282034"/>
              <a:gd name="csX66" fmla="*/ 7323746 w 8639993"/>
              <a:gd name="csY66" fmla="*/ 222191 h 1282034"/>
              <a:gd name="csX67" fmla="*/ 7417750 w 8639993"/>
              <a:gd name="csY67" fmla="*/ 102550 h 1282034"/>
              <a:gd name="csX68" fmla="*/ 7469025 w 8639993"/>
              <a:gd name="csY68" fmla="*/ 34184 h 1282034"/>
              <a:gd name="csX69" fmla="*/ 7528845 w 8639993"/>
              <a:gd name="csY69" fmla="*/ 0 h 1282034"/>
              <a:gd name="csX70" fmla="*/ 7605757 w 8639993"/>
              <a:gd name="csY70" fmla="*/ 42729 h 1282034"/>
              <a:gd name="csX71" fmla="*/ 7631395 w 8639993"/>
              <a:gd name="csY71" fmla="*/ 68367 h 1282034"/>
              <a:gd name="csX72" fmla="*/ 7657032 w 8639993"/>
              <a:gd name="csY72" fmla="*/ 85458 h 1282034"/>
              <a:gd name="csX73" fmla="*/ 7682670 w 8639993"/>
              <a:gd name="csY73" fmla="*/ 111096 h 1282034"/>
              <a:gd name="csX74" fmla="*/ 7716853 w 8639993"/>
              <a:gd name="csY74" fmla="*/ 136733 h 1282034"/>
              <a:gd name="csX75" fmla="*/ 7742490 w 8639993"/>
              <a:gd name="csY75" fmla="*/ 162371 h 1282034"/>
              <a:gd name="csX76" fmla="*/ 7802311 w 8639993"/>
              <a:gd name="csY76" fmla="*/ 205100 h 1282034"/>
              <a:gd name="csX77" fmla="*/ 7827948 w 8639993"/>
              <a:gd name="csY77" fmla="*/ 239283 h 1282034"/>
              <a:gd name="csX78" fmla="*/ 7853585 w 8639993"/>
              <a:gd name="csY78" fmla="*/ 256374 h 1282034"/>
              <a:gd name="csX79" fmla="*/ 7887769 w 8639993"/>
              <a:gd name="csY79" fmla="*/ 290558 h 1282034"/>
              <a:gd name="csX80" fmla="*/ 7921952 w 8639993"/>
              <a:gd name="csY80" fmla="*/ 299103 h 1282034"/>
              <a:gd name="csX81" fmla="*/ 7964681 w 8639993"/>
              <a:gd name="csY81" fmla="*/ 316195 h 1282034"/>
              <a:gd name="csX82" fmla="*/ 8109959 w 8639993"/>
              <a:gd name="csY82" fmla="*/ 299103 h 1282034"/>
              <a:gd name="csX83" fmla="*/ 8161234 w 8639993"/>
              <a:gd name="csY83" fmla="*/ 282012 h 1282034"/>
              <a:gd name="csX84" fmla="*/ 8323604 w 8639993"/>
              <a:gd name="csY84" fmla="*/ 290558 h 1282034"/>
              <a:gd name="csX85" fmla="*/ 8485974 w 8639993"/>
              <a:gd name="csY85" fmla="*/ 282012 h 1282034"/>
              <a:gd name="csX86" fmla="*/ 8622707 w 8639993"/>
              <a:gd name="csY86" fmla="*/ 282012 h 1282034"/>
              <a:gd name="csX87" fmla="*/ 8639799 w 8639993"/>
              <a:gd name="csY87" fmla="*/ 1213503 h 1282034"/>
              <a:gd name="csX88" fmla="*/ 8547 w 8639993"/>
              <a:gd name="csY88" fmla="*/ 1213504 h 1282034"/>
              <a:gd name="csX0" fmla="*/ 625920 w 9265913"/>
              <a:gd name="csY0" fmla="*/ 213645 h 1282034"/>
              <a:gd name="csX1" fmla="*/ 1095939 w 9265913"/>
              <a:gd name="csY1" fmla="*/ 213645 h 1282034"/>
              <a:gd name="csX2" fmla="*/ 1258309 w 9265913"/>
              <a:gd name="csY2" fmla="*/ 196554 h 1282034"/>
              <a:gd name="csX3" fmla="*/ 1343767 w 9265913"/>
              <a:gd name="csY3" fmla="*/ 188008 h 1282034"/>
              <a:gd name="csX4" fmla="*/ 1429225 w 9265913"/>
              <a:gd name="csY4" fmla="*/ 179462 h 1282034"/>
              <a:gd name="csX5" fmla="*/ 2078705 w 9265913"/>
              <a:gd name="csY5" fmla="*/ 162371 h 1282034"/>
              <a:gd name="csX6" fmla="*/ 2172709 w 9265913"/>
              <a:gd name="csY6" fmla="*/ 145279 h 1282034"/>
              <a:gd name="csX7" fmla="*/ 2206892 w 9265913"/>
              <a:gd name="csY7" fmla="*/ 136733 h 1282034"/>
              <a:gd name="csX8" fmla="*/ 2241076 w 9265913"/>
              <a:gd name="csY8" fmla="*/ 145279 h 1282034"/>
              <a:gd name="csX9" fmla="*/ 2266713 w 9265913"/>
              <a:gd name="csY9" fmla="*/ 162371 h 1282034"/>
              <a:gd name="csX10" fmla="*/ 2326534 w 9265913"/>
              <a:gd name="csY10" fmla="*/ 188008 h 1282034"/>
              <a:gd name="csX11" fmla="*/ 2488904 w 9265913"/>
              <a:gd name="csY11" fmla="*/ 205100 h 1282034"/>
              <a:gd name="csX12" fmla="*/ 2548724 w 9265913"/>
              <a:gd name="csY12" fmla="*/ 213645 h 1282034"/>
              <a:gd name="csX13" fmla="*/ 2582907 w 9265913"/>
              <a:gd name="csY13" fmla="*/ 222191 h 1282034"/>
              <a:gd name="csX14" fmla="*/ 2702548 w 9265913"/>
              <a:gd name="csY14" fmla="*/ 230737 h 1282034"/>
              <a:gd name="csX15" fmla="*/ 2907648 w 9265913"/>
              <a:gd name="csY15" fmla="*/ 222191 h 1282034"/>
              <a:gd name="csX16" fmla="*/ 3070018 w 9265913"/>
              <a:gd name="csY16" fmla="*/ 213645 h 1282034"/>
              <a:gd name="csX17" fmla="*/ 3334937 w 9265913"/>
              <a:gd name="csY17" fmla="*/ 222191 h 1282034"/>
              <a:gd name="csX18" fmla="*/ 3446033 w 9265913"/>
              <a:gd name="csY18" fmla="*/ 230737 h 1282034"/>
              <a:gd name="csX19" fmla="*/ 3676769 w 9265913"/>
              <a:gd name="csY19" fmla="*/ 213645 h 1282034"/>
              <a:gd name="csX20" fmla="*/ 3710952 w 9265913"/>
              <a:gd name="csY20" fmla="*/ 205100 h 1282034"/>
              <a:gd name="csX21" fmla="*/ 4044238 w 9265913"/>
              <a:gd name="csY21" fmla="*/ 188008 h 1282034"/>
              <a:gd name="csX22" fmla="*/ 4138242 w 9265913"/>
              <a:gd name="csY22" fmla="*/ 162371 h 1282034"/>
              <a:gd name="csX23" fmla="*/ 4309158 w 9265913"/>
              <a:gd name="csY23" fmla="*/ 170916 h 1282034"/>
              <a:gd name="csX24" fmla="*/ 4343341 w 9265913"/>
              <a:gd name="csY24" fmla="*/ 179462 h 1282034"/>
              <a:gd name="csX25" fmla="*/ 4454436 w 9265913"/>
              <a:gd name="csY25" fmla="*/ 205100 h 1282034"/>
              <a:gd name="csX26" fmla="*/ 4625352 w 9265913"/>
              <a:gd name="csY26" fmla="*/ 196554 h 1282034"/>
              <a:gd name="csX27" fmla="*/ 4650990 w 9265913"/>
              <a:gd name="csY27" fmla="*/ 188008 h 1282034"/>
              <a:gd name="csX28" fmla="*/ 4702264 w 9265913"/>
              <a:gd name="csY28" fmla="*/ 179462 h 1282034"/>
              <a:gd name="csX29" fmla="*/ 4727902 w 9265913"/>
              <a:gd name="csY29" fmla="*/ 170916 h 1282034"/>
              <a:gd name="csX30" fmla="*/ 4779177 w 9265913"/>
              <a:gd name="csY30" fmla="*/ 162371 h 1282034"/>
              <a:gd name="csX31" fmla="*/ 4924455 w 9265913"/>
              <a:gd name="csY31" fmla="*/ 145279 h 1282034"/>
              <a:gd name="csX32" fmla="*/ 5095371 w 9265913"/>
              <a:gd name="csY32" fmla="*/ 153825 h 1282034"/>
              <a:gd name="csX33" fmla="*/ 5129554 w 9265913"/>
              <a:gd name="csY33" fmla="*/ 162371 h 1282034"/>
              <a:gd name="csX34" fmla="*/ 5172283 w 9265913"/>
              <a:gd name="csY34" fmla="*/ 170916 h 1282034"/>
              <a:gd name="csX35" fmla="*/ 5266287 w 9265913"/>
              <a:gd name="csY35" fmla="*/ 179462 h 1282034"/>
              <a:gd name="csX36" fmla="*/ 5291924 w 9265913"/>
              <a:gd name="csY36" fmla="*/ 188008 h 1282034"/>
              <a:gd name="csX37" fmla="*/ 5326107 w 9265913"/>
              <a:gd name="csY37" fmla="*/ 205100 h 1282034"/>
              <a:gd name="csX38" fmla="*/ 5360291 w 9265913"/>
              <a:gd name="csY38" fmla="*/ 213645 h 1282034"/>
              <a:gd name="csX39" fmla="*/ 5403020 w 9265913"/>
              <a:gd name="csY39" fmla="*/ 230737 h 1282034"/>
              <a:gd name="csX40" fmla="*/ 5488477 w 9265913"/>
              <a:gd name="csY40" fmla="*/ 247829 h 1282034"/>
              <a:gd name="csX41" fmla="*/ 5531206 w 9265913"/>
              <a:gd name="csY41" fmla="*/ 256374 h 1282034"/>
              <a:gd name="csX42" fmla="*/ 5573935 w 9265913"/>
              <a:gd name="csY42" fmla="*/ 273466 h 1282034"/>
              <a:gd name="csX43" fmla="*/ 5659393 w 9265913"/>
              <a:gd name="csY43" fmla="*/ 290558 h 1282034"/>
              <a:gd name="csX44" fmla="*/ 5779034 w 9265913"/>
              <a:gd name="csY44" fmla="*/ 307649 h 1282034"/>
              <a:gd name="csX45" fmla="*/ 6206324 w 9265913"/>
              <a:gd name="csY45" fmla="*/ 299103 h 1282034"/>
              <a:gd name="csX46" fmla="*/ 6266145 w 9265913"/>
              <a:gd name="csY46" fmla="*/ 282012 h 1282034"/>
              <a:gd name="csX47" fmla="*/ 6334511 w 9265913"/>
              <a:gd name="csY47" fmla="*/ 264920 h 1282034"/>
              <a:gd name="csX48" fmla="*/ 6402877 w 9265913"/>
              <a:gd name="csY48" fmla="*/ 247829 h 1282034"/>
              <a:gd name="csX49" fmla="*/ 6548156 w 9265913"/>
              <a:gd name="csY49" fmla="*/ 230737 h 1282034"/>
              <a:gd name="csX50" fmla="*/ 6616522 w 9265913"/>
              <a:gd name="csY50" fmla="*/ 222191 h 1282034"/>
              <a:gd name="csX51" fmla="*/ 6667797 w 9265913"/>
              <a:gd name="csY51" fmla="*/ 188008 h 1282034"/>
              <a:gd name="csX52" fmla="*/ 6701980 w 9265913"/>
              <a:gd name="csY52" fmla="*/ 162371 h 1282034"/>
              <a:gd name="csX53" fmla="*/ 6727618 w 9265913"/>
              <a:gd name="csY53" fmla="*/ 136733 h 1282034"/>
              <a:gd name="csX54" fmla="*/ 6787438 w 9265913"/>
              <a:gd name="csY54" fmla="*/ 119642 h 1282034"/>
              <a:gd name="csX55" fmla="*/ 6932717 w 9265913"/>
              <a:gd name="csY55" fmla="*/ 136733 h 1282034"/>
              <a:gd name="csX56" fmla="*/ 6958354 w 9265913"/>
              <a:gd name="csY56" fmla="*/ 145279 h 1282034"/>
              <a:gd name="csX57" fmla="*/ 7035266 w 9265913"/>
              <a:gd name="csY57" fmla="*/ 162371 h 1282034"/>
              <a:gd name="csX58" fmla="*/ 7086541 w 9265913"/>
              <a:gd name="csY58" fmla="*/ 179462 h 1282034"/>
              <a:gd name="csX59" fmla="*/ 7137816 w 9265913"/>
              <a:gd name="csY59" fmla="*/ 188008 h 1282034"/>
              <a:gd name="csX60" fmla="*/ 7257457 w 9265913"/>
              <a:gd name="csY60" fmla="*/ 213645 h 1282034"/>
              <a:gd name="csX61" fmla="*/ 7342915 w 9265913"/>
              <a:gd name="csY61" fmla="*/ 222191 h 1282034"/>
              <a:gd name="csX62" fmla="*/ 7385644 w 9265913"/>
              <a:gd name="csY62" fmla="*/ 230737 h 1282034"/>
              <a:gd name="csX63" fmla="*/ 7795842 w 9265913"/>
              <a:gd name="csY63" fmla="*/ 247829 h 1282034"/>
              <a:gd name="csX64" fmla="*/ 7812934 w 9265913"/>
              <a:gd name="csY64" fmla="*/ 273466 h 1282034"/>
              <a:gd name="csX65" fmla="*/ 7924029 w 9265913"/>
              <a:gd name="csY65" fmla="*/ 247829 h 1282034"/>
              <a:gd name="csX66" fmla="*/ 7949666 w 9265913"/>
              <a:gd name="csY66" fmla="*/ 222191 h 1282034"/>
              <a:gd name="csX67" fmla="*/ 8043670 w 9265913"/>
              <a:gd name="csY67" fmla="*/ 102550 h 1282034"/>
              <a:gd name="csX68" fmla="*/ 8094945 w 9265913"/>
              <a:gd name="csY68" fmla="*/ 34184 h 1282034"/>
              <a:gd name="csX69" fmla="*/ 8154765 w 9265913"/>
              <a:gd name="csY69" fmla="*/ 0 h 1282034"/>
              <a:gd name="csX70" fmla="*/ 8231677 w 9265913"/>
              <a:gd name="csY70" fmla="*/ 42729 h 1282034"/>
              <a:gd name="csX71" fmla="*/ 8257315 w 9265913"/>
              <a:gd name="csY71" fmla="*/ 68367 h 1282034"/>
              <a:gd name="csX72" fmla="*/ 8282952 w 9265913"/>
              <a:gd name="csY72" fmla="*/ 85458 h 1282034"/>
              <a:gd name="csX73" fmla="*/ 8308590 w 9265913"/>
              <a:gd name="csY73" fmla="*/ 111096 h 1282034"/>
              <a:gd name="csX74" fmla="*/ 8342773 w 9265913"/>
              <a:gd name="csY74" fmla="*/ 136733 h 1282034"/>
              <a:gd name="csX75" fmla="*/ 8368410 w 9265913"/>
              <a:gd name="csY75" fmla="*/ 162371 h 1282034"/>
              <a:gd name="csX76" fmla="*/ 8428231 w 9265913"/>
              <a:gd name="csY76" fmla="*/ 205100 h 1282034"/>
              <a:gd name="csX77" fmla="*/ 8453868 w 9265913"/>
              <a:gd name="csY77" fmla="*/ 239283 h 1282034"/>
              <a:gd name="csX78" fmla="*/ 8479505 w 9265913"/>
              <a:gd name="csY78" fmla="*/ 256374 h 1282034"/>
              <a:gd name="csX79" fmla="*/ 8513689 w 9265913"/>
              <a:gd name="csY79" fmla="*/ 290558 h 1282034"/>
              <a:gd name="csX80" fmla="*/ 8547872 w 9265913"/>
              <a:gd name="csY80" fmla="*/ 299103 h 1282034"/>
              <a:gd name="csX81" fmla="*/ 8590601 w 9265913"/>
              <a:gd name="csY81" fmla="*/ 316195 h 1282034"/>
              <a:gd name="csX82" fmla="*/ 8735879 w 9265913"/>
              <a:gd name="csY82" fmla="*/ 299103 h 1282034"/>
              <a:gd name="csX83" fmla="*/ 8787154 w 9265913"/>
              <a:gd name="csY83" fmla="*/ 282012 h 1282034"/>
              <a:gd name="csX84" fmla="*/ 8949524 w 9265913"/>
              <a:gd name="csY84" fmla="*/ 290558 h 1282034"/>
              <a:gd name="csX85" fmla="*/ 9111894 w 9265913"/>
              <a:gd name="csY85" fmla="*/ 282012 h 1282034"/>
              <a:gd name="csX86" fmla="*/ 9248627 w 9265913"/>
              <a:gd name="csY86" fmla="*/ 282012 h 1282034"/>
              <a:gd name="csX87" fmla="*/ 9265719 w 9265913"/>
              <a:gd name="csY87" fmla="*/ 1213503 h 1282034"/>
              <a:gd name="csX88" fmla="*/ 634467 w 9265913"/>
              <a:gd name="csY88" fmla="*/ 1213504 h 1282034"/>
              <a:gd name="csX89" fmla="*/ 651558 w 9265913"/>
              <a:gd name="csY89" fmla="*/ 1187865 h 1282034"/>
              <a:gd name="csX0" fmla="*/ 625920 w 9265913"/>
              <a:gd name="csY0" fmla="*/ 213645 h 1282034"/>
              <a:gd name="csX1" fmla="*/ 1095939 w 9265913"/>
              <a:gd name="csY1" fmla="*/ 213645 h 1282034"/>
              <a:gd name="csX2" fmla="*/ 1258309 w 9265913"/>
              <a:gd name="csY2" fmla="*/ 196554 h 1282034"/>
              <a:gd name="csX3" fmla="*/ 1343767 w 9265913"/>
              <a:gd name="csY3" fmla="*/ 188008 h 1282034"/>
              <a:gd name="csX4" fmla="*/ 1429225 w 9265913"/>
              <a:gd name="csY4" fmla="*/ 179462 h 1282034"/>
              <a:gd name="csX5" fmla="*/ 2078705 w 9265913"/>
              <a:gd name="csY5" fmla="*/ 162371 h 1282034"/>
              <a:gd name="csX6" fmla="*/ 2172709 w 9265913"/>
              <a:gd name="csY6" fmla="*/ 145279 h 1282034"/>
              <a:gd name="csX7" fmla="*/ 2206892 w 9265913"/>
              <a:gd name="csY7" fmla="*/ 136733 h 1282034"/>
              <a:gd name="csX8" fmla="*/ 2241076 w 9265913"/>
              <a:gd name="csY8" fmla="*/ 145279 h 1282034"/>
              <a:gd name="csX9" fmla="*/ 2266713 w 9265913"/>
              <a:gd name="csY9" fmla="*/ 162371 h 1282034"/>
              <a:gd name="csX10" fmla="*/ 2326534 w 9265913"/>
              <a:gd name="csY10" fmla="*/ 188008 h 1282034"/>
              <a:gd name="csX11" fmla="*/ 2488904 w 9265913"/>
              <a:gd name="csY11" fmla="*/ 205100 h 1282034"/>
              <a:gd name="csX12" fmla="*/ 2548724 w 9265913"/>
              <a:gd name="csY12" fmla="*/ 213645 h 1282034"/>
              <a:gd name="csX13" fmla="*/ 2582907 w 9265913"/>
              <a:gd name="csY13" fmla="*/ 222191 h 1282034"/>
              <a:gd name="csX14" fmla="*/ 2702548 w 9265913"/>
              <a:gd name="csY14" fmla="*/ 230737 h 1282034"/>
              <a:gd name="csX15" fmla="*/ 2907648 w 9265913"/>
              <a:gd name="csY15" fmla="*/ 222191 h 1282034"/>
              <a:gd name="csX16" fmla="*/ 3070018 w 9265913"/>
              <a:gd name="csY16" fmla="*/ 213645 h 1282034"/>
              <a:gd name="csX17" fmla="*/ 3334937 w 9265913"/>
              <a:gd name="csY17" fmla="*/ 222191 h 1282034"/>
              <a:gd name="csX18" fmla="*/ 3446033 w 9265913"/>
              <a:gd name="csY18" fmla="*/ 230737 h 1282034"/>
              <a:gd name="csX19" fmla="*/ 3676769 w 9265913"/>
              <a:gd name="csY19" fmla="*/ 213645 h 1282034"/>
              <a:gd name="csX20" fmla="*/ 3710952 w 9265913"/>
              <a:gd name="csY20" fmla="*/ 205100 h 1282034"/>
              <a:gd name="csX21" fmla="*/ 4044238 w 9265913"/>
              <a:gd name="csY21" fmla="*/ 188008 h 1282034"/>
              <a:gd name="csX22" fmla="*/ 4138242 w 9265913"/>
              <a:gd name="csY22" fmla="*/ 162371 h 1282034"/>
              <a:gd name="csX23" fmla="*/ 4309158 w 9265913"/>
              <a:gd name="csY23" fmla="*/ 170916 h 1282034"/>
              <a:gd name="csX24" fmla="*/ 4343341 w 9265913"/>
              <a:gd name="csY24" fmla="*/ 179462 h 1282034"/>
              <a:gd name="csX25" fmla="*/ 4454436 w 9265913"/>
              <a:gd name="csY25" fmla="*/ 205100 h 1282034"/>
              <a:gd name="csX26" fmla="*/ 4625352 w 9265913"/>
              <a:gd name="csY26" fmla="*/ 196554 h 1282034"/>
              <a:gd name="csX27" fmla="*/ 4650990 w 9265913"/>
              <a:gd name="csY27" fmla="*/ 188008 h 1282034"/>
              <a:gd name="csX28" fmla="*/ 4702264 w 9265913"/>
              <a:gd name="csY28" fmla="*/ 179462 h 1282034"/>
              <a:gd name="csX29" fmla="*/ 4727902 w 9265913"/>
              <a:gd name="csY29" fmla="*/ 170916 h 1282034"/>
              <a:gd name="csX30" fmla="*/ 4779177 w 9265913"/>
              <a:gd name="csY30" fmla="*/ 162371 h 1282034"/>
              <a:gd name="csX31" fmla="*/ 4924455 w 9265913"/>
              <a:gd name="csY31" fmla="*/ 145279 h 1282034"/>
              <a:gd name="csX32" fmla="*/ 5095371 w 9265913"/>
              <a:gd name="csY32" fmla="*/ 153825 h 1282034"/>
              <a:gd name="csX33" fmla="*/ 5129554 w 9265913"/>
              <a:gd name="csY33" fmla="*/ 162371 h 1282034"/>
              <a:gd name="csX34" fmla="*/ 5172283 w 9265913"/>
              <a:gd name="csY34" fmla="*/ 170916 h 1282034"/>
              <a:gd name="csX35" fmla="*/ 5266287 w 9265913"/>
              <a:gd name="csY35" fmla="*/ 179462 h 1282034"/>
              <a:gd name="csX36" fmla="*/ 5291924 w 9265913"/>
              <a:gd name="csY36" fmla="*/ 188008 h 1282034"/>
              <a:gd name="csX37" fmla="*/ 5326107 w 9265913"/>
              <a:gd name="csY37" fmla="*/ 205100 h 1282034"/>
              <a:gd name="csX38" fmla="*/ 5360291 w 9265913"/>
              <a:gd name="csY38" fmla="*/ 213645 h 1282034"/>
              <a:gd name="csX39" fmla="*/ 5403020 w 9265913"/>
              <a:gd name="csY39" fmla="*/ 230737 h 1282034"/>
              <a:gd name="csX40" fmla="*/ 5488477 w 9265913"/>
              <a:gd name="csY40" fmla="*/ 247829 h 1282034"/>
              <a:gd name="csX41" fmla="*/ 5531206 w 9265913"/>
              <a:gd name="csY41" fmla="*/ 256374 h 1282034"/>
              <a:gd name="csX42" fmla="*/ 5573935 w 9265913"/>
              <a:gd name="csY42" fmla="*/ 273466 h 1282034"/>
              <a:gd name="csX43" fmla="*/ 5659393 w 9265913"/>
              <a:gd name="csY43" fmla="*/ 290558 h 1282034"/>
              <a:gd name="csX44" fmla="*/ 5779034 w 9265913"/>
              <a:gd name="csY44" fmla="*/ 307649 h 1282034"/>
              <a:gd name="csX45" fmla="*/ 6206324 w 9265913"/>
              <a:gd name="csY45" fmla="*/ 299103 h 1282034"/>
              <a:gd name="csX46" fmla="*/ 6266145 w 9265913"/>
              <a:gd name="csY46" fmla="*/ 282012 h 1282034"/>
              <a:gd name="csX47" fmla="*/ 6334511 w 9265913"/>
              <a:gd name="csY47" fmla="*/ 264920 h 1282034"/>
              <a:gd name="csX48" fmla="*/ 6402877 w 9265913"/>
              <a:gd name="csY48" fmla="*/ 247829 h 1282034"/>
              <a:gd name="csX49" fmla="*/ 6548156 w 9265913"/>
              <a:gd name="csY49" fmla="*/ 230737 h 1282034"/>
              <a:gd name="csX50" fmla="*/ 6616522 w 9265913"/>
              <a:gd name="csY50" fmla="*/ 222191 h 1282034"/>
              <a:gd name="csX51" fmla="*/ 6667797 w 9265913"/>
              <a:gd name="csY51" fmla="*/ 188008 h 1282034"/>
              <a:gd name="csX52" fmla="*/ 6701980 w 9265913"/>
              <a:gd name="csY52" fmla="*/ 162371 h 1282034"/>
              <a:gd name="csX53" fmla="*/ 6727618 w 9265913"/>
              <a:gd name="csY53" fmla="*/ 136733 h 1282034"/>
              <a:gd name="csX54" fmla="*/ 6787438 w 9265913"/>
              <a:gd name="csY54" fmla="*/ 119642 h 1282034"/>
              <a:gd name="csX55" fmla="*/ 6932717 w 9265913"/>
              <a:gd name="csY55" fmla="*/ 136733 h 1282034"/>
              <a:gd name="csX56" fmla="*/ 6958354 w 9265913"/>
              <a:gd name="csY56" fmla="*/ 145279 h 1282034"/>
              <a:gd name="csX57" fmla="*/ 7035266 w 9265913"/>
              <a:gd name="csY57" fmla="*/ 162371 h 1282034"/>
              <a:gd name="csX58" fmla="*/ 7086541 w 9265913"/>
              <a:gd name="csY58" fmla="*/ 179462 h 1282034"/>
              <a:gd name="csX59" fmla="*/ 7137816 w 9265913"/>
              <a:gd name="csY59" fmla="*/ 188008 h 1282034"/>
              <a:gd name="csX60" fmla="*/ 7257457 w 9265913"/>
              <a:gd name="csY60" fmla="*/ 213645 h 1282034"/>
              <a:gd name="csX61" fmla="*/ 7342915 w 9265913"/>
              <a:gd name="csY61" fmla="*/ 222191 h 1282034"/>
              <a:gd name="csX62" fmla="*/ 7385644 w 9265913"/>
              <a:gd name="csY62" fmla="*/ 230737 h 1282034"/>
              <a:gd name="csX63" fmla="*/ 7795842 w 9265913"/>
              <a:gd name="csY63" fmla="*/ 247829 h 1282034"/>
              <a:gd name="csX64" fmla="*/ 7812934 w 9265913"/>
              <a:gd name="csY64" fmla="*/ 273466 h 1282034"/>
              <a:gd name="csX65" fmla="*/ 7924029 w 9265913"/>
              <a:gd name="csY65" fmla="*/ 247829 h 1282034"/>
              <a:gd name="csX66" fmla="*/ 7949666 w 9265913"/>
              <a:gd name="csY66" fmla="*/ 222191 h 1282034"/>
              <a:gd name="csX67" fmla="*/ 8043670 w 9265913"/>
              <a:gd name="csY67" fmla="*/ 102550 h 1282034"/>
              <a:gd name="csX68" fmla="*/ 8094945 w 9265913"/>
              <a:gd name="csY68" fmla="*/ 34184 h 1282034"/>
              <a:gd name="csX69" fmla="*/ 8154765 w 9265913"/>
              <a:gd name="csY69" fmla="*/ 0 h 1282034"/>
              <a:gd name="csX70" fmla="*/ 8231677 w 9265913"/>
              <a:gd name="csY70" fmla="*/ 42729 h 1282034"/>
              <a:gd name="csX71" fmla="*/ 8257315 w 9265913"/>
              <a:gd name="csY71" fmla="*/ 68367 h 1282034"/>
              <a:gd name="csX72" fmla="*/ 8282952 w 9265913"/>
              <a:gd name="csY72" fmla="*/ 85458 h 1282034"/>
              <a:gd name="csX73" fmla="*/ 8308590 w 9265913"/>
              <a:gd name="csY73" fmla="*/ 111096 h 1282034"/>
              <a:gd name="csX74" fmla="*/ 8342773 w 9265913"/>
              <a:gd name="csY74" fmla="*/ 136733 h 1282034"/>
              <a:gd name="csX75" fmla="*/ 8368410 w 9265913"/>
              <a:gd name="csY75" fmla="*/ 162371 h 1282034"/>
              <a:gd name="csX76" fmla="*/ 8428231 w 9265913"/>
              <a:gd name="csY76" fmla="*/ 205100 h 1282034"/>
              <a:gd name="csX77" fmla="*/ 8453868 w 9265913"/>
              <a:gd name="csY77" fmla="*/ 239283 h 1282034"/>
              <a:gd name="csX78" fmla="*/ 8479505 w 9265913"/>
              <a:gd name="csY78" fmla="*/ 256374 h 1282034"/>
              <a:gd name="csX79" fmla="*/ 8513689 w 9265913"/>
              <a:gd name="csY79" fmla="*/ 290558 h 1282034"/>
              <a:gd name="csX80" fmla="*/ 8547872 w 9265913"/>
              <a:gd name="csY80" fmla="*/ 299103 h 1282034"/>
              <a:gd name="csX81" fmla="*/ 8590601 w 9265913"/>
              <a:gd name="csY81" fmla="*/ 316195 h 1282034"/>
              <a:gd name="csX82" fmla="*/ 8735879 w 9265913"/>
              <a:gd name="csY82" fmla="*/ 299103 h 1282034"/>
              <a:gd name="csX83" fmla="*/ 8787154 w 9265913"/>
              <a:gd name="csY83" fmla="*/ 282012 h 1282034"/>
              <a:gd name="csX84" fmla="*/ 8949524 w 9265913"/>
              <a:gd name="csY84" fmla="*/ 290558 h 1282034"/>
              <a:gd name="csX85" fmla="*/ 9111894 w 9265913"/>
              <a:gd name="csY85" fmla="*/ 282012 h 1282034"/>
              <a:gd name="csX86" fmla="*/ 9248627 w 9265913"/>
              <a:gd name="csY86" fmla="*/ 282012 h 1282034"/>
              <a:gd name="csX87" fmla="*/ 9265719 w 9265913"/>
              <a:gd name="csY87" fmla="*/ 1213503 h 1282034"/>
              <a:gd name="csX88" fmla="*/ 634467 w 9265913"/>
              <a:gd name="csY88" fmla="*/ 1213504 h 1282034"/>
              <a:gd name="csX89" fmla="*/ 651558 w 9265913"/>
              <a:gd name="csY89" fmla="*/ 230736 h 1282034"/>
              <a:gd name="csX0" fmla="*/ 630330 w 9270323"/>
              <a:gd name="csY0" fmla="*/ 213645 h 1282034"/>
              <a:gd name="csX1" fmla="*/ 1100349 w 9270323"/>
              <a:gd name="csY1" fmla="*/ 213645 h 1282034"/>
              <a:gd name="csX2" fmla="*/ 1262719 w 9270323"/>
              <a:gd name="csY2" fmla="*/ 196554 h 1282034"/>
              <a:gd name="csX3" fmla="*/ 1348177 w 9270323"/>
              <a:gd name="csY3" fmla="*/ 188008 h 1282034"/>
              <a:gd name="csX4" fmla="*/ 1433635 w 9270323"/>
              <a:gd name="csY4" fmla="*/ 179462 h 1282034"/>
              <a:gd name="csX5" fmla="*/ 2083115 w 9270323"/>
              <a:gd name="csY5" fmla="*/ 162371 h 1282034"/>
              <a:gd name="csX6" fmla="*/ 2177119 w 9270323"/>
              <a:gd name="csY6" fmla="*/ 145279 h 1282034"/>
              <a:gd name="csX7" fmla="*/ 2211302 w 9270323"/>
              <a:gd name="csY7" fmla="*/ 136733 h 1282034"/>
              <a:gd name="csX8" fmla="*/ 2245486 w 9270323"/>
              <a:gd name="csY8" fmla="*/ 145279 h 1282034"/>
              <a:gd name="csX9" fmla="*/ 2271123 w 9270323"/>
              <a:gd name="csY9" fmla="*/ 162371 h 1282034"/>
              <a:gd name="csX10" fmla="*/ 2330944 w 9270323"/>
              <a:gd name="csY10" fmla="*/ 188008 h 1282034"/>
              <a:gd name="csX11" fmla="*/ 2493314 w 9270323"/>
              <a:gd name="csY11" fmla="*/ 205100 h 1282034"/>
              <a:gd name="csX12" fmla="*/ 2553134 w 9270323"/>
              <a:gd name="csY12" fmla="*/ 213645 h 1282034"/>
              <a:gd name="csX13" fmla="*/ 2587317 w 9270323"/>
              <a:gd name="csY13" fmla="*/ 222191 h 1282034"/>
              <a:gd name="csX14" fmla="*/ 2706958 w 9270323"/>
              <a:gd name="csY14" fmla="*/ 230737 h 1282034"/>
              <a:gd name="csX15" fmla="*/ 2912058 w 9270323"/>
              <a:gd name="csY15" fmla="*/ 222191 h 1282034"/>
              <a:gd name="csX16" fmla="*/ 3074428 w 9270323"/>
              <a:gd name="csY16" fmla="*/ 213645 h 1282034"/>
              <a:gd name="csX17" fmla="*/ 3339347 w 9270323"/>
              <a:gd name="csY17" fmla="*/ 222191 h 1282034"/>
              <a:gd name="csX18" fmla="*/ 3450443 w 9270323"/>
              <a:gd name="csY18" fmla="*/ 230737 h 1282034"/>
              <a:gd name="csX19" fmla="*/ 3681179 w 9270323"/>
              <a:gd name="csY19" fmla="*/ 213645 h 1282034"/>
              <a:gd name="csX20" fmla="*/ 3715362 w 9270323"/>
              <a:gd name="csY20" fmla="*/ 205100 h 1282034"/>
              <a:gd name="csX21" fmla="*/ 4048648 w 9270323"/>
              <a:gd name="csY21" fmla="*/ 188008 h 1282034"/>
              <a:gd name="csX22" fmla="*/ 4142652 w 9270323"/>
              <a:gd name="csY22" fmla="*/ 162371 h 1282034"/>
              <a:gd name="csX23" fmla="*/ 4313568 w 9270323"/>
              <a:gd name="csY23" fmla="*/ 170916 h 1282034"/>
              <a:gd name="csX24" fmla="*/ 4347751 w 9270323"/>
              <a:gd name="csY24" fmla="*/ 179462 h 1282034"/>
              <a:gd name="csX25" fmla="*/ 4458846 w 9270323"/>
              <a:gd name="csY25" fmla="*/ 205100 h 1282034"/>
              <a:gd name="csX26" fmla="*/ 4629762 w 9270323"/>
              <a:gd name="csY26" fmla="*/ 196554 h 1282034"/>
              <a:gd name="csX27" fmla="*/ 4655400 w 9270323"/>
              <a:gd name="csY27" fmla="*/ 188008 h 1282034"/>
              <a:gd name="csX28" fmla="*/ 4706674 w 9270323"/>
              <a:gd name="csY28" fmla="*/ 179462 h 1282034"/>
              <a:gd name="csX29" fmla="*/ 4732312 w 9270323"/>
              <a:gd name="csY29" fmla="*/ 170916 h 1282034"/>
              <a:gd name="csX30" fmla="*/ 4783587 w 9270323"/>
              <a:gd name="csY30" fmla="*/ 162371 h 1282034"/>
              <a:gd name="csX31" fmla="*/ 4928865 w 9270323"/>
              <a:gd name="csY31" fmla="*/ 145279 h 1282034"/>
              <a:gd name="csX32" fmla="*/ 5099781 w 9270323"/>
              <a:gd name="csY32" fmla="*/ 153825 h 1282034"/>
              <a:gd name="csX33" fmla="*/ 5133964 w 9270323"/>
              <a:gd name="csY33" fmla="*/ 162371 h 1282034"/>
              <a:gd name="csX34" fmla="*/ 5176693 w 9270323"/>
              <a:gd name="csY34" fmla="*/ 170916 h 1282034"/>
              <a:gd name="csX35" fmla="*/ 5270697 w 9270323"/>
              <a:gd name="csY35" fmla="*/ 179462 h 1282034"/>
              <a:gd name="csX36" fmla="*/ 5296334 w 9270323"/>
              <a:gd name="csY36" fmla="*/ 188008 h 1282034"/>
              <a:gd name="csX37" fmla="*/ 5330517 w 9270323"/>
              <a:gd name="csY37" fmla="*/ 205100 h 1282034"/>
              <a:gd name="csX38" fmla="*/ 5364701 w 9270323"/>
              <a:gd name="csY38" fmla="*/ 213645 h 1282034"/>
              <a:gd name="csX39" fmla="*/ 5407430 w 9270323"/>
              <a:gd name="csY39" fmla="*/ 230737 h 1282034"/>
              <a:gd name="csX40" fmla="*/ 5492887 w 9270323"/>
              <a:gd name="csY40" fmla="*/ 247829 h 1282034"/>
              <a:gd name="csX41" fmla="*/ 5535616 w 9270323"/>
              <a:gd name="csY41" fmla="*/ 256374 h 1282034"/>
              <a:gd name="csX42" fmla="*/ 5578345 w 9270323"/>
              <a:gd name="csY42" fmla="*/ 273466 h 1282034"/>
              <a:gd name="csX43" fmla="*/ 5663803 w 9270323"/>
              <a:gd name="csY43" fmla="*/ 290558 h 1282034"/>
              <a:gd name="csX44" fmla="*/ 5783444 w 9270323"/>
              <a:gd name="csY44" fmla="*/ 307649 h 1282034"/>
              <a:gd name="csX45" fmla="*/ 6210734 w 9270323"/>
              <a:gd name="csY45" fmla="*/ 299103 h 1282034"/>
              <a:gd name="csX46" fmla="*/ 6270555 w 9270323"/>
              <a:gd name="csY46" fmla="*/ 282012 h 1282034"/>
              <a:gd name="csX47" fmla="*/ 6338921 w 9270323"/>
              <a:gd name="csY47" fmla="*/ 264920 h 1282034"/>
              <a:gd name="csX48" fmla="*/ 6407287 w 9270323"/>
              <a:gd name="csY48" fmla="*/ 247829 h 1282034"/>
              <a:gd name="csX49" fmla="*/ 6552566 w 9270323"/>
              <a:gd name="csY49" fmla="*/ 230737 h 1282034"/>
              <a:gd name="csX50" fmla="*/ 6620932 w 9270323"/>
              <a:gd name="csY50" fmla="*/ 222191 h 1282034"/>
              <a:gd name="csX51" fmla="*/ 6672207 w 9270323"/>
              <a:gd name="csY51" fmla="*/ 188008 h 1282034"/>
              <a:gd name="csX52" fmla="*/ 6706390 w 9270323"/>
              <a:gd name="csY52" fmla="*/ 162371 h 1282034"/>
              <a:gd name="csX53" fmla="*/ 6732028 w 9270323"/>
              <a:gd name="csY53" fmla="*/ 136733 h 1282034"/>
              <a:gd name="csX54" fmla="*/ 6791848 w 9270323"/>
              <a:gd name="csY54" fmla="*/ 119642 h 1282034"/>
              <a:gd name="csX55" fmla="*/ 6937127 w 9270323"/>
              <a:gd name="csY55" fmla="*/ 136733 h 1282034"/>
              <a:gd name="csX56" fmla="*/ 6962764 w 9270323"/>
              <a:gd name="csY56" fmla="*/ 145279 h 1282034"/>
              <a:gd name="csX57" fmla="*/ 7039676 w 9270323"/>
              <a:gd name="csY57" fmla="*/ 162371 h 1282034"/>
              <a:gd name="csX58" fmla="*/ 7090951 w 9270323"/>
              <a:gd name="csY58" fmla="*/ 179462 h 1282034"/>
              <a:gd name="csX59" fmla="*/ 7142226 w 9270323"/>
              <a:gd name="csY59" fmla="*/ 188008 h 1282034"/>
              <a:gd name="csX60" fmla="*/ 7261867 w 9270323"/>
              <a:gd name="csY60" fmla="*/ 213645 h 1282034"/>
              <a:gd name="csX61" fmla="*/ 7347325 w 9270323"/>
              <a:gd name="csY61" fmla="*/ 222191 h 1282034"/>
              <a:gd name="csX62" fmla="*/ 7390054 w 9270323"/>
              <a:gd name="csY62" fmla="*/ 230737 h 1282034"/>
              <a:gd name="csX63" fmla="*/ 7800252 w 9270323"/>
              <a:gd name="csY63" fmla="*/ 247829 h 1282034"/>
              <a:gd name="csX64" fmla="*/ 7817344 w 9270323"/>
              <a:gd name="csY64" fmla="*/ 273466 h 1282034"/>
              <a:gd name="csX65" fmla="*/ 7928439 w 9270323"/>
              <a:gd name="csY65" fmla="*/ 247829 h 1282034"/>
              <a:gd name="csX66" fmla="*/ 7954076 w 9270323"/>
              <a:gd name="csY66" fmla="*/ 222191 h 1282034"/>
              <a:gd name="csX67" fmla="*/ 8048080 w 9270323"/>
              <a:gd name="csY67" fmla="*/ 102550 h 1282034"/>
              <a:gd name="csX68" fmla="*/ 8099355 w 9270323"/>
              <a:gd name="csY68" fmla="*/ 34184 h 1282034"/>
              <a:gd name="csX69" fmla="*/ 8159175 w 9270323"/>
              <a:gd name="csY69" fmla="*/ 0 h 1282034"/>
              <a:gd name="csX70" fmla="*/ 8236087 w 9270323"/>
              <a:gd name="csY70" fmla="*/ 42729 h 1282034"/>
              <a:gd name="csX71" fmla="*/ 8261725 w 9270323"/>
              <a:gd name="csY71" fmla="*/ 68367 h 1282034"/>
              <a:gd name="csX72" fmla="*/ 8287362 w 9270323"/>
              <a:gd name="csY72" fmla="*/ 85458 h 1282034"/>
              <a:gd name="csX73" fmla="*/ 8313000 w 9270323"/>
              <a:gd name="csY73" fmla="*/ 111096 h 1282034"/>
              <a:gd name="csX74" fmla="*/ 8347183 w 9270323"/>
              <a:gd name="csY74" fmla="*/ 136733 h 1282034"/>
              <a:gd name="csX75" fmla="*/ 8372820 w 9270323"/>
              <a:gd name="csY75" fmla="*/ 162371 h 1282034"/>
              <a:gd name="csX76" fmla="*/ 8432641 w 9270323"/>
              <a:gd name="csY76" fmla="*/ 205100 h 1282034"/>
              <a:gd name="csX77" fmla="*/ 8458278 w 9270323"/>
              <a:gd name="csY77" fmla="*/ 239283 h 1282034"/>
              <a:gd name="csX78" fmla="*/ 8483915 w 9270323"/>
              <a:gd name="csY78" fmla="*/ 256374 h 1282034"/>
              <a:gd name="csX79" fmla="*/ 8518099 w 9270323"/>
              <a:gd name="csY79" fmla="*/ 290558 h 1282034"/>
              <a:gd name="csX80" fmla="*/ 8552282 w 9270323"/>
              <a:gd name="csY80" fmla="*/ 299103 h 1282034"/>
              <a:gd name="csX81" fmla="*/ 8595011 w 9270323"/>
              <a:gd name="csY81" fmla="*/ 316195 h 1282034"/>
              <a:gd name="csX82" fmla="*/ 8740289 w 9270323"/>
              <a:gd name="csY82" fmla="*/ 299103 h 1282034"/>
              <a:gd name="csX83" fmla="*/ 8791564 w 9270323"/>
              <a:gd name="csY83" fmla="*/ 282012 h 1282034"/>
              <a:gd name="csX84" fmla="*/ 8953934 w 9270323"/>
              <a:gd name="csY84" fmla="*/ 290558 h 1282034"/>
              <a:gd name="csX85" fmla="*/ 9116304 w 9270323"/>
              <a:gd name="csY85" fmla="*/ 282012 h 1282034"/>
              <a:gd name="csX86" fmla="*/ 9253037 w 9270323"/>
              <a:gd name="csY86" fmla="*/ 282012 h 1282034"/>
              <a:gd name="csX87" fmla="*/ 9270129 w 9270323"/>
              <a:gd name="csY87" fmla="*/ 1213503 h 1282034"/>
              <a:gd name="csX88" fmla="*/ 638877 w 9270323"/>
              <a:gd name="csY88" fmla="*/ 1213504 h 1282034"/>
              <a:gd name="csX89" fmla="*/ 638877 w 9270323"/>
              <a:gd name="csY89" fmla="*/ 222190 h 1282034"/>
              <a:gd name="csX0" fmla="*/ 0 w 8639993"/>
              <a:gd name="csY0" fmla="*/ 213645 h 1282034"/>
              <a:gd name="csX1" fmla="*/ 470019 w 8639993"/>
              <a:gd name="csY1" fmla="*/ 213645 h 1282034"/>
              <a:gd name="csX2" fmla="*/ 632389 w 8639993"/>
              <a:gd name="csY2" fmla="*/ 196554 h 1282034"/>
              <a:gd name="csX3" fmla="*/ 717847 w 8639993"/>
              <a:gd name="csY3" fmla="*/ 188008 h 1282034"/>
              <a:gd name="csX4" fmla="*/ 803305 w 8639993"/>
              <a:gd name="csY4" fmla="*/ 179462 h 1282034"/>
              <a:gd name="csX5" fmla="*/ 1452785 w 8639993"/>
              <a:gd name="csY5" fmla="*/ 162371 h 1282034"/>
              <a:gd name="csX6" fmla="*/ 1546789 w 8639993"/>
              <a:gd name="csY6" fmla="*/ 145279 h 1282034"/>
              <a:gd name="csX7" fmla="*/ 1580972 w 8639993"/>
              <a:gd name="csY7" fmla="*/ 136733 h 1282034"/>
              <a:gd name="csX8" fmla="*/ 1615156 w 8639993"/>
              <a:gd name="csY8" fmla="*/ 145279 h 1282034"/>
              <a:gd name="csX9" fmla="*/ 1640793 w 8639993"/>
              <a:gd name="csY9" fmla="*/ 162371 h 1282034"/>
              <a:gd name="csX10" fmla="*/ 1700614 w 8639993"/>
              <a:gd name="csY10" fmla="*/ 188008 h 1282034"/>
              <a:gd name="csX11" fmla="*/ 1862984 w 8639993"/>
              <a:gd name="csY11" fmla="*/ 205100 h 1282034"/>
              <a:gd name="csX12" fmla="*/ 1922804 w 8639993"/>
              <a:gd name="csY12" fmla="*/ 213645 h 1282034"/>
              <a:gd name="csX13" fmla="*/ 1956987 w 8639993"/>
              <a:gd name="csY13" fmla="*/ 222191 h 1282034"/>
              <a:gd name="csX14" fmla="*/ 2076628 w 8639993"/>
              <a:gd name="csY14" fmla="*/ 230737 h 1282034"/>
              <a:gd name="csX15" fmla="*/ 2281728 w 8639993"/>
              <a:gd name="csY15" fmla="*/ 222191 h 1282034"/>
              <a:gd name="csX16" fmla="*/ 2444098 w 8639993"/>
              <a:gd name="csY16" fmla="*/ 213645 h 1282034"/>
              <a:gd name="csX17" fmla="*/ 2709017 w 8639993"/>
              <a:gd name="csY17" fmla="*/ 222191 h 1282034"/>
              <a:gd name="csX18" fmla="*/ 2820113 w 8639993"/>
              <a:gd name="csY18" fmla="*/ 230737 h 1282034"/>
              <a:gd name="csX19" fmla="*/ 3050849 w 8639993"/>
              <a:gd name="csY19" fmla="*/ 213645 h 1282034"/>
              <a:gd name="csX20" fmla="*/ 3085032 w 8639993"/>
              <a:gd name="csY20" fmla="*/ 205100 h 1282034"/>
              <a:gd name="csX21" fmla="*/ 3418318 w 8639993"/>
              <a:gd name="csY21" fmla="*/ 188008 h 1282034"/>
              <a:gd name="csX22" fmla="*/ 3512322 w 8639993"/>
              <a:gd name="csY22" fmla="*/ 162371 h 1282034"/>
              <a:gd name="csX23" fmla="*/ 3683238 w 8639993"/>
              <a:gd name="csY23" fmla="*/ 170916 h 1282034"/>
              <a:gd name="csX24" fmla="*/ 3717421 w 8639993"/>
              <a:gd name="csY24" fmla="*/ 179462 h 1282034"/>
              <a:gd name="csX25" fmla="*/ 3828516 w 8639993"/>
              <a:gd name="csY25" fmla="*/ 205100 h 1282034"/>
              <a:gd name="csX26" fmla="*/ 3999432 w 8639993"/>
              <a:gd name="csY26" fmla="*/ 196554 h 1282034"/>
              <a:gd name="csX27" fmla="*/ 4025070 w 8639993"/>
              <a:gd name="csY27" fmla="*/ 188008 h 1282034"/>
              <a:gd name="csX28" fmla="*/ 4076344 w 8639993"/>
              <a:gd name="csY28" fmla="*/ 179462 h 1282034"/>
              <a:gd name="csX29" fmla="*/ 4101982 w 8639993"/>
              <a:gd name="csY29" fmla="*/ 170916 h 1282034"/>
              <a:gd name="csX30" fmla="*/ 4153257 w 8639993"/>
              <a:gd name="csY30" fmla="*/ 162371 h 1282034"/>
              <a:gd name="csX31" fmla="*/ 4298535 w 8639993"/>
              <a:gd name="csY31" fmla="*/ 145279 h 1282034"/>
              <a:gd name="csX32" fmla="*/ 4469451 w 8639993"/>
              <a:gd name="csY32" fmla="*/ 153825 h 1282034"/>
              <a:gd name="csX33" fmla="*/ 4503634 w 8639993"/>
              <a:gd name="csY33" fmla="*/ 162371 h 1282034"/>
              <a:gd name="csX34" fmla="*/ 4546363 w 8639993"/>
              <a:gd name="csY34" fmla="*/ 170916 h 1282034"/>
              <a:gd name="csX35" fmla="*/ 4640367 w 8639993"/>
              <a:gd name="csY35" fmla="*/ 179462 h 1282034"/>
              <a:gd name="csX36" fmla="*/ 4666004 w 8639993"/>
              <a:gd name="csY36" fmla="*/ 188008 h 1282034"/>
              <a:gd name="csX37" fmla="*/ 4700187 w 8639993"/>
              <a:gd name="csY37" fmla="*/ 205100 h 1282034"/>
              <a:gd name="csX38" fmla="*/ 4734371 w 8639993"/>
              <a:gd name="csY38" fmla="*/ 213645 h 1282034"/>
              <a:gd name="csX39" fmla="*/ 4777100 w 8639993"/>
              <a:gd name="csY39" fmla="*/ 230737 h 1282034"/>
              <a:gd name="csX40" fmla="*/ 4862557 w 8639993"/>
              <a:gd name="csY40" fmla="*/ 247829 h 1282034"/>
              <a:gd name="csX41" fmla="*/ 4905286 w 8639993"/>
              <a:gd name="csY41" fmla="*/ 256374 h 1282034"/>
              <a:gd name="csX42" fmla="*/ 4948015 w 8639993"/>
              <a:gd name="csY42" fmla="*/ 273466 h 1282034"/>
              <a:gd name="csX43" fmla="*/ 5033473 w 8639993"/>
              <a:gd name="csY43" fmla="*/ 290558 h 1282034"/>
              <a:gd name="csX44" fmla="*/ 5153114 w 8639993"/>
              <a:gd name="csY44" fmla="*/ 307649 h 1282034"/>
              <a:gd name="csX45" fmla="*/ 5580404 w 8639993"/>
              <a:gd name="csY45" fmla="*/ 299103 h 1282034"/>
              <a:gd name="csX46" fmla="*/ 5640225 w 8639993"/>
              <a:gd name="csY46" fmla="*/ 282012 h 1282034"/>
              <a:gd name="csX47" fmla="*/ 5708591 w 8639993"/>
              <a:gd name="csY47" fmla="*/ 264920 h 1282034"/>
              <a:gd name="csX48" fmla="*/ 5776957 w 8639993"/>
              <a:gd name="csY48" fmla="*/ 247829 h 1282034"/>
              <a:gd name="csX49" fmla="*/ 5922236 w 8639993"/>
              <a:gd name="csY49" fmla="*/ 230737 h 1282034"/>
              <a:gd name="csX50" fmla="*/ 5990602 w 8639993"/>
              <a:gd name="csY50" fmla="*/ 222191 h 1282034"/>
              <a:gd name="csX51" fmla="*/ 6041877 w 8639993"/>
              <a:gd name="csY51" fmla="*/ 188008 h 1282034"/>
              <a:gd name="csX52" fmla="*/ 6076060 w 8639993"/>
              <a:gd name="csY52" fmla="*/ 162371 h 1282034"/>
              <a:gd name="csX53" fmla="*/ 6101698 w 8639993"/>
              <a:gd name="csY53" fmla="*/ 136733 h 1282034"/>
              <a:gd name="csX54" fmla="*/ 6161518 w 8639993"/>
              <a:gd name="csY54" fmla="*/ 119642 h 1282034"/>
              <a:gd name="csX55" fmla="*/ 6306797 w 8639993"/>
              <a:gd name="csY55" fmla="*/ 136733 h 1282034"/>
              <a:gd name="csX56" fmla="*/ 6332434 w 8639993"/>
              <a:gd name="csY56" fmla="*/ 145279 h 1282034"/>
              <a:gd name="csX57" fmla="*/ 6409346 w 8639993"/>
              <a:gd name="csY57" fmla="*/ 162371 h 1282034"/>
              <a:gd name="csX58" fmla="*/ 6460621 w 8639993"/>
              <a:gd name="csY58" fmla="*/ 179462 h 1282034"/>
              <a:gd name="csX59" fmla="*/ 6511896 w 8639993"/>
              <a:gd name="csY59" fmla="*/ 188008 h 1282034"/>
              <a:gd name="csX60" fmla="*/ 6631537 w 8639993"/>
              <a:gd name="csY60" fmla="*/ 213645 h 1282034"/>
              <a:gd name="csX61" fmla="*/ 6716995 w 8639993"/>
              <a:gd name="csY61" fmla="*/ 222191 h 1282034"/>
              <a:gd name="csX62" fmla="*/ 6759724 w 8639993"/>
              <a:gd name="csY62" fmla="*/ 230737 h 1282034"/>
              <a:gd name="csX63" fmla="*/ 7169922 w 8639993"/>
              <a:gd name="csY63" fmla="*/ 247829 h 1282034"/>
              <a:gd name="csX64" fmla="*/ 7187014 w 8639993"/>
              <a:gd name="csY64" fmla="*/ 273466 h 1282034"/>
              <a:gd name="csX65" fmla="*/ 7298109 w 8639993"/>
              <a:gd name="csY65" fmla="*/ 247829 h 1282034"/>
              <a:gd name="csX66" fmla="*/ 7323746 w 8639993"/>
              <a:gd name="csY66" fmla="*/ 222191 h 1282034"/>
              <a:gd name="csX67" fmla="*/ 7417750 w 8639993"/>
              <a:gd name="csY67" fmla="*/ 102550 h 1282034"/>
              <a:gd name="csX68" fmla="*/ 7469025 w 8639993"/>
              <a:gd name="csY68" fmla="*/ 34184 h 1282034"/>
              <a:gd name="csX69" fmla="*/ 7528845 w 8639993"/>
              <a:gd name="csY69" fmla="*/ 0 h 1282034"/>
              <a:gd name="csX70" fmla="*/ 7605757 w 8639993"/>
              <a:gd name="csY70" fmla="*/ 42729 h 1282034"/>
              <a:gd name="csX71" fmla="*/ 7631395 w 8639993"/>
              <a:gd name="csY71" fmla="*/ 68367 h 1282034"/>
              <a:gd name="csX72" fmla="*/ 7657032 w 8639993"/>
              <a:gd name="csY72" fmla="*/ 85458 h 1282034"/>
              <a:gd name="csX73" fmla="*/ 7682670 w 8639993"/>
              <a:gd name="csY73" fmla="*/ 111096 h 1282034"/>
              <a:gd name="csX74" fmla="*/ 7716853 w 8639993"/>
              <a:gd name="csY74" fmla="*/ 136733 h 1282034"/>
              <a:gd name="csX75" fmla="*/ 7742490 w 8639993"/>
              <a:gd name="csY75" fmla="*/ 162371 h 1282034"/>
              <a:gd name="csX76" fmla="*/ 7802311 w 8639993"/>
              <a:gd name="csY76" fmla="*/ 205100 h 1282034"/>
              <a:gd name="csX77" fmla="*/ 7827948 w 8639993"/>
              <a:gd name="csY77" fmla="*/ 239283 h 1282034"/>
              <a:gd name="csX78" fmla="*/ 7853585 w 8639993"/>
              <a:gd name="csY78" fmla="*/ 256374 h 1282034"/>
              <a:gd name="csX79" fmla="*/ 7887769 w 8639993"/>
              <a:gd name="csY79" fmla="*/ 290558 h 1282034"/>
              <a:gd name="csX80" fmla="*/ 7921952 w 8639993"/>
              <a:gd name="csY80" fmla="*/ 299103 h 1282034"/>
              <a:gd name="csX81" fmla="*/ 7964681 w 8639993"/>
              <a:gd name="csY81" fmla="*/ 316195 h 1282034"/>
              <a:gd name="csX82" fmla="*/ 8109959 w 8639993"/>
              <a:gd name="csY82" fmla="*/ 299103 h 1282034"/>
              <a:gd name="csX83" fmla="*/ 8161234 w 8639993"/>
              <a:gd name="csY83" fmla="*/ 282012 h 1282034"/>
              <a:gd name="csX84" fmla="*/ 8323604 w 8639993"/>
              <a:gd name="csY84" fmla="*/ 290558 h 1282034"/>
              <a:gd name="csX85" fmla="*/ 8485974 w 8639993"/>
              <a:gd name="csY85" fmla="*/ 282012 h 1282034"/>
              <a:gd name="csX86" fmla="*/ 8622707 w 8639993"/>
              <a:gd name="csY86" fmla="*/ 282012 h 1282034"/>
              <a:gd name="csX87" fmla="*/ 8639799 w 8639993"/>
              <a:gd name="csY87" fmla="*/ 1213503 h 1282034"/>
              <a:gd name="csX88" fmla="*/ 8547 w 8639993"/>
              <a:gd name="csY88" fmla="*/ 1213504 h 1282034"/>
              <a:gd name="csX89" fmla="*/ 8547 w 8639993"/>
              <a:gd name="csY89" fmla="*/ 222190 h 1282034"/>
              <a:gd name="csX0" fmla="*/ 0 w 8639993"/>
              <a:gd name="csY0" fmla="*/ 213645 h 1217614"/>
              <a:gd name="csX1" fmla="*/ 470019 w 8639993"/>
              <a:gd name="csY1" fmla="*/ 213645 h 1217614"/>
              <a:gd name="csX2" fmla="*/ 632389 w 8639993"/>
              <a:gd name="csY2" fmla="*/ 196554 h 1217614"/>
              <a:gd name="csX3" fmla="*/ 717847 w 8639993"/>
              <a:gd name="csY3" fmla="*/ 188008 h 1217614"/>
              <a:gd name="csX4" fmla="*/ 803305 w 8639993"/>
              <a:gd name="csY4" fmla="*/ 179462 h 1217614"/>
              <a:gd name="csX5" fmla="*/ 1452785 w 8639993"/>
              <a:gd name="csY5" fmla="*/ 162371 h 1217614"/>
              <a:gd name="csX6" fmla="*/ 1546789 w 8639993"/>
              <a:gd name="csY6" fmla="*/ 145279 h 1217614"/>
              <a:gd name="csX7" fmla="*/ 1580972 w 8639993"/>
              <a:gd name="csY7" fmla="*/ 136733 h 1217614"/>
              <a:gd name="csX8" fmla="*/ 1615156 w 8639993"/>
              <a:gd name="csY8" fmla="*/ 145279 h 1217614"/>
              <a:gd name="csX9" fmla="*/ 1640793 w 8639993"/>
              <a:gd name="csY9" fmla="*/ 162371 h 1217614"/>
              <a:gd name="csX10" fmla="*/ 1700614 w 8639993"/>
              <a:gd name="csY10" fmla="*/ 188008 h 1217614"/>
              <a:gd name="csX11" fmla="*/ 1862984 w 8639993"/>
              <a:gd name="csY11" fmla="*/ 205100 h 1217614"/>
              <a:gd name="csX12" fmla="*/ 1922804 w 8639993"/>
              <a:gd name="csY12" fmla="*/ 213645 h 1217614"/>
              <a:gd name="csX13" fmla="*/ 1956987 w 8639993"/>
              <a:gd name="csY13" fmla="*/ 222191 h 1217614"/>
              <a:gd name="csX14" fmla="*/ 2076628 w 8639993"/>
              <a:gd name="csY14" fmla="*/ 230737 h 1217614"/>
              <a:gd name="csX15" fmla="*/ 2281728 w 8639993"/>
              <a:gd name="csY15" fmla="*/ 222191 h 1217614"/>
              <a:gd name="csX16" fmla="*/ 2444098 w 8639993"/>
              <a:gd name="csY16" fmla="*/ 213645 h 1217614"/>
              <a:gd name="csX17" fmla="*/ 2709017 w 8639993"/>
              <a:gd name="csY17" fmla="*/ 222191 h 1217614"/>
              <a:gd name="csX18" fmla="*/ 2820113 w 8639993"/>
              <a:gd name="csY18" fmla="*/ 230737 h 1217614"/>
              <a:gd name="csX19" fmla="*/ 3050849 w 8639993"/>
              <a:gd name="csY19" fmla="*/ 213645 h 1217614"/>
              <a:gd name="csX20" fmla="*/ 3085032 w 8639993"/>
              <a:gd name="csY20" fmla="*/ 205100 h 1217614"/>
              <a:gd name="csX21" fmla="*/ 3418318 w 8639993"/>
              <a:gd name="csY21" fmla="*/ 188008 h 1217614"/>
              <a:gd name="csX22" fmla="*/ 3512322 w 8639993"/>
              <a:gd name="csY22" fmla="*/ 162371 h 1217614"/>
              <a:gd name="csX23" fmla="*/ 3683238 w 8639993"/>
              <a:gd name="csY23" fmla="*/ 170916 h 1217614"/>
              <a:gd name="csX24" fmla="*/ 3717421 w 8639993"/>
              <a:gd name="csY24" fmla="*/ 179462 h 1217614"/>
              <a:gd name="csX25" fmla="*/ 3828516 w 8639993"/>
              <a:gd name="csY25" fmla="*/ 205100 h 1217614"/>
              <a:gd name="csX26" fmla="*/ 3999432 w 8639993"/>
              <a:gd name="csY26" fmla="*/ 196554 h 1217614"/>
              <a:gd name="csX27" fmla="*/ 4025070 w 8639993"/>
              <a:gd name="csY27" fmla="*/ 188008 h 1217614"/>
              <a:gd name="csX28" fmla="*/ 4076344 w 8639993"/>
              <a:gd name="csY28" fmla="*/ 179462 h 1217614"/>
              <a:gd name="csX29" fmla="*/ 4101982 w 8639993"/>
              <a:gd name="csY29" fmla="*/ 170916 h 1217614"/>
              <a:gd name="csX30" fmla="*/ 4153257 w 8639993"/>
              <a:gd name="csY30" fmla="*/ 162371 h 1217614"/>
              <a:gd name="csX31" fmla="*/ 4298535 w 8639993"/>
              <a:gd name="csY31" fmla="*/ 145279 h 1217614"/>
              <a:gd name="csX32" fmla="*/ 4469451 w 8639993"/>
              <a:gd name="csY32" fmla="*/ 153825 h 1217614"/>
              <a:gd name="csX33" fmla="*/ 4503634 w 8639993"/>
              <a:gd name="csY33" fmla="*/ 162371 h 1217614"/>
              <a:gd name="csX34" fmla="*/ 4546363 w 8639993"/>
              <a:gd name="csY34" fmla="*/ 170916 h 1217614"/>
              <a:gd name="csX35" fmla="*/ 4640367 w 8639993"/>
              <a:gd name="csY35" fmla="*/ 179462 h 1217614"/>
              <a:gd name="csX36" fmla="*/ 4666004 w 8639993"/>
              <a:gd name="csY36" fmla="*/ 188008 h 1217614"/>
              <a:gd name="csX37" fmla="*/ 4700187 w 8639993"/>
              <a:gd name="csY37" fmla="*/ 205100 h 1217614"/>
              <a:gd name="csX38" fmla="*/ 4734371 w 8639993"/>
              <a:gd name="csY38" fmla="*/ 213645 h 1217614"/>
              <a:gd name="csX39" fmla="*/ 4777100 w 8639993"/>
              <a:gd name="csY39" fmla="*/ 230737 h 1217614"/>
              <a:gd name="csX40" fmla="*/ 4862557 w 8639993"/>
              <a:gd name="csY40" fmla="*/ 247829 h 1217614"/>
              <a:gd name="csX41" fmla="*/ 4905286 w 8639993"/>
              <a:gd name="csY41" fmla="*/ 256374 h 1217614"/>
              <a:gd name="csX42" fmla="*/ 4948015 w 8639993"/>
              <a:gd name="csY42" fmla="*/ 273466 h 1217614"/>
              <a:gd name="csX43" fmla="*/ 5033473 w 8639993"/>
              <a:gd name="csY43" fmla="*/ 290558 h 1217614"/>
              <a:gd name="csX44" fmla="*/ 5153114 w 8639993"/>
              <a:gd name="csY44" fmla="*/ 307649 h 1217614"/>
              <a:gd name="csX45" fmla="*/ 5580404 w 8639993"/>
              <a:gd name="csY45" fmla="*/ 299103 h 1217614"/>
              <a:gd name="csX46" fmla="*/ 5640225 w 8639993"/>
              <a:gd name="csY46" fmla="*/ 282012 h 1217614"/>
              <a:gd name="csX47" fmla="*/ 5708591 w 8639993"/>
              <a:gd name="csY47" fmla="*/ 264920 h 1217614"/>
              <a:gd name="csX48" fmla="*/ 5776957 w 8639993"/>
              <a:gd name="csY48" fmla="*/ 247829 h 1217614"/>
              <a:gd name="csX49" fmla="*/ 5922236 w 8639993"/>
              <a:gd name="csY49" fmla="*/ 230737 h 1217614"/>
              <a:gd name="csX50" fmla="*/ 5990602 w 8639993"/>
              <a:gd name="csY50" fmla="*/ 222191 h 1217614"/>
              <a:gd name="csX51" fmla="*/ 6041877 w 8639993"/>
              <a:gd name="csY51" fmla="*/ 188008 h 1217614"/>
              <a:gd name="csX52" fmla="*/ 6076060 w 8639993"/>
              <a:gd name="csY52" fmla="*/ 162371 h 1217614"/>
              <a:gd name="csX53" fmla="*/ 6101698 w 8639993"/>
              <a:gd name="csY53" fmla="*/ 136733 h 1217614"/>
              <a:gd name="csX54" fmla="*/ 6161518 w 8639993"/>
              <a:gd name="csY54" fmla="*/ 119642 h 1217614"/>
              <a:gd name="csX55" fmla="*/ 6306797 w 8639993"/>
              <a:gd name="csY55" fmla="*/ 136733 h 1217614"/>
              <a:gd name="csX56" fmla="*/ 6332434 w 8639993"/>
              <a:gd name="csY56" fmla="*/ 145279 h 1217614"/>
              <a:gd name="csX57" fmla="*/ 6409346 w 8639993"/>
              <a:gd name="csY57" fmla="*/ 162371 h 1217614"/>
              <a:gd name="csX58" fmla="*/ 6460621 w 8639993"/>
              <a:gd name="csY58" fmla="*/ 179462 h 1217614"/>
              <a:gd name="csX59" fmla="*/ 6511896 w 8639993"/>
              <a:gd name="csY59" fmla="*/ 188008 h 1217614"/>
              <a:gd name="csX60" fmla="*/ 6631537 w 8639993"/>
              <a:gd name="csY60" fmla="*/ 213645 h 1217614"/>
              <a:gd name="csX61" fmla="*/ 6716995 w 8639993"/>
              <a:gd name="csY61" fmla="*/ 222191 h 1217614"/>
              <a:gd name="csX62" fmla="*/ 6759724 w 8639993"/>
              <a:gd name="csY62" fmla="*/ 230737 h 1217614"/>
              <a:gd name="csX63" fmla="*/ 7169922 w 8639993"/>
              <a:gd name="csY63" fmla="*/ 247829 h 1217614"/>
              <a:gd name="csX64" fmla="*/ 7187014 w 8639993"/>
              <a:gd name="csY64" fmla="*/ 273466 h 1217614"/>
              <a:gd name="csX65" fmla="*/ 7298109 w 8639993"/>
              <a:gd name="csY65" fmla="*/ 247829 h 1217614"/>
              <a:gd name="csX66" fmla="*/ 7323746 w 8639993"/>
              <a:gd name="csY66" fmla="*/ 222191 h 1217614"/>
              <a:gd name="csX67" fmla="*/ 7417750 w 8639993"/>
              <a:gd name="csY67" fmla="*/ 102550 h 1217614"/>
              <a:gd name="csX68" fmla="*/ 7469025 w 8639993"/>
              <a:gd name="csY68" fmla="*/ 34184 h 1217614"/>
              <a:gd name="csX69" fmla="*/ 7528845 w 8639993"/>
              <a:gd name="csY69" fmla="*/ 0 h 1217614"/>
              <a:gd name="csX70" fmla="*/ 7605757 w 8639993"/>
              <a:gd name="csY70" fmla="*/ 42729 h 1217614"/>
              <a:gd name="csX71" fmla="*/ 7631395 w 8639993"/>
              <a:gd name="csY71" fmla="*/ 68367 h 1217614"/>
              <a:gd name="csX72" fmla="*/ 7657032 w 8639993"/>
              <a:gd name="csY72" fmla="*/ 85458 h 1217614"/>
              <a:gd name="csX73" fmla="*/ 7682670 w 8639993"/>
              <a:gd name="csY73" fmla="*/ 111096 h 1217614"/>
              <a:gd name="csX74" fmla="*/ 7716853 w 8639993"/>
              <a:gd name="csY74" fmla="*/ 136733 h 1217614"/>
              <a:gd name="csX75" fmla="*/ 7742490 w 8639993"/>
              <a:gd name="csY75" fmla="*/ 162371 h 1217614"/>
              <a:gd name="csX76" fmla="*/ 7802311 w 8639993"/>
              <a:gd name="csY76" fmla="*/ 205100 h 1217614"/>
              <a:gd name="csX77" fmla="*/ 7827948 w 8639993"/>
              <a:gd name="csY77" fmla="*/ 239283 h 1217614"/>
              <a:gd name="csX78" fmla="*/ 7853585 w 8639993"/>
              <a:gd name="csY78" fmla="*/ 256374 h 1217614"/>
              <a:gd name="csX79" fmla="*/ 7887769 w 8639993"/>
              <a:gd name="csY79" fmla="*/ 290558 h 1217614"/>
              <a:gd name="csX80" fmla="*/ 7921952 w 8639993"/>
              <a:gd name="csY80" fmla="*/ 299103 h 1217614"/>
              <a:gd name="csX81" fmla="*/ 7964681 w 8639993"/>
              <a:gd name="csY81" fmla="*/ 316195 h 1217614"/>
              <a:gd name="csX82" fmla="*/ 8109959 w 8639993"/>
              <a:gd name="csY82" fmla="*/ 299103 h 1217614"/>
              <a:gd name="csX83" fmla="*/ 8161234 w 8639993"/>
              <a:gd name="csY83" fmla="*/ 282012 h 1217614"/>
              <a:gd name="csX84" fmla="*/ 8323604 w 8639993"/>
              <a:gd name="csY84" fmla="*/ 290558 h 1217614"/>
              <a:gd name="csX85" fmla="*/ 8485974 w 8639993"/>
              <a:gd name="csY85" fmla="*/ 282012 h 1217614"/>
              <a:gd name="csX86" fmla="*/ 8622707 w 8639993"/>
              <a:gd name="csY86" fmla="*/ 282012 h 1217614"/>
              <a:gd name="csX87" fmla="*/ 8639799 w 8639993"/>
              <a:gd name="csY87" fmla="*/ 1213503 h 1217614"/>
              <a:gd name="csX88" fmla="*/ 8547 w 8639993"/>
              <a:gd name="csY88" fmla="*/ 1213504 h 1217614"/>
              <a:gd name="csX89" fmla="*/ 8547 w 8639993"/>
              <a:gd name="csY89" fmla="*/ 222190 h 1217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</a:cxnLst>
            <a:rect l="l" t="t" r="r" b="b"/>
            <a:pathLst>
              <a:path w="8639993" h="1217614">
                <a:moveTo>
                  <a:pt x="0" y="213645"/>
                </a:moveTo>
                <a:cubicBezTo>
                  <a:pt x="197557" y="233401"/>
                  <a:pt x="126185" y="229762"/>
                  <a:pt x="470019" y="213645"/>
                </a:cubicBezTo>
                <a:cubicBezTo>
                  <a:pt x="524382" y="211097"/>
                  <a:pt x="578256" y="202154"/>
                  <a:pt x="632389" y="196554"/>
                </a:cubicBezTo>
                <a:lnTo>
                  <a:pt x="717847" y="188008"/>
                </a:lnTo>
                <a:cubicBezTo>
                  <a:pt x="746333" y="185159"/>
                  <a:pt x="774706" y="180762"/>
                  <a:pt x="803305" y="179462"/>
                </a:cubicBezTo>
                <a:cubicBezTo>
                  <a:pt x="1145005" y="163930"/>
                  <a:pt x="928590" y="172077"/>
                  <a:pt x="1452785" y="162371"/>
                </a:cubicBezTo>
                <a:cubicBezTo>
                  <a:pt x="1489891" y="156187"/>
                  <a:pt x="1510957" y="153242"/>
                  <a:pt x="1546789" y="145279"/>
                </a:cubicBezTo>
                <a:cubicBezTo>
                  <a:pt x="1558254" y="142731"/>
                  <a:pt x="1569578" y="139582"/>
                  <a:pt x="1580972" y="136733"/>
                </a:cubicBezTo>
                <a:cubicBezTo>
                  <a:pt x="1592367" y="139582"/>
                  <a:pt x="1604360" y="140652"/>
                  <a:pt x="1615156" y="145279"/>
                </a:cubicBezTo>
                <a:cubicBezTo>
                  <a:pt x="1624596" y="149325"/>
                  <a:pt x="1631876" y="157275"/>
                  <a:pt x="1640793" y="162371"/>
                </a:cubicBezTo>
                <a:cubicBezTo>
                  <a:pt x="1663580" y="175392"/>
                  <a:pt x="1676646" y="181160"/>
                  <a:pt x="1700614" y="188008"/>
                </a:cubicBezTo>
                <a:cubicBezTo>
                  <a:pt x="1763996" y="206118"/>
                  <a:pt x="1768093" y="198774"/>
                  <a:pt x="1862984" y="205100"/>
                </a:cubicBezTo>
                <a:cubicBezTo>
                  <a:pt x="1882924" y="207948"/>
                  <a:pt x="1902986" y="210042"/>
                  <a:pt x="1922804" y="213645"/>
                </a:cubicBezTo>
                <a:cubicBezTo>
                  <a:pt x="1934360" y="215746"/>
                  <a:pt x="1945314" y="220894"/>
                  <a:pt x="1956987" y="222191"/>
                </a:cubicBezTo>
                <a:cubicBezTo>
                  <a:pt x="1996724" y="226606"/>
                  <a:pt x="2036748" y="227888"/>
                  <a:pt x="2076628" y="230737"/>
                </a:cubicBezTo>
                <a:lnTo>
                  <a:pt x="2281728" y="222191"/>
                </a:lnTo>
                <a:cubicBezTo>
                  <a:pt x="2335868" y="219673"/>
                  <a:pt x="2389900" y="213645"/>
                  <a:pt x="2444098" y="213645"/>
                </a:cubicBezTo>
                <a:cubicBezTo>
                  <a:pt x="2532450" y="213645"/>
                  <a:pt x="2620711" y="219342"/>
                  <a:pt x="2709017" y="222191"/>
                </a:cubicBezTo>
                <a:cubicBezTo>
                  <a:pt x="2746049" y="225040"/>
                  <a:pt x="2782972" y="230737"/>
                  <a:pt x="2820113" y="230737"/>
                </a:cubicBezTo>
                <a:cubicBezTo>
                  <a:pt x="2909903" y="230737"/>
                  <a:pt x="2967999" y="222851"/>
                  <a:pt x="3050849" y="213645"/>
                </a:cubicBezTo>
                <a:cubicBezTo>
                  <a:pt x="3062243" y="210797"/>
                  <a:pt x="3073447" y="207031"/>
                  <a:pt x="3085032" y="205100"/>
                </a:cubicBezTo>
                <a:cubicBezTo>
                  <a:pt x="3192705" y="187155"/>
                  <a:pt x="3316504" y="191292"/>
                  <a:pt x="3418318" y="188008"/>
                </a:cubicBezTo>
                <a:cubicBezTo>
                  <a:pt x="3495424" y="168731"/>
                  <a:pt x="3464400" y="178344"/>
                  <a:pt x="3512322" y="162371"/>
                </a:cubicBezTo>
                <a:cubicBezTo>
                  <a:pt x="3569294" y="165219"/>
                  <a:pt x="3626392" y="166179"/>
                  <a:pt x="3683238" y="170916"/>
                </a:cubicBezTo>
                <a:cubicBezTo>
                  <a:pt x="3694942" y="171891"/>
                  <a:pt x="3705937" y="177001"/>
                  <a:pt x="3717421" y="179462"/>
                </a:cubicBezTo>
                <a:cubicBezTo>
                  <a:pt x="3823027" y="202092"/>
                  <a:pt x="3771811" y="186198"/>
                  <a:pt x="3828516" y="205100"/>
                </a:cubicBezTo>
                <a:cubicBezTo>
                  <a:pt x="3885488" y="202251"/>
                  <a:pt x="3942603" y="201496"/>
                  <a:pt x="3999432" y="196554"/>
                </a:cubicBezTo>
                <a:cubicBezTo>
                  <a:pt x="4008406" y="195774"/>
                  <a:pt x="4016276" y="189962"/>
                  <a:pt x="4025070" y="188008"/>
                </a:cubicBezTo>
                <a:cubicBezTo>
                  <a:pt x="4041984" y="184249"/>
                  <a:pt x="4059430" y="183221"/>
                  <a:pt x="4076344" y="179462"/>
                </a:cubicBezTo>
                <a:cubicBezTo>
                  <a:pt x="4085138" y="177508"/>
                  <a:pt x="4093188" y="172870"/>
                  <a:pt x="4101982" y="170916"/>
                </a:cubicBezTo>
                <a:cubicBezTo>
                  <a:pt x="4118897" y="167157"/>
                  <a:pt x="4136131" y="165006"/>
                  <a:pt x="4153257" y="162371"/>
                </a:cubicBezTo>
                <a:cubicBezTo>
                  <a:pt x="4223439" y="151574"/>
                  <a:pt x="4218587" y="153274"/>
                  <a:pt x="4298535" y="145279"/>
                </a:cubicBezTo>
                <a:cubicBezTo>
                  <a:pt x="4355507" y="148128"/>
                  <a:pt x="4412605" y="149088"/>
                  <a:pt x="4469451" y="153825"/>
                </a:cubicBezTo>
                <a:cubicBezTo>
                  <a:pt x="4481155" y="154800"/>
                  <a:pt x="4492169" y="159823"/>
                  <a:pt x="4503634" y="162371"/>
                </a:cubicBezTo>
                <a:cubicBezTo>
                  <a:pt x="4517813" y="165522"/>
                  <a:pt x="4531950" y="169114"/>
                  <a:pt x="4546363" y="170916"/>
                </a:cubicBezTo>
                <a:cubicBezTo>
                  <a:pt x="4577584" y="174818"/>
                  <a:pt x="4609032" y="176613"/>
                  <a:pt x="4640367" y="179462"/>
                </a:cubicBezTo>
                <a:cubicBezTo>
                  <a:pt x="4648913" y="182311"/>
                  <a:pt x="4657724" y="184459"/>
                  <a:pt x="4666004" y="188008"/>
                </a:cubicBezTo>
                <a:cubicBezTo>
                  <a:pt x="4677713" y="193026"/>
                  <a:pt x="4688259" y="200627"/>
                  <a:pt x="4700187" y="205100"/>
                </a:cubicBezTo>
                <a:cubicBezTo>
                  <a:pt x="4711184" y="209224"/>
                  <a:pt x="4723228" y="209931"/>
                  <a:pt x="4734371" y="213645"/>
                </a:cubicBezTo>
                <a:cubicBezTo>
                  <a:pt x="4748924" y="218496"/>
                  <a:pt x="4762278" y="226784"/>
                  <a:pt x="4777100" y="230737"/>
                </a:cubicBezTo>
                <a:cubicBezTo>
                  <a:pt x="4805169" y="238222"/>
                  <a:pt x="4834071" y="242132"/>
                  <a:pt x="4862557" y="247829"/>
                </a:cubicBezTo>
                <a:lnTo>
                  <a:pt x="4905286" y="256374"/>
                </a:lnTo>
                <a:cubicBezTo>
                  <a:pt x="4919529" y="262071"/>
                  <a:pt x="4933193" y="269513"/>
                  <a:pt x="4948015" y="273466"/>
                </a:cubicBezTo>
                <a:cubicBezTo>
                  <a:pt x="4976084" y="280951"/>
                  <a:pt x="5004987" y="284861"/>
                  <a:pt x="5033473" y="290558"/>
                </a:cubicBezTo>
                <a:cubicBezTo>
                  <a:pt x="5101484" y="304160"/>
                  <a:pt x="5061787" y="297501"/>
                  <a:pt x="5153114" y="307649"/>
                </a:cubicBezTo>
                <a:cubicBezTo>
                  <a:pt x="5295544" y="304800"/>
                  <a:pt x="5438142" y="306590"/>
                  <a:pt x="5580404" y="299103"/>
                </a:cubicBezTo>
                <a:cubicBezTo>
                  <a:pt x="5601114" y="298013"/>
                  <a:pt x="5620187" y="287355"/>
                  <a:pt x="5640225" y="282012"/>
                </a:cubicBezTo>
                <a:cubicBezTo>
                  <a:pt x="5662922" y="275960"/>
                  <a:pt x="5685802" y="270617"/>
                  <a:pt x="5708591" y="264920"/>
                </a:cubicBezTo>
                <a:cubicBezTo>
                  <a:pt x="5708617" y="264913"/>
                  <a:pt x="5776930" y="247834"/>
                  <a:pt x="5776957" y="247829"/>
                </a:cubicBezTo>
                <a:cubicBezTo>
                  <a:pt x="5861581" y="230904"/>
                  <a:pt x="5785707" y="244390"/>
                  <a:pt x="5922236" y="230737"/>
                </a:cubicBezTo>
                <a:cubicBezTo>
                  <a:pt x="5945088" y="228452"/>
                  <a:pt x="5967813" y="225040"/>
                  <a:pt x="5990602" y="222191"/>
                </a:cubicBezTo>
                <a:cubicBezTo>
                  <a:pt x="6034212" y="207654"/>
                  <a:pt x="6001141" y="222925"/>
                  <a:pt x="6041877" y="188008"/>
                </a:cubicBezTo>
                <a:cubicBezTo>
                  <a:pt x="6052691" y="178739"/>
                  <a:pt x="6065246" y="171640"/>
                  <a:pt x="6076060" y="162371"/>
                </a:cubicBezTo>
                <a:cubicBezTo>
                  <a:pt x="6085236" y="154506"/>
                  <a:pt x="6091642" y="143437"/>
                  <a:pt x="6101698" y="136733"/>
                </a:cubicBezTo>
                <a:cubicBezTo>
                  <a:pt x="6109056" y="131827"/>
                  <a:pt x="6156956" y="120782"/>
                  <a:pt x="6161518" y="119642"/>
                </a:cubicBezTo>
                <a:cubicBezTo>
                  <a:pt x="6224443" y="124885"/>
                  <a:pt x="6253341" y="123369"/>
                  <a:pt x="6306797" y="136733"/>
                </a:cubicBezTo>
                <a:cubicBezTo>
                  <a:pt x="6315536" y="138918"/>
                  <a:pt x="6323695" y="143094"/>
                  <a:pt x="6332434" y="145279"/>
                </a:cubicBezTo>
                <a:cubicBezTo>
                  <a:pt x="6381241" y="157481"/>
                  <a:pt x="6365470" y="149208"/>
                  <a:pt x="6409346" y="162371"/>
                </a:cubicBezTo>
                <a:cubicBezTo>
                  <a:pt x="6426602" y="167548"/>
                  <a:pt x="6442850" y="176500"/>
                  <a:pt x="6460621" y="179462"/>
                </a:cubicBezTo>
                <a:cubicBezTo>
                  <a:pt x="6477713" y="182311"/>
                  <a:pt x="6494953" y="184377"/>
                  <a:pt x="6511896" y="188008"/>
                </a:cubicBezTo>
                <a:cubicBezTo>
                  <a:pt x="6584062" y="203472"/>
                  <a:pt x="6566689" y="205539"/>
                  <a:pt x="6631537" y="213645"/>
                </a:cubicBezTo>
                <a:cubicBezTo>
                  <a:pt x="6659944" y="217196"/>
                  <a:pt x="6688618" y="218407"/>
                  <a:pt x="6716995" y="222191"/>
                </a:cubicBezTo>
                <a:cubicBezTo>
                  <a:pt x="6731393" y="224111"/>
                  <a:pt x="6745242" y="229623"/>
                  <a:pt x="6759724" y="230737"/>
                </a:cubicBezTo>
                <a:cubicBezTo>
                  <a:pt x="6827733" y="235969"/>
                  <a:pt x="7121369" y="246031"/>
                  <a:pt x="7169922" y="247829"/>
                </a:cubicBezTo>
                <a:cubicBezTo>
                  <a:pt x="7175619" y="256375"/>
                  <a:pt x="7176883" y="271778"/>
                  <a:pt x="7187014" y="273466"/>
                </a:cubicBezTo>
                <a:cubicBezTo>
                  <a:pt x="7234196" y="281329"/>
                  <a:pt x="7266049" y="274545"/>
                  <a:pt x="7298109" y="247829"/>
                </a:cubicBezTo>
                <a:cubicBezTo>
                  <a:pt x="7307393" y="240092"/>
                  <a:pt x="7315939" y="231417"/>
                  <a:pt x="7323746" y="222191"/>
                </a:cubicBezTo>
                <a:cubicBezTo>
                  <a:pt x="7366251" y="171957"/>
                  <a:pt x="7383796" y="147822"/>
                  <a:pt x="7417750" y="102550"/>
                </a:cubicBezTo>
                <a:cubicBezTo>
                  <a:pt x="7417752" y="102547"/>
                  <a:pt x="7469022" y="34186"/>
                  <a:pt x="7469025" y="34184"/>
                </a:cubicBezTo>
                <a:cubicBezTo>
                  <a:pt x="7505262" y="10025"/>
                  <a:pt x="7485476" y="21685"/>
                  <a:pt x="7528845" y="0"/>
                </a:cubicBezTo>
                <a:cubicBezTo>
                  <a:pt x="7561084" y="10746"/>
                  <a:pt x="7576372" y="13344"/>
                  <a:pt x="7605757" y="42729"/>
                </a:cubicBezTo>
                <a:cubicBezTo>
                  <a:pt x="7614303" y="51275"/>
                  <a:pt x="7622110" y="60630"/>
                  <a:pt x="7631395" y="68367"/>
                </a:cubicBezTo>
                <a:cubicBezTo>
                  <a:pt x="7639285" y="74942"/>
                  <a:pt x="7649142" y="78883"/>
                  <a:pt x="7657032" y="85458"/>
                </a:cubicBezTo>
                <a:cubicBezTo>
                  <a:pt x="7666317" y="93195"/>
                  <a:pt x="7673494" y="103231"/>
                  <a:pt x="7682670" y="111096"/>
                </a:cubicBezTo>
                <a:cubicBezTo>
                  <a:pt x="7693484" y="120365"/>
                  <a:pt x="7706039" y="127464"/>
                  <a:pt x="7716853" y="136733"/>
                </a:cubicBezTo>
                <a:cubicBezTo>
                  <a:pt x="7726029" y="144598"/>
                  <a:pt x="7733206" y="154634"/>
                  <a:pt x="7742490" y="162371"/>
                </a:cubicBezTo>
                <a:cubicBezTo>
                  <a:pt x="7771616" y="186643"/>
                  <a:pt x="7771509" y="174297"/>
                  <a:pt x="7802311" y="205100"/>
                </a:cubicBezTo>
                <a:cubicBezTo>
                  <a:pt x="7812382" y="215171"/>
                  <a:pt x="7817877" y="229212"/>
                  <a:pt x="7827948" y="239283"/>
                </a:cubicBezTo>
                <a:cubicBezTo>
                  <a:pt x="7835210" y="246545"/>
                  <a:pt x="7845787" y="249690"/>
                  <a:pt x="7853585" y="256374"/>
                </a:cubicBezTo>
                <a:cubicBezTo>
                  <a:pt x="7865820" y="266861"/>
                  <a:pt x="7874104" y="282017"/>
                  <a:pt x="7887769" y="290558"/>
                </a:cubicBezTo>
                <a:cubicBezTo>
                  <a:pt x="7897729" y="296783"/>
                  <a:pt x="7910810" y="295389"/>
                  <a:pt x="7921952" y="299103"/>
                </a:cubicBezTo>
                <a:cubicBezTo>
                  <a:pt x="7936505" y="303954"/>
                  <a:pt x="7950438" y="310498"/>
                  <a:pt x="7964681" y="316195"/>
                </a:cubicBezTo>
                <a:cubicBezTo>
                  <a:pt x="8037729" y="310576"/>
                  <a:pt x="8055478" y="315447"/>
                  <a:pt x="8109959" y="299103"/>
                </a:cubicBezTo>
                <a:cubicBezTo>
                  <a:pt x="8127215" y="293926"/>
                  <a:pt x="8161234" y="282012"/>
                  <a:pt x="8161234" y="282012"/>
                </a:cubicBezTo>
                <a:cubicBezTo>
                  <a:pt x="8215357" y="284861"/>
                  <a:pt x="8269406" y="290558"/>
                  <a:pt x="8323604" y="290558"/>
                </a:cubicBezTo>
                <a:cubicBezTo>
                  <a:pt x="8377802" y="290558"/>
                  <a:pt x="8431798" y="283560"/>
                  <a:pt x="8485974" y="282012"/>
                </a:cubicBezTo>
                <a:cubicBezTo>
                  <a:pt x="8531533" y="280710"/>
                  <a:pt x="8577129" y="282012"/>
                  <a:pt x="8622707" y="282012"/>
                </a:cubicBezTo>
                <a:cubicBezTo>
                  <a:pt x="8646920" y="283436"/>
                  <a:pt x="8638019" y="1211723"/>
                  <a:pt x="8639799" y="1213503"/>
                </a:cubicBezTo>
                <a:cubicBezTo>
                  <a:pt x="7949014" y="1220624"/>
                  <a:pt x="10327" y="1217065"/>
                  <a:pt x="8547" y="1213504"/>
                </a:cubicBezTo>
                <a:cubicBezTo>
                  <a:pt x="8548" y="799032"/>
                  <a:pt x="4986" y="227532"/>
                  <a:pt x="8547" y="222190"/>
                </a:cubicBezTo>
              </a:path>
            </a:pathLst>
          </a:custGeom>
          <a:solidFill>
            <a:schemeClr val="bg1">
              <a:lumMod val="7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1979DC-D8BC-2969-8723-18EF9D9921E8}"/>
              </a:ext>
            </a:extLst>
          </p:cNvPr>
          <p:cNvSpPr txBox="1"/>
          <p:nvPr/>
        </p:nvSpPr>
        <p:spPr>
          <a:xfrm>
            <a:off x="1666685" y="332570"/>
            <a:ext cx="581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Steenslag</a:t>
            </a:r>
            <a:r>
              <a:rPr lang="en-US" dirty="0"/>
              <a:t> op het </a:t>
            </a:r>
            <a:r>
              <a:rPr lang="en-US" dirty="0" err="1"/>
              <a:t>slib</a:t>
            </a:r>
            <a:r>
              <a:rPr lang="en-US" dirty="0"/>
              <a:t> </a:t>
            </a:r>
            <a:r>
              <a:rPr lang="en-US" dirty="0" err="1"/>
              <a:t>storten</a:t>
            </a:r>
            <a:r>
              <a:rPr lang="en-US" dirty="0"/>
              <a:t> </a:t>
            </a:r>
            <a:r>
              <a:rPr lang="en-US" dirty="0" err="1"/>
              <a:t>zal</a:t>
            </a:r>
            <a:r>
              <a:rPr lang="en-US" dirty="0"/>
              <a:t> </a:t>
            </a:r>
            <a:r>
              <a:rPr lang="en-US" dirty="0" err="1"/>
              <a:t>vermoedelijk</a:t>
            </a:r>
            <a:r>
              <a:rPr lang="en-US" dirty="0"/>
              <a:t> </a:t>
            </a:r>
            <a:r>
              <a:rPr lang="en-US" dirty="0" err="1"/>
              <a:t>wel</a:t>
            </a:r>
            <a:r>
              <a:rPr lang="en-US" dirty="0"/>
              <a:t> </a:t>
            </a:r>
            <a:r>
              <a:rPr lang="en-US" dirty="0" err="1"/>
              <a:t>werken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9251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0687-4C93-E988-96AC-67E04ED3A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B8AD6789-E948-4896-9A63-EEBA680A0049}"/>
              </a:ext>
            </a:extLst>
          </p:cNvPr>
          <p:cNvGrpSpPr/>
          <p:nvPr/>
        </p:nvGrpSpPr>
        <p:grpSpPr>
          <a:xfrm>
            <a:off x="125329" y="-27480"/>
            <a:ext cx="8983301" cy="6885480"/>
            <a:chOff x="125329" y="-27480"/>
            <a:chExt cx="8983301" cy="688548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FA760F-0250-95E2-83D9-E87A0015CCAC}"/>
                </a:ext>
              </a:extLst>
            </p:cNvPr>
            <p:cNvGrpSpPr/>
            <p:nvPr/>
          </p:nvGrpSpPr>
          <p:grpSpPr>
            <a:xfrm>
              <a:off x="168716" y="770027"/>
              <a:ext cx="8661864" cy="2515858"/>
              <a:chOff x="168716" y="770027"/>
              <a:chExt cx="8661864" cy="2515858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0B5E5F8-DCE3-E33F-5452-01C42E608D7C}"/>
                  </a:ext>
                </a:extLst>
              </p:cNvPr>
              <p:cNvSpPr/>
              <p:nvPr/>
            </p:nvSpPr>
            <p:spPr>
              <a:xfrm>
                <a:off x="189380" y="1989705"/>
                <a:ext cx="8641200" cy="1296180"/>
              </a:xfrm>
              <a:prstGeom prst="rect">
                <a:avLst/>
              </a:prstGeom>
              <a:gradFill flip="none" rotWithShape="1">
                <a:gsLst>
                  <a:gs pos="0">
                    <a:srgbClr val="FFC000"/>
                  </a:gs>
                  <a:gs pos="100000">
                    <a:srgbClr val="FFFF00"/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Freeform 3">
                <a:extLst>
                  <a:ext uri="{FF2B5EF4-FFF2-40B4-BE49-F238E27FC236}">
                    <a16:creationId xmlns:a16="http://schemas.microsoft.com/office/drawing/2014/main" id="{A7543392-CD5D-9671-14B2-35E19F4E3C5C}"/>
                  </a:ext>
                </a:extLst>
              </p:cNvPr>
              <p:cNvSpPr/>
              <p:nvPr/>
            </p:nvSpPr>
            <p:spPr>
              <a:xfrm>
                <a:off x="168716" y="770027"/>
                <a:ext cx="8639993" cy="1217614"/>
              </a:xfrm>
              <a:custGeom>
                <a:avLst/>
                <a:gdLst>
                  <a:gd name="csX0" fmla="*/ 0 w 8622707"/>
                  <a:gd name="csY0" fmla="*/ 213645 h 316195"/>
                  <a:gd name="csX1" fmla="*/ 470019 w 8622707"/>
                  <a:gd name="csY1" fmla="*/ 213645 h 316195"/>
                  <a:gd name="csX2" fmla="*/ 632389 w 8622707"/>
                  <a:gd name="csY2" fmla="*/ 196554 h 316195"/>
                  <a:gd name="csX3" fmla="*/ 717847 w 8622707"/>
                  <a:gd name="csY3" fmla="*/ 188008 h 316195"/>
                  <a:gd name="csX4" fmla="*/ 803305 w 8622707"/>
                  <a:gd name="csY4" fmla="*/ 179462 h 316195"/>
                  <a:gd name="csX5" fmla="*/ 1452785 w 8622707"/>
                  <a:gd name="csY5" fmla="*/ 162371 h 316195"/>
                  <a:gd name="csX6" fmla="*/ 1546789 w 8622707"/>
                  <a:gd name="csY6" fmla="*/ 145279 h 316195"/>
                  <a:gd name="csX7" fmla="*/ 1580972 w 8622707"/>
                  <a:gd name="csY7" fmla="*/ 136733 h 316195"/>
                  <a:gd name="csX8" fmla="*/ 1615156 w 8622707"/>
                  <a:gd name="csY8" fmla="*/ 145279 h 316195"/>
                  <a:gd name="csX9" fmla="*/ 1640793 w 8622707"/>
                  <a:gd name="csY9" fmla="*/ 162371 h 316195"/>
                  <a:gd name="csX10" fmla="*/ 1700614 w 8622707"/>
                  <a:gd name="csY10" fmla="*/ 188008 h 316195"/>
                  <a:gd name="csX11" fmla="*/ 1862984 w 8622707"/>
                  <a:gd name="csY11" fmla="*/ 205100 h 316195"/>
                  <a:gd name="csX12" fmla="*/ 1922804 w 8622707"/>
                  <a:gd name="csY12" fmla="*/ 213645 h 316195"/>
                  <a:gd name="csX13" fmla="*/ 1956987 w 8622707"/>
                  <a:gd name="csY13" fmla="*/ 222191 h 316195"/>
                  <a:gd name="csX14" fmla="*/ 2076628 w 8622707"/>
                  <a:gd name="csY14" fmla="*/ 230737 h 316195"/>
                  <a:gd name="csX15" fmla="*/ 2281728 w 8622707"/>
                  <a:gd name="csY15" fmla="*/ 222191 h 316195"/>
                  <a:gd name="csX16" fmla="*/ 2444098 w 8622707"/>
                  <a:gd name="csY16" fmla="*/ 213645 h 316195"/>
                  <a:gd name="csX17" fmla="*/ 2709017 w 8622707"/>
                  <a:gd name="csY17" fmla="*/ 222191 h 316195"/>
                  <a:gd name="csX18" fmla="*/ 2820113 w 8622707"/>
                  <a:gd name="csY18" fmla="*/ 230737 h 316195"/>
                  <a:gd name="csX19" fmla="*/ 3050849 w 8622707"/>
                  <a:gd name="csY19" fmla="*/ 213645 h 316195"/>
                  <a:gd name="csX20" fmla="*/ 3085032 w 8622707"/>
                  <a:gd name="csY20" fmla="*/ 205100 h 316195"/>
                  <a:gd name="csX21" fmla="*/ 3418318 w 8622707"/>
                  <a:gd name="csY21" fmla="*/ 188008 h 316195"/>
                  <a:gd name="csX22" fmla="*/ 3512322 w 8622707"/>
                  <a:gd name="csY22" fmla="*/ 162371 h 316195"/>
                  <a:gd name="csX23" fmla="*/ 3683238 w 8622707"/>
                  <a:gd name="csY23" fmla="*/ 170916 h 316195"/>
                  <a:gd name="csX24" fmla="*/ 3717421 w 8622707"/>
                  <a:gd name="csY24" fmla="*/ 179462 h 316195"/>
                  <a:gd name="csX25" fmla="*/ 3828516 w 8622707"/>
                  <a:gd name="csY25" fmla="*/ 205100 h 316195"/>
                  <a:gd name="csX26" fmla="*/ 3999432 w 8622707"/>
                  <a:gd name="csY26" fmla="*/ 196554 h 316195"/>
                  <a:gd name="csX27" fmla="*/ 4025070 w 8622707"/>
                  <a:gd name="csY27" fmla="*/ 188008 h 316195"/>
                  <a:gd name="csX28" fmla="*/ 4076344 w 8622707"/>
                  <a:gd name="csY28" fmla="*/ 179462 h 316195"/>
                  <a:gd name="csX29" fmla="*/ 4101982 w 8622707"/>
                  <a:gd name="csY29" fmla="*/ 170916 h 316195"/>
                  <a:gd name="csX30" fmla="*/ 4153257 w 8622707"/>
                  <a:gd name="csY30" fmla="*/ 162371 h 316195"/>
                  <a:gd name="csX31" fmla="*/ 4298535 w 8622707"/>
                  <a:gd name="csY31" fmla="*/ 145279 h 316195"/>
                  <a:gd name="csX32" fmla="*/ 4469451 w 8622707"/>
                  <a:gd name="csY32" fmla="*/ 153825 h 316195"/>
                  <a:gd name="csX33" fmla="*/ 4503634 w 8622707"/>
                  <a:gd name="csY33" fmla="*/ 162371 h 316195"/>
                  <a:gd name="csX34" fmla="*/ 4546363 w 8622707"/>
                  <a:gd name="csY34" fmla="*/ 170916 h 316195"/>
                  <a:gd name="csX35" fmla="*/ 4640367 w 8622707"/>
                  <a:gd name="csY35" fmla="*/ 179462 h 316195"/>
                  <a:gd name="csX36" fmla="*/ 4666004 w 8622707"/>
                  <a:gd name="csY36" fmla="*/ 188008 h 316195"/>
                  <a:gd name="csX37" fmla="*/ 4700187 w 8622707"/>
                  <a:gd name="csY37" fmla="*/ 205100 h 316195"/>
                  <a:gd name="csX38" fmla="*/ 4734371 w 8622707"/>
                  <a:gd name="csY38" fmla="*/ 213645 h 316195"/>
                  <a:gd name="csX39" fmla="*/ 4777100 w 8622707"/>
                  <a:gd name="csY39" fmla="*/ 230737 h 316195"/>
                  <a:gd name="csX40" fmla="*/ 4862557 w 8622707"/>
                  <a:gd name="csY40" fmla="*/ 247829 h 316195"/>
                  <a:gd name="csX41" fmla="*/ 4905286 w 8622707"/>
                  <a:gd name="csY41" fmla="*/ 256374 h 316195"/>
                  <a:gd name="csX42" fmla="*/ 4948015 w 8622707"/>
                  <a:gd name="csY42" fmla="*/ 273466 h 316195"/>
                  <a:gd name="csX43" fmla="*/ 5033473 w 8622707"/>
                  <a:gd name="csY43" fmla="*/ 290558 h 316195"/>
                  <a:gd name="csX44" fmla="*/ 5153114 w 8622707"/>
                  <a:gd name="csY44" fmla="*/ 307649 h 316195"/>
                  <a:gd name="csX45" fmla="*/ 5580404 w 8622707"/>
                  <a:gd name="csY45" fmla="*/ 299103 h 316195"/>
                  <a:gd name="csX46" fmla="*/ 5640225 w 8622707"/>
                  <a:gd name="csY46" fmla="*/ 282012 h 316195"/>
                  <a:gd name="csX47" fmla="*/ 5708591 w 8622707"/>
                  <a:gd name="csY47" fmla="*/ 264920 h 316195"/>
                  <a:gd name="csX48" fmla="*/ 5776957 w 8622707"/>
                  <a:gd name="csY48" fmla="*/ 247829 h 316195"/>
                  <a:gd name="csX49" fmla="*/ 5922236 w 8622707"/>
                  <a:gd name="csY49" fmla="*/ 230737 h 316195"/>
                  <a:gd name="csX50" fmla="*/ 5990602 w 8622707"/>
                  <a:gd name="csY50" fmla="*/ 222191 h 316195"/>
                  <a:gd name="csX51" fmla="*/ 6041877 w 8622707"/>
                  <a:gd name="csY51" fmla="*/ 188008 h 316195"/>
                  <a:gd name="csX52" fmla="*/ 6076060 w 8622707"/>
                  <a:gd name="csY52" fmla="*/ 162371 h 316195"/>
                  <a:gd name="csX53" fmla="*/ 6101698 w 8622707"/>
                  <a:gd name="csY53" fmla="*/ 136733 h 316195"/>
                  <a:gd name="csX54" fmla="*/ 6161518 w 8622707"/>
                  <a:gd name="csY54" fmla="*/ 119642 h 316195"/>
                  <a:gd name="csX55" fmla="*/ 6306797 w 8622707"/>
                  <a:gd name="csY55" fmla="*/ 136733 h 316195"/>
                  <a:gd name="csX56" fmla="*/ 6332434 w 8622707"/>
                  <a:gd name="csY56" fmla="*/ 145279 h 316195"/>
                  <a:gd name="csX57" fmla="*/ 6409346 w 8622707"/>
                  <a:gd name="csY57" fmla="*/ 162371 h 316195"/>
                  <a:gd name="csX58" fmla="*/ 6460621 w 8622707"/>
                  <a:gd name="csY58" fmla="*/ 179462 h 316195"/>
                  <a:gd name="csX59" fmla="*/ 6511896 w 8622707"/>
                  <a:gd name="csY59" fmla="*/ 188008 h 316195"/>
                  <a:gd name="csX60" fmla="*/ 6631537 w 8622707"/>
                  <a:gd name="csY60" fmla="*/ 213645 h 316195"/>
                  <a:gd name="csX61" fmla="*/ 6716995 w 8622707"/>
                  <a:gd name="csY61" fmla="*/ 222191 h 316195"/>
                  <a:gd name="csX62" fmla="*/ 6759724 w 8622707"/>
                  <a:gd name="csY62" fmla="*/ 230737 h 316195"/>
                  <a:gd name="csX63" fmla="*/ 7169922 w 8622707"/>
                  <a:gd name="csY63" fmla="*/ 247829 h 316195"/>
                  <a:gd name="csX64" fmla="*/ 7187014 w 8622707"/>
                  <a:gd name="csY64" fmla="*/ 273466 h 316195"/>
                  <a:gd name="csX65" fmla="*/ 7298109 w 8622707"/>
                  <a:gd name="csY65" fmla="*/ 247829 h 316195"/>
                  <a:gd name="csX66" fmla="*/ 7323746 w 8622707"/>
                  <a:gd name="csY66" fmla="*/ 222191 h 316195"/>
                  <a:gd name="csX67" fmla="*/ 7417750 w 8622707"/>
                  <a:gd name="csY67" fmla="*/ 102550 h 316195"/>
                  <a:gd name="csX68" fmla="*/ 7469025 w 8622707"/>
                  <a:gd name="csY68" fmla="*/ 34184 h 316195"/>
                  <a:gd name="csX69" fmla="*/ 7528845 w 8622707"/>
                  <a:gd name="csY69" fmla="*/ 0 h 316195"/>
                  <a:gd name="csX70" fmla="*/ 7605757 w 8622707"/>
                  <a:gd name="csY70" fmla="*/ 42729 h 316195"/>
                  <a:gd name="csX71" fmla="*/ 7631395 w 8622707"/>
                  <a:gd name="csY71" fmla="*/ 68367 h 316195"/>
                  <a:gd name="csX72" fmla="*/ 7657032 w 8622707"/>
                  <a:gd name="csY72" fmla="*/ 85458 h 316195"/>
                  <a:gd name="csX73" fmla="*/ 7682670 w 8622707"/>
                  <a:gd name="csY73" fmla="*/ 111096 h 316195"/>
                  <a:gd name="csX74" fmla="*/ 7716853 w 8622707"/>
                  <a:gd name="csY74" fmla="*/ 136733 h 316195"/>
                  <a:gd name="csX75" fmla="*/ 7742490 w 8622707"/>
                  <a:gd name="csY75" fmla="*/ 162371 h 316195"/>
                  <a:gd name="csX76" fmla="*/ 7802311 w 8622707"/>
                  <a:gd name="csY76" fmla="*/ 205100 h 316195"/>
                  <a:gd name="csX77" fmla="*/ 7827948 w 8622707"/>
                  <a:gd name="csY77" fmla="*/ 239283 h 316195"/>
                  <a:gd name="csX78" fmla="*/ 7853585 w 8622707"/>
                  <a:gd name="csY78" fmla="*/ 256374 h 316195"/>
                  <a:gd name="csX79" fmla="*/ 7887769 w 8622707"/>
                  <a:gd name="csY79" fmla="*/ 290558 h 316195"/>
                  <a:gd name="csX80" fmla="*/ 7921952 w 8622707"/>
                  <a:gd name="csY80" fmla="*/ 299103 h 316195"/>
                  <a:gd name="csX81" fmla="*/ 7964681 w 8622707"/>
                  <a:gd name="csY81" fmla="*/ 316195 h 316195"/>
                  <a:gd name="csX82" fmla="*/ 8109959 w 8622707"/>
                  <a:gd name="csY82" fmla="*/ 299103 h 316195"/>
                  <a:gd name="csX83" fmla="*/ 8161234 w 8622707"/>
                  <a:gd name="csY83" fmla="*/ 282012 h 316195"/>
                  <a:gd name="csX84" fmla="*/ 8323604 w 8622707"/>
                  <a:gd name="csY84" fmla="*/ 290558 h 316195"/>
                  <a:gd name="csX85" fmla="*/ 8485974 w 8622707"/>
                  <a:gd name="csY85" fmla="*/ 282012 h 316195"/>
                  <a:gd name="csX86" fmla="*/ 8622707 w 8622707"/>
                  <a:gd name="csY86" fmla="*/ 282012 h 316195"/>
                  <a:gd name="csX0" fmla="*/ 0 w 8635679"/>
                  <a:gd name="csY0" fmla="*/ 213645 h 316195"/>
                  <a:gd name="csX1" fmla="*/ 470019 w 8635679"/>
                  <a:gd name="csY1" fmla="*/ 213645 h 316195"/>
                  <a:gd name="csX2" fmla="*/ 632389 w 8635679"/>
                  <a:gd name="csY2" fmla="*/ 196554 h 316195"/>
                  <a:gd name="csX3" fmla="*/ 717847 w 8635679"/>
                  <a:gd name="csY3" fmla="*/ 188008 h 316195"/>
                  <a:gd name="csX4" fmla="*/ 803305 w 8635679"/>
                  <a:gd name="csY4" fmla="*/ 179462 h 316195"/>
                  <a:gd name="csX5" fmla="*/ 1452785 w 8635679"/>
                  <a:gd name="csY5" fmla="*/ 162371 h 316195"/>
                  <a:gd name="csX6" fmla="*/ 1546789 w 8635679"/>
                  <a:gd name="csY6" fmla="*/ 145279 h 316195"/>
                  <a:gd name="csX7" fmla="*/ 1580972 w 8635679"/>
                  <a:gd name="csY7" fmla="*/ 136733 h 316195"/>
                  <a:gd name="csX8" fmla="*/ 1615156 w 8635679"/>
                  <a:gd name="csY8" fmla="*/ 145279 h 316195"/>
                  <a:gd name="csX9" fmla="*/ 1640793 w 8635679"/>
                  <a:gd name="csY9" fmla="*/ 162371 h 316195"/>
                  <a:gd name="csX10" fmla="*/ 1700614 w 8635679"/>
                  <a:gd name="csY10" fmla="*/ 188008 h 316195"/>
                  <a:gd name="csX11" fmla="*/ 1862984 w 8635679"/>
                  <a:gd name="csY11" fmla="*/ 205100 h 316195"/>
                  <a:gd name="csX12" fmla="*/ 1922804 w 8635679"/>
                  <a:gd name="csY12" fmla="*/ 213645 h 316195"/>
                  <a:gd name="csX13" fmla="*/ 1956987 w 8635679"/>
                  <a:gd name="csY13" fmla="*/ 222191 h 316195"/>
                  <a:gd name="csX14" fmla="*/ 2076628 w 8635679"/>
                  <a:gd name="csY14" fmla="*/ 230737 h 316195"/>
                  <a:gd name="csX15" fmla="*/ 2281728 w 8635679"/>
                  <a:gd name="csY15" fmla="*/ 222191 h 316195"/>
                  <a:gd name="csX16" fmla="*/ 2444098 w 8635679"/>
                  <a:gd name="csY16" fmla="*/ 213645 h 316195"/>
                  <a:gd name="csX17" fmla="*/ 2709017 w 8635679"/>
                  <a:gd name="csY17" fmla="*/ 222191 h 316195"/>
                  <a:gd name="csX18" fmla="*/ 2820113 w 8635679"/>
                  <a:gd name="csY18" fmla="*/ 230737 h 316195"/>
                  <a:gd name="csX19" fmla="*/ 3050849 w 8635679"/>
                  <a:gd name="csY19" fmla="*/ 213645 h 316195"/>
                  <a:gd name="csX20" fmla="*/ 3085032 w 8635679"/>
                  <a:gd name="csY20" fmla="*/ 205100 h 316195"/>
                  <a:gd name="csX21" fmla="*/ 3418318 w 8635679"/>
                  <a:gd name="csY21" fmla="*/ 188008 h 316195"/>
                  <a:gd name="csX22" fmla="*/ 3512322 w 8635679"/>
                  <a:gd name="csY22" fmla="*/ 162371 h 316195"/>
                  <a:gd name="csX23" fmla="*/ 3683238 w 8635679"/>
                  <a:gd name="csY23" fmla="*/ 170916 h 316195"/>
                  <a:gd name="csX24" fmla="*/ 3717421 w 8635679"/>
                  <a:gd name="csY24" fmla="*/ 179462 h 316195"/>
                  <a:gd name="csX25" fmla="*/ 3828516 w 8635679"/>
                  <a:gd name="csY25" fmla="*/ 205100 h 316195"/>
                  <a:gd name="csX26" fmla="*/ 3999432 w 8635679"/>
                  <a:gd name="csY26" fmla="*/ 196554 h 316195"/>
                  <a:gd name="csX27" fmla="*/ 4025070 w 8635679"/>
                  <a:gd name="csY27" fmla="*/ 188008 h 316195"/>
                  <a:gd name="csX28" fmla="*/ 4076344 w 8635679"/>
                  <a:gd name="csY28" fmla="*/ 179462 h 316195"/>
                  <a:gd name="csX29" fmla="*/ 4101982 w 8635679"/>
                  <a:gd name="csY29" fmla="*/ 170916 h 316195"/>
                  <a:gd name="csX30" fmla="*/ 4153257 w 8635679"/>
                  <a:gd name="csY30" fmla="*/ 162371 h 316195"/>
                  <a:gd name="csX31" fmla="*/ 4298535 w 8635679"/>
                  <a:gd name="csY31" fmla="*/ 145279 h 316195"/>
                  <a:gd name="csX32" fmla="*/ 4469451 w 8635679"/>
                  <a:gd name="csY32" fmla="*/ 153825 h 316195"/>
                  <a:gd name="csX33" fmla="*/ 4503634 w 8635679"/>
                  <a:gd name="csY33" fmla="*/ 162371 h 316195"/>
                  <a:gd name="csX34" fmla="*/ 4546363 w 8635679"/>
                  <a:gd name="csY34" fmla="*/ 170916 h 316195"/>
                  <a:gd name="csX35" fmla="*/ 4640367 w 8635679"/>
                  <a:gd name="csY35" fmla="*/ 179462 h 316195"/>
                  <a:gd name="csX36" fmla="*/ 4666004 w 8635679"/>
                  <a:gd name="csY36" fmla="*/ 188008 h 316195"/>
                  <a:gd name="csX37" fmla="*/ 4700187 w 8635679"/>
                  <a:gd name="csY37" fmla="*/ 205100 h 316195"/>
                  <a:gd name="csX38" fmla="*/ 4734371 w 8635679"/>
                  <a:gd name="csY38" fmla="*/ 213645 h 316195"/>
                  <a:gd name="csX39" fmla="*/ 4777100 w 8635679"/>
                  <a:gd name="csY39" fmla="*/ 230737 h 316195"/>
                  <a:gd name="csX40" fmla="*/ 4862557 w 8635679"/>
                  <a:gd name="csY40" fmla="*/ 247829 h 316195"/>
                  <a:gd name="csX41" fmla="*/ 4905286 w 8635679"/>
                  <a:gd name="csY41" fmla="*/ 256374 h 316195"/>
                  <a:gd name="csX42" fmla="*/ 4948015 w 8635679"/>
                  <a:gd name="csY42" fmla="*/ 273466 h 316195"/>
                  <a:gd name="csX43" fmla="*/ 5033473 w 8635679"/>
                  <a:gd name="csY43" fmla="*/ 290558 h 316195"/>
                  <a:gd name="csX44" fmla="*/ 5153114 w 8635679"/>
                  <a:gd name="csY44" fmla="*/ 307649 h 316195"/>
                  <a:gd name="csX45" fmla="*/ 5580404 w 8635679"/>
                  <a:gd name="csY45" fmla="*/ 299103 h 316195"/>
                  <a:gd name="csX46" fmla="*/ 5640225 w 8635679"/>
                  <a:gd name="csY46" fmla="*/ 282012 h 316195"/>
                  <a:gd name="csX47" fmla="*/ 5708591 w 8635679"/>
                  <a:gd name="csY47" fmla="*/ 264920 h 316195"/>
                  <a:gd name="csX48" fmla="*/ 5776957 w 8635679"/>
                  <a:gd name="csY48" fmla="*/ 247829 h 316195"/>
                  <a:gd name="csX49" fmla="*/ 5922236 w 8635679"/>
                  <a:gd name="csY49" fmla="*/ 230737 h 316195"/>
                  <a:gd name="csX50" fmla="*/ 5990602 w 8635679"/>
                  <a:gd name="csY50" fmla="*/ 222191 h 316195"/>
                  <a:gd name="csX51" fmla="*/ 6041877 w 8635679"/>
                  <a:gd name="csY51" fmla="*/ 188008 h 316195"/>
                  <a:gd name="csX52" fmla="*/ 6076060 w 8635679"/>
                  <a:gd name="csY52" fmla="*/ 162371 h 316195"/>
                  <a:gd name="csX53" fmla="*/ 6101698 w 8635679"/>
                  <a:gd name="csY53" fmla="*/ 136733 h 316195"/>
                  <a:gd name="csX54" fmla="*/ 6161518 w 8635679"/>
                  <a:gd name="csY54" fmla="*/ 119642 h 316195"/>
                  <a:gd name="csX55" fmla="*/ 6306797 w 8635679"/>
                  <a:gd name="csY55" fmla="*/ 136733 h 316195"/>
                  <a:gd name="csX56" fmla="*/ 6332434 w 8635679"/>
                  <a:gd name="csY56" fmla="*/ 145279 h 316195"/>
                  <a:gd name="csX57" fmla="*/ 6409346 w 8635679"/>
                  <a:gd name="csY57" fmla="*/ 162371 h 316195"/>
                  <a:gd name="csX58" fmla="*/ 6460621 w 8635679"/>
                  <a:gd name="csY58" fmla="*/ 179462 h 316195"/>
                  <a:gd name="csX59" fmla="*/ 6511896 w 8635679"/>
                  <a:gd name="csY59" fmla="*/ 188008 h 316195"/>
                  <a:gd name="csX60" fmla="*/ 6631537 w 8635679"/>
                  <a:gd name="csY60" fmla="*/ 213645 h 316195"/>
                  <a:gd name="csX61" fmla="*/ 6716995 w 8635679"/>
                  <a:gd name="csY61" fmla="*/ 222191 h 316195"/>
                  <a:gd name="csX62" fmla="*/ 6759724 w 8635679"/>
                  <a:gd name="csY62" fmla="*/ 230737 h 316195"/>
                  <a:gd name="csX63" fmla="*/ 7169922 w 8635679"/>
                  <a:gd name="csY63" fmla="*/ 247829 h 316195"/>
                  <a:gd name="csX64" fmla="*/ 7187014 w 8635679"/>
                  <a:gd name="csY64" fmla="*/ 273466 h 316195"/>
                  <a:gd name="csX65" fmla="*/ 7298109 w 8635679"/>
                  <a:gd name="csY65" fmla="*/ 247829 h 316195"/>
                  <a:gd name="csX66" fmla="*/ 7323746 w 8635679"/>
                  <a:gd name="csY66" fmla="*/ 222191 h 316195"/>
                  <a:gd name="csX67" fmla="*/ 7417750 w 8635679"/>
                  <a:gd name="csY67" fmla="*/ 102550 h 316195"/>
                  <a:gd name="csX68" fmla="*/ 7469025 w 8635679"/>
                  <a:gd name="csY68" fmla="*/ 34184 h 316195"/>
                  <a:gd name="csX69" fmla="*/ 7528845 w 8635679"/>
                  <a:gd name="csY69" fmla="*/ 0 h 316195"/>
                  <a:gd name="csX70" fmla="*/ 7605757 w 8635679"/>
                  <a:gd name="csY70" fmla="*/ 42729 h 316195"/>
                  <a:gd name="csX71" fmla="*/ 7631395 w 8635679"/>
                  <a:gd name="csY71" fmla="*/ 68367 h 316195"/>
                  <a:gd name="csX72" fmla="*/ 7657032 w 8635679"/>
                  <a:gd name="csY72" fmla="*/ 85458 h 316195"/>
                  <a:gd name="csX73" fmla="*/ 7682670 w 8635679"/>
                  <a:gd name="csY73" fmla="*/ 111096 h 316195"/>
                  <a:gd name="csX74" fmla="*/ 7716853 w 8635679"/>
                  <a:gd name="csY74" fmla="*/ 136733 h 316195"/>
                  <a:gd name="csX75" fmla="*/ 7742490 w 8635679"/>
                  <a:gd name="csY75" fmla="*/ 162371 h 316195"/>
                  <a:gd name="csX76" fmla="*/ 7802311 w 8635679"/>
                  <a:gd name="csY76" fmla="*/ 205100 h 316195"/>
                  <a:gd name="csX77" fmla="*/ 7827948 w 8635679"/>
                  <a:gd name="csY77" fmla="*/ 239283 h 316195"/>
                  <a:gd name="csX78" fmla="*/ 7853585 w 8635679"/>
                  <a:gd name="csY78" fmla="*/ 256374 h 316195"/>
                  <a:gd name="csX79" fmla="*/ 7887769 w 8635679"/>
                  <a:gd name="csY79" fmla="*/ 290558 h 316195"/>
                  <a:gd name="csX80" fmla="*/ 7921952 w 8635679"/>
                  <a:gd name="csY80" fmla="*/ 299103 h 316195"/>
                  <a:gd name="csX81" fmla="*/ 7964681 w 8635679"/>
                  <a:gd name="csY81" fmla="*/ 316195 h 316195"/>
                  <a:gd name="csX82" fmla="*/ 8109959 w 8635679"/>
                  <a:gd name="csY82" fmla="*/ 299103 h 316195"/>
                  <a:gd name="csX83" fmla="*/ 8161234 w 8635679"/>
                  <a:gd name="csY83" fmla="*/ 282012 h 316195"/>
                  <a:gd name="csX84" fmla="*/ 8323604 w 8635679"/>
                  <a:gd name="csY84" fmla="*/ 290558 h 316195"/>
                  <a:gd name="csX85" fmla="*/ 8485974 w 8635679"/>
                  <a:gd name="csY85" fmla="*/ 282012 h 316195"/>
                  <a:gd name="csX86" fmla="*/ 8622707 w 8635679"/>
                  <a:gd name="csY86" fmla="*/ 282012 h 316195"/>
                  <a:gd name="csX87" fmla="*/ 8631253 w 8635679"/>
                  <a:gd name="csY87" fmla="*/ 290558 h 316195"/>
                  <a:gd name="csX0" fmla="*/ 0 w 8639993"/>
                  <a:gd name="csY0" fmla="*/ 213645 h 1213503"/>
                  <a:gd name="csX1" fmla="*/ 470019 w 8639993"/>
                  <a:gd name="csY1" fmla="*/ 213645 h 1213503"/>
                  <a:gd name="csX2" fmla="*/ 632389 w 8639993"/>
                  <a:gd name="csY2" fmla="*/ 196554 h 1213503"/>
                  <a:gd name="csX3" fmla="*/ 717847 w 8639993"/>
                  <a:gd name="csY3" fmla="*/ 188008 h 1213503"/>
                  <a:gd name="csX4" fmla="*/ 803305 w 8639993"/>
                  <a:gd name="csY4" fmla="*/ 179462 h 1213503"/>
                  <a:gd name="csX5" fmla="*/ 1452785 w 8639993"/>
                  <a:gd name="csY5" fmla="*/ 162371 h 1213503"/>
                  <a:gd name="csX6" fmla="*/ 1546789 w 8639993"/>
                  <a:gd name="csY6" fmla="*/ 145279 h 1213503"/>
                  <a:gd name="csX7" fmla="*/ 1580972 w 8639993"/>
                  <a:gd name="csY7" fmla="*/ 136733 h 1213503"/>
                  <a:gd name="csX8" fmla="*/ 1615156 w 8639993"/>
                  <a:gd name="csY8" fmla="*/ 145279 h 1213503"/>
                  <a:gd name="csX9" fmla="*/ 1640793 w 8639993"/>
                  <a:gd name="csY9" fmla="*/ 162371 h 1213503"/>
                  <a:gd name="csX10" fmla="*/ 1700614 w 8639993"/>
                  <a:gd name="csY10" fmla="*/ 188008 h 1213503"/>
                  <a:gd name="csX11" fmla="*/ 1862984 w 8639993"/>
                  <a:gd name="csY11" fmla="*/ 205100 h 1213503"/>
                  <a:gd name="csX12" fmla="*/ 1922804 w 8639993"/>
                  <a:gd name="csY12" fmla="*/ 213645 h 1213503"/>
                  <a:gd name="csX13" fmla="*/ 1956987 w 8639993"/>
                  <a:gd name="csY13" fmla="*/ 222191 h 1213503"/>
                  <a:gd name="csX14" fmla="*/ 2076628 w 8639993"/>
                  <a:gd name="csY14" fmla="*/ 230737 h 1213503"/>
                  <a:gd name="csX15" fmla="*/ 2281728 w 8639993"/>
                  <a:gd name="csY15" fmla="*/ 222191 h 1213503"/>
                  <a:gd name="csX16" fmla="*/ 2444098 w 8639993"/>
                  <a:gd name="csY16" fmla="*/ 213645 h 1213503"/>
                  <a:gd name="csX17" fmla="*/ 2709017 w 8639993"/>
                  <a:gd name="csY17" fmla="*/ 222191 h 1213503"/>
                  <a:gd name="csX18" fmla="*/ 2820113 w 8639993"/>
                  <a:gd name="csY18" fmla="*/ 230737 h 1213503"/>
                  <a:gd name="csX19" fmla="*/ 3050849 w 8639993"/>
                  <a:gd name="csY19" fmla="*/ 213645 h 1213503"/>
                  <a:gd name="csX20" fmla="*/ 3085032 w 8639993"/>
                  <a:gd name="csY20" fmla="*/ 205100 h 1213503"/>
                  <a:gd name="csX21" fmla="*/ 3418318 w 8639993"/>
                  <a:gd name="csY21" fmla="*/ 188008 h 1213503"/>
                  <a:gd name="csX22" fmla="*/ 3512322 w 8639993"/>
                  <a:gd name="csY22" fmla="*/ 162371 h 1213503"/>
                  <a:gd name="csX23" fmla="*/ 3683238 w 8639993"/>
                  <a:gd name="csY23" fmla="*/ 170916 h 1213503"/>
                  <a:gd name="csX24" fmla="*/ 3717421 w 8639993"/>
                  <a:gd name="csY24" fmla="*/ 179462 h 1213503"/>
                  <a:gd name="csX25" fmla="*/ 3828516 w 8639993"/>
                  <a:gd name="csY25" fmla="*/ 205100 h 1213503"/>
                  <a:gd name="csX26" fmla="*/ 3999432 w 8639993"/>
                  <a:gd name="csY26" fmla="*/ 196554 h 1213503"/>
                  <a:gd name="csX27" fmla="*/ 4025070 w 8639993"/>
                  <a:gd name="csY27" fmla="*/ 188008 h 1213503"/>
                  <a:gd name="csX28" fmla="*/ 4076344 w 8639993"/>
                  <a:gd name="csY28" fmla="*/ 179462 h 1213503"/>
                  <a:gd name="csX29" fmla="*/ 4101982 w 8639993"/>
                  <a:gd name="csY29" fmla="*/ 170916 h 1213503"/>
                  <a:gd name="csX30" fmla="*/ 4153257 w 8639993"/>
                  <a:gd name="csY30" fmla="*/ 162371 h 1213503"/>
                  <a:gd name="csX31" fmla="*/ 4298535 w 8639993"/>
                  <a:gd name="csY31" fmla="*/ 145279 h 1213503"/>
                  <a:gd name="csX32" fmla="*/ 4469451 w 8639993"/>
                  <a:gd name="csY32" fmla="*/ 153825 h 1213503"/>
                  <a:gd name="csX33" fmla="*/ 4503634 w 8639993"/>
                  <a:gd name="csY33" fmla="*/ 162371 h 1213503"/>
                  <a:gd name="csX34" fmla="*/ 4546363 w 8639993"/>
                  <a:gd name="csY34" fmla="*/ 170916 h 1213503"/>
                  <a:gd name="csX35" fmla="*/ 4640367 w 8639993"/>
                  <a:gd name="csY35" fmla="*/ 179462 h 1213503"/>
                  <a:gd name="csX36" fmla="*/ 4666004 w 8639993"/>
                  <a:gd name="csY36" fmla="*/ 188008 h 1213503"/>
                  <a:gd name="csX37" fmla="*/ 4700187 w 8639993"/>
                  <a:gd name="csY37" fmla="*/ 205100 h 1213503"/>
                  <a:gd name="csX38" fmla="*/ 4734371 w 8639993"/>
                  <a:gd name="csY38" fmla="*/ 213645 h 1213503"/>
                  <a:gd name="csX39" fmla="*/ 4777100 w 8639993"/>
                  <a:gd name="csY39" fmla="*/ 230737 h 1213503"/>
                  <a:gd name="csX40" fmla="*/ 4862557 w 8639993"/>
                  <a:gd name="csY40" fmla="*/ 247829 h 1213503"/>
                  <a:gd name="csX41" fmla="*/ 4905286 w 8639993"/>
                  <a:gd name="csY41" fmla="*/ 256374 h 1213503"/>
                  <a:gd name="csX42" fmla="*/ 4948015 w 8639993"/>
                  <a:gd name="csY42" fmla="*/ 273466 h 1213503"/>
                  <a:gd name="csX43" fmla="*/ 5033473 w 8639993"/>
                  <a:gd name="csY43" fmla="*/ 290558 h 1213503"/>
                  <a:gd name="csX44" fmla="*/ 5153114 w 8639993"/>
                  <a:gd name="csY44" fmla="*/ 307649 h 1213503"/>
                  <a:gd name="csX45" fmla="*/ 5580404 w 8639993"/>
                  <a:gd name="csY45" fmla="*/ 299103 h 1213503"/>
                  <a:gd name="csX46" fmla="*/ 5640225 w 8639993"/>
                  <a:gd name="csY46" fmla="*/ 282012 h 1213503"/>
                  <a:gd name="csX47" fmla="*/ 5708591 w 8639993"/>
                  <a:gd name="csY47" fmla="*/ 264920 h 1213503"/>
                  <a:gd name="csX48" fmla="*/ 5776957 w 8639993"/>
                  <a:gd name="csY48" fmla="*/ 247829 h 1213503"/>
                  <a:gd name="csX49" fmla="*/ 5922236 w 8639993"/>
                  <a:gd name="csY49" fmla="*/ 230737 h 1213503"/>
                  <a:gd name="csX50" fmla="*/ 5990602 w 8639993"/>
                  <a:gd name="csY50" fmla="*/ 222191 h 1213503"/>
                  <a:gd name="csX51" fmla="*/ 6041877 w 8639993"/>
                  <a:gd name="csY51" fmla="*/ 188008 h 1213503"/>
                  <a:gd name="csX52" fmla="*/ 6076060 w 8639993"/>
                  <a:gd name="csY52" fmla="*/ 162371 h 1213503"/>
                  <a:gd name="csX53" fmla="*/ 6101698 w 8639993"/>
                  <a:gd name="csY53" fmla="*/ 136733 h 1213503"/>
                  <a:gd name="csX54" fmla="*/ 6161518 w 8639993"/>
                  <a:gd name="csY54" fmla="*/ 119642 h 1213503"/>
                  <a:gd name="csX55" fmla="*/ 6306797 w 8639993"/>
                  <a:gd name="csY55" fmla="*/ 136733 h 1213503"/>
                  <a:gd name="csX56" fmla="*/ 6332434 w 8639993"/>
                  <a:gd name="csY56" fmla="*/ 145279 h 1213503"/>
                  <a:gd name="csX57" fmla="*/ 6409346 w 8639993"/>
                  <a:gd name="csY57" fmla="*/ 162371 h 1213503"/>
                  <a:gd name="csX58" fmla="*/ 6460621 w 8639993"/>
                  <a:gd name="csY58" fmla="*/ 179462 h 1213503"/>
                  <a:gd name="csX59" fmla="*/ 6511896 w 8639993"/>
                  <a:gd name="csY59" fmla="*/ 188008 h 1213503"/>
                  <a:gd name="csX60" fmla="*/ 6631537 w 8639993"/>
                  <a:gd name="csY60" fmla="*/ 213645 h 1213503"/>
                  <a:gd name="csX61" fmla="*/ 6716995 w 8639993"/>
                  <a:gd name="csY61" fmla="*/ 222191 h 1213503"/>
                  <a:gd name="csX62" fmla="*/ 6759724 w 8639993"/>
                  <a:gd name="csY62" fmla="*/ 230737 h 1213503"/>
                  <a:gd name="csX63" fmla="*/ 7169922 w 8639993"/>
                  <a:gd name="csY63" fmla="*/ 247829 h 1213503"/>
                  <a:gd name="csX64" fmla="*/ 7187014 w 8639993"/>
                  <a:gd name="csY64" fmla="*/ 273466 h 1213503"/>
                  <a:gd name="csX65" fmla="*/ 7298109 w 8639993"/>
                  <a:gd name="csY65" fmla="*/ 247829 h 1213503"/>
                  <a:gd name="csX66" fmla="*/ 7323746 w 8639993"/>
                  <a:gd name="csY66" fmla="*/ 222191 h 1213503"/>
                  <a:gd name="csX67" fmla="*/ 7417750 w 8639993"/>
                  <a:gd name="csY67" fmla="*/ 102550 h 1213503"/>
                  <a:gd name="csX68" fmla="*/ 7469025 w 8639993"/>
                  <a:gd name="csY68" fmla="*/ 34184 h 1213503"/>
                  <a:gd name="csX69" fmla="*/ 7528845 w 8639993"/>
                  <a:gd name="csY69" fmla="*/ 0 h 1213503"/>
                  <a:gd name="csX70" fmla="*/ 7605757 w 8639993"/>
                  <a:gd name="csY70" fmla="*/ 42729 h 1213503"/>
                  <a:gd name="csX71" fmla="*/ 7631395 w 8639993"/>
                  <a:gd name="csY71" fmla="*/ 68367 h 1213503"/>
                  <a:gd name="csX72" fmla="*/ 7657032 w 8639993"/>
                  <a:gd name="csY72" fmla="*/ 85458 h 1213503"/>
                  <a:gd name="csX73" fmla="*/ 7682670 w 8639993"/>
                  <a:gd name="csY73" fmla="*/ 111096 h 1213503"/>
                  <a:gd name="csX74" fmla="*/ 7716853 w 8639993"/>
                  <a:gd name="csY74" fmla="*/ 136733 h 1213503"/>
                  <a:gd name="csX75" fmla="*/ 7742490 w 8639993"/>
                  <a:gd name="csY75" fmla="*/ 162371 h 1213503"/>
                  <a:gd name="csX76" fmla="*/ 7802311 w 8639993"/>
                  <a:gd name="csY76" fmla="*/ 205100 h 1213503"/>
                  <a:gd name="csX77" fmla="*/ 7827948 w 8639993"/>
                  <a:gd name="csY77" fmla="*/ 239283 h 1213503"/>
                  <a:gd name="csX78" fmla="*/ 7853585 w 8639993"/>
                  <a:gd name="csY78" fmla="*/ 256374 h 1213503"/>
                  <a:gd name="csX79" fmla="*/ 7887769 w 8639993"/>
                  <a:gd name="csY79" fmla="*/ 290558 h 1213503"/>
                  <a:gd name="csX80" fmla="*/ 7921952 w 8639993"/>
                  <a:gd name="csY80" fmla="*/ 299103 h 1213503"/>
                  <a:gd name="csX81" fmla="*/ 7964681 w 8639993"/>
                  <a:gd name="csY81" fmla="*/ 316195 h 1213503"/>
                  <a:gd name="csX82" fmla="*/ 8109959 w 8639993"/>
                  <a:gd name="csY82" fmla="*/ 299103 h 1213503"/>
                  <a:gd name="csX83" fmla="*/ 8161234 w 8639993"/>
                  <a:gd name="csY83" fmla="*/ 282012 h 1213503"/>
                  <a:gd name="csX84" fmla="*/ 8323604 w 8639993"/>
                  <a:gd name="csY84" fmla="*/ 290558 h 1213503"/>
                  <a:gd name="csX85" fmla="*/ 8485974 w 8639993"/>
                  <a:gd name="csY85" fmla="*/ 282012 h 1213503"/>
                  <a:gd name="csX86" fmla="*/ 8622707 w 8639993"/>
                  <a:gd name="csY86" fmla="*/ 282012 h 1213503"/>
                  <a:gd name="csX87" fmla="*/ 8639799 w 8639993"/>
                  <a:gd name="csY87" fmla="*/ 1213503 h 1213503"/>
                  <a:gd name="csX0" fmla="*/ 0 w 8639993"/>
                  <a:gd name="csY0" fmla="*/ 213645 h 1277787"/>
                  <a:gd name="csX1" fmla="*/ 470019 w 8639993"/>
                  <a:gd name="csY1" fmla="*/ 213645 h 1277787"/>
                  <a:gd name="csX2" fmla="*/ 632389 w 8639993"/>
                  <a:gd name="csY2" fmla="*/ 196554 h 1277787"/>
                  <a:gd name="csX3" fmla="*/ 717847 w 8639993"/>
                  <a:gd name="csY3" fmla="*/ 188008 h 1277787"/>
                  <a:gd name="csX4" fmla="*/ 803305 w 8639993"/>
                  <a:gd name="csY4" fmla="*/ 179462 h 1277787"/>
                  <a:gd name="csX5" fmla="*/ 1452785 w 8639993"/>
                  <a:gd name="csY5" fmla="*/ 162371 h 1277787"/>
                  <a:gd name="csX6" fmla="*/ 1546789 w 8639993"/>
                  <a:gd name="csY6" fmla="*/ 145279 h 1277787"/>
                  <a:gd name="csX7" fmla="*/ 1580972 w 8639993"/>
                  <a:gd name="csY7" fmla="*/ 136733 h 1277787"/>
                  <a:gd name="csX8" fmla="*/ 1615156 w 8639993"/>
                  <a:gd name="csY8" fmla="*/ 145279 h 1277787"/>
                  <a:gd name="csX9" fmla="*/ 1640793 w 8639993"/>
                  <a:gd name="csY9" fmla="*/ 162371 h 1277787"/>
                  <a:gd name="csX10" fmla="*/ 1700614 w 8639993"/>
                  <a:gd name="csY10" fmla="*/ 188008 h 1277787"/>
                  <a:gd name="csX11" fmla="*/ 1862984 w 8639993"/>
                  <a:gd name="csY11" fmla="*/ 205100 h 1277787"/>
                  <a:gd name="csX12" fmla="*/ 1922804 w 8639993"/>
                  <a:gd name="csY12" fmla="*/ 213645 h 1277787"/>
                  <a:gd name="csX13" fmla="*/ 1956987 w 8639993"/>
                  <a:gd name="csY13" fmla="*/ 222191 h 1277787"/>
                  <a:gd name="csX14" fmla="*/ 2076628 w 8639993"/>
                  <a:gd name="csY14" fmla="*/ 230737 h 1277787"/>
                  <a:gd name="csX15" fmla="*/ 2281728 w 8639993"/>
                  <a:gd name="csY15" fmla="*/ 222191 h 1277787"/>
                  <a:gd name="csX16" fmla="*/ 2444098 w 8639993"/>
                  <a:gd name="csY16" fmla="*/ 213645 h 1277787"/>
                  <a:gd name="csX17" fmla="*/ 2709017 w 8639993"/>
                  <a:gd name="csY17" fmla="*/ 222191 h 1277787"/>
                  <a:gd name="csX18" fmla="*/ 2820113 w 8639993"/>
                  <a:gd name="csY18" fmla="*/ 230737 h 1277787"/>
                  <a:gd name="csX19" fmla="*/ 3050849 w 8639993"/>
                  <a:gd name="csY19" fmla="*/ 213645 h 1277787"/>
                  <a:gd name="csX20" fmla="*/ 3085032 w 8639993"/>
                  <a:gd name="csY20" fmla="*/ 205100 h 1277787"/>
                  <a:gd name="csX21" fmla="*/ 3418318 w 8639993"/>
                  <a:gd name="csY21" fmla="*/ 188008 h 1277787"/>
                  <a:gd name="csX22" fmla="*/ 3512322 w 8639993"/>
                  <a:gd name="csY22" fmla="*/ 162371 h 1277787"/>
                  <a:gd name="csX23" fmla="*/ 3683238 w 8639993"/>
                  <a:gd name="csY23" fmla="*/ 170916 h 1277787"/>
                  <a:gd name="csX24" fmla="*/ 3717421 w 8639993"/>
                  <a:gd name="csY24" fmla="*/ 179462 h 1277787"/>
                  <a:gd name="csX25" fmla="*/ 3828516 w 8639993"/>
                  <a:gd name="csY25" fmla="*/ 205100 h 1277787"/>
                  <a:gd name="csX26" fmla="*/ 3999432 w 8639993"/>
                  <a:gd name="csY26" fmla="*/ 196554 h 1277787"/>
                  <a:gd name="csX27" fmla="*/ 4025070 w 8639993"/>
                  <a:gd name="csY27" fmla="*/ 188008 h 1277787"/>
                  <a:gd name="csX28" fmla="*/ 4076344 w 8639993"/>
                  <a:gd name="csY28" fmla="*/ 179462 h 1277787"/>
                  <a:gd name="csX29" fmla="*/ 4101982 w 8639993"/>
                  <a:gd name="csY29" fmla="*/ 170916 h 1277787"/>
                  <a:gd name="csX30" fmla="*/ 4153257 w 8639993"/>
                  <a:gd name="csY30" fmla="*/ 162371 h 1277787"/>
                  <a:gd name="csX31" fmla="*/ 4298535 w 8639993"/>
                  <a:gd name="csY31" fmla="*/ 145279 h 1277787"/>
                  <a:gd name="csX32" fmla="*/ 4469451 w 8639993"/>
                  <a:gd name="csY32" fmla="*/ 153825 h 1277787"/>
                  <a:gd name="csX33" fmla="*/ 4503634 w 8639993"/>
                  <a:gd name="csY33" fmla="*/ 162371 h 1277787"/>
                  <a:gd name="csX34" fmla="*/ 4546363 w 8639993"/>
                  <a:gd name="csY34" fmla="*/ 170916 h 1277787"/>
                  <a:gd name="csX35" fmla="*/ 4640367 w 8639993"/>
                  <a:gd name="csY35" fmla="*/ 179462 h 1277787"/>
                  <a:gd name="csX36" fmla="*/ 4666004 w 8639993"/>
                  <a:gd name="csY36" fmla="*/ 188008 h 1277787"/>
                  <a:gd name="csX37" fmla="*/ 4700187 w 8639993"/>
                  <a:gd name="csY37" fmla="*/ 205100 h 1277787"/>
                  <a:gd name="csX38" fmla="*/ 4734371 w 8639993"/>
                  <a:gd name="csY38" fmla="*/ 213645 h 1277787"/>
                  <a:gd name="csX39" fmla="*/ 4777100 w 8639993"/>
                  <a:gd name="csY39" fmla="*/ 230737 h 1277787"/>
                  <a:gd name="csX40" fmla="*/ 4862557 w 8639993"/>
                  <a:gd name="csY40" fmla="*/ 247829 h 1277787"/>
                  <a:gd name="csX41" fmla="*/ 4905286 w 8639993"/>
                  <a:gd name="csY41" fmla="*/ 256374 h 1277787"/>
                  <a:gd name="csX42" fmla="*/ 4948015 w 8639993"/>
                  <a:gd name="csY42" fmla="*/ 273466 h 1277787"/>
                  <a:gd name="csX43" fmla="*/ 5033473 w 8639993"/>
                  <a:gd name="csY43" fmla="*/ 290558 h 1277787"/>
                  <a:gd name="csX44" fmla="*/ 5153114 w 8639993"/>
                  <a:gd name="csY44" fmla="*/ 307649 h 1277787"/>
                  <a:gd name="csX45" fmla="*/ 5580404 w 8639993"/>
                  <a:gd name="csY45" fmla="*/ 299103 h 1277787"/>
                  <a:gd name="csX46" fmla="*/ 5640225 w 8639993"/>
                  <a:gd name="csY46" fmla="*/ 282012 h 1277787"/>
                  <a:gd name="csX47" fmla="*/ 5708591 w 8639993"/>
                  <a:gd name="csY47" fmla="*/ 264920 h 1277787"/>
                  <a:gd name="csX48" fmla="*/ 5776957 w 8639993"/>
                  <a:gd name="csY48" fmla="*/ 247829 h 1277787"/>
                  <a:gd name="csX49" fmla="*/ 5922236 w 8639993"/>
                  <a:gd name="csY49" fmla="*/ 230737 h 1277787"/>
                  <a:gd name="csX50" fmla="*/ 5990602 w 8639993"/>
                  <a:gd name="csY50" fmla="*/ 222191 h 1277787"/>
                  <a:gd name="csX51" fmla="*/ 6041877 w 8639993"/>
                  <a:gd name="csY51" fmla="*/ 188008 h 1277787"/>
                  <a:gd name="csX52" fmla="*/ 6076060 w 8639993"/>
                  <a:gd name="csY52" fmla="*/ 162371 h 1277787"/>
                  <a:gd name="csX53" fmla="*/ 6101698 w 8639993"/>
                  <a:gd name="csY53" fmla="*/ 136733 h 1277787"/>
                  <a:gd name="csX54" fmla="*/ 6161518 w 8639993"/>
                  <a:gd name="csY54" fmla="*/ 119642 h 1277787"/>
                  <a:gd name="csX55" fmla="*/ 6306797 w 8639993"/>
                  <a:gd name="csY55" fmla="*/ 136733 h 1277787"/>
                  <a:gd name="csX56" fmla="*/ 6332434 w 8639993"/>
                  <a:gd name="csY56" fmla="*/ 145279 h 1277787"/>
                  <a:gd name="csX57" fmla="*/ 6409346 w 8639993"/>
                  <a:gd name="csY57" fmla="*/ 162371 h 1277787"/>
                  <a:gd name="csX58" fmla="*/ 6460621 w 8639993"/>
                  <a:gd name="csY58" fmla="*/ 179462 h 1277787"/>
                  <a:gd name="csX59" fmla="*/ 6511896 w 8639993"/>
                  <a:gd name="csY59" fmla="*/ 188008 h 1277787"/>
                  <a:gd name="csX60" fmla="*/ 6631537 w 8639993"/>
                  <a:gd name="csY60" fmla="*/ 213645 h 1277787"/>
                  <a:gd name="csX61" fmla="*/ 6716995 w 8639993"/>
                  <a:gd name="csY61" fmla="*/ 222191 h 1277787"/>
                  <a:gd name="csX62" fmla="*/ 6759724 w 8639993"/>
                  <a:gd name="csY62" fmla="*/ 230737 h 1277787"/>
                  <a:gd name="csX63" fmla="*/ 7169922 w 8639993"/>
                  <a:gd name="csY63" fmla="*/ 247829 h 1277787"/>
                  <a:gd name="csX64" fmla="*/ 7187014 w 8639993"/>
                  <a:gd name="csY64" fmla="*/ 273466 h 1277787"/>
                  <a:gd name="csX65" fmla="*/ 7298109 w 8639993"/>
                  <a:gd name="csY65" fmla="*/ 247829 h 1277787"/>
                  <a:gd name="csX66" fmla="*/ 7323746 w 8639993"/>
                  <a:gd name="csY66" fmla="*/ 222191 h 1277787"/>
                  <a:gd name="csX67" fmla="*/ 7417750 w 8639993"/>
                  <a:gd name="csY67" fmla="*/ 102550 h 1277787"/>
                  <a:gd name="csX68" fmla="*/ 7469025 w 8639993"/>
                  <a:gd name="csY68" fmla="*/ 34184 h 1277787"/>
                  <a:gd name="csX69" fmla="*/ 7528845 w 8639993"/>
                  <a:gd name="csY69" fmla="*/ 0 h 1277787"/>
                  <a:gd name="csX70" fmla="*/ 7605757 w 8639993"/>
                  <a:gd name="csY70" fmla="*/ 42729 h 1277787"/>
                  <a:gd name="csX71" fmla="*/ 7631395 w 8639993"/>
                  <a:gd name="csY71" fmla="*/ 68367 h 1277787"/>
                  <a:gd name="csX72" fmla="*/ 7657032 w 8639993"/>
                  <a:gd name="csY72" fmla="*/ 85458 h 1277787"/>
                  <a:gd name="csX73" fmla="*/ 7682670 w 8639993"/>
                  <a:gd name="csY73" fmla="*/ 111096 h 1277787"/>
                  <a:gd name="csX74" fmla="*/ 7716853 w 8639993"/>
                  <a:gd name="csY74" fmla="*/ 136733 h 1277787"/>
                  <a:gd name="csX75" fmla="*/ 7742490 w 8639993"/>
                  <a:gd name="csY75" fmla="*/ 162371 h 1277787"/>
                  <a:gd name="csX76" fmla="*/ 7802311 w 8639993"/>
                  <a:gd name="csY76" fmla="*/ 205100 h 1277787"/>
                  <a:gd name="csX77" fmla="*/ 7827948 w 8639993"/>
                  <a:gd name="csY77" fmla="*/ 239283 h 1277787"/>
                  <a:gd name="csX78" fmla="*/ 7853585 w 8639993"/>
                  <a:gd name="csY78" fmla="*/ 256374 h 1277787"/>
                  <a:gd name="csX79" fmla="*/ 7887769 w 8639993"/>
                  <a:gd name="csY79" fmla="*/ 290558 h 1277787"/>
                  <a:gd name="csX80" fmla="*/ 7921952 w 8639993"/>
                  <a:gd name="csY80" fmla="*/ 299103 h 1277787"/>
                  <a:gd name="csX81" fmla="*/ 7964681 w 8639993"/>
                  <a:gd name="csY81" fmla="*/ 316195 h 1277787"/>
                  <a:gd name="csX82" fmla="*/ 8109959 w 8639993"/>
                  <a:gd name="csY82" fmla="*/ 299103 h 1277787"/>
                  <a:gd name="csX83" fmla="*/ 8161234 w 8639993"/>
                  <a:gd name="csY83" fmla="*/ 282012 h 1277787"/>
                  <a:gd name="csX84" fmla="*/ 8323604 w 8639993"/>
                  <a:gd name="csY84" fmla="*/ 290558 h 1277787"/>
                  <a:gd name="csX85" fmla="*/ 8485974 w 8639993"/>
                  <a:gd name="csY85" fmla="*/ 282012 h 1277787"/>
                  <a:gd name="csX86" fmla="*/ 8622707 w 8639993"/>
                  <a:gd name="csY86" fmla="*/ 282012 h 1277787"/>
                  <a:gd name="csX87" fmla="*/ 8639799 w 8639993"/>
                  <a:gd name="csY87" fmla="*/ 1213503 h 1277787"/>
                  <a:gd name="csX88" fmla="*/ 8631253 w 8639993"/>
                  <a:gd name="csY88" fmla="*/ 1196412 h 1277787"/>
                  <a:gd name="csX0" fmla="*/ 0 w 8639993"/>
                  <a:gd name="csY0" fmla="*/ 213645 h 1262509"/>
                  <a:gd name="csX1" fmla="*/ 470019 w 8639993"/>
                  <a:gd name="csY1" fmla="*/ 213645 h 1262509"/>
                  <a:gd name="csX2" fmla="*/ 632389 w 8639993"/>
                  <a:gd name="csY2" fmla="*/ 196554 h 1262509"/>
                  <a:gd name="csX3" fmla="*/ 717847 w 8639993"/>
                  <a:gd name="csY3" fmla="*/ 188008 h 1262509"/>
                  <a:gd name="csX4" fmla="*/ 803305 w 8639993"/>
                  <a:gd name="csY4" fmla="*/ 179462 h 1262509"/>
                  <a:gd name="csX5" fmla="*/ 1452785 w 8639993"/>
                  <a:gd name="csY5" fmla="*/ 162371 h 1262509"/>
                  <a:gd name="csX6" fmla="*/ 1546789 w 8639993"/>
                  <a:gd name="csY6" fmla="*/ 145279 h 1262509"/>
                  <a:gd name="csX7" fmla="*/ 1580972 w 8639993"/>
                  <a:gd name="csY7" fmla="*/ 136733 h 1262509"/>
                  <a:gd name="csX8" fmla="*/ 1615156 w 8639993"/>
                  <a:gd name="csY8" fmla="*/ 145279 h 1262509"/>
                  <a:gd name="csX9" fmla="*/ 1640793 w 8639993"/>
                  <a:gd name="csY9" fmla="*/ 162371 h 1262509"/>
                  <a:gd name="csX10" fmla="*/ 1700614 w 8639993"/>
                  <a:gd name="csY10" fmla="*/ 188008 h 1262509"/>
                  <a:gd name="csX11" fmla="*/ 1862984 w 8639993"/>
                  <a:gd name="csY11" fmla="*/ 205100 h 1262509"/>
                  <a:gd name="csX12" fmla="*/ 1922804 w 8639993"/>
                  <a:gd name="csY12" fmla="*/ 213645 h 1262509"/>
                  <a:gd name="csX13" fmla="*/ 1956987 w 8639993"/>
                  <a:gd name="csY13" fmla="*/ 222191 h 1262509"/>
                  <a:gd name="csX14" fmla="*/ 2076628 w 8639993"/>
                  <a:gd name="csY14" fmla="*/ 230737 h 1262509"/>
                  <a:gd name="csX15" fmla="*/ 2281728 w 8639993"/>
                  <a:gd name="csY15" fmla="*/ 222191 h 1262509"/>
                  <a:gd name="csX16" fmla="*/ 2444098 w 8639993"/>
                  <a:gd name="csY16" fmla="*/ 213645 h 1262509"/>
                  <a:gd name="csX17" fmla="*/ 2709017 w 8639993"/>
                  <a:gd name="csY17" fmla="*/ 222191 h 1262509"/>
                  <a:gd name="csX18" fmla="*/ 2820113 w 8639993"/>
                  <a:gd name="csY18" fmla="*/ 230737 h 1262509"/>
                  <a:gd name="csX19" fmla="*/ 3050849 w 8639993"/>
                  <a:gd name="csY19" fmla="*/ 213645 h 1262509"/>
                  <a:gd name="csX20" fmla="*/ 3085032 w 8639993"/>
                  <a:gd name="csY20" fmla="*/ 205100 h 1262509"/>
                  <a:gd name="csX21" fmla="*/ 3418318 w 8639993"/>
                  <a:gd name="csY21" fmla="*/ 188008 h 1262509"/>
                  <a:gd name="csX22" fmla="*/ 3512322 w 8639993"/>
                  <a:gd name="csY22" fmla="*/ 162371 h 1262509"/>
                  <a:gd name="csX23" fmla="*/ 3683238 w 8639993"/>
                  <a:gd name="csY23" fmla="*/ 170916 h 1262509"/>
                  <a:gd name="csX24" fmla="*/ 3717421 w 8639993"/>
                  <a:gd name="csY24" fmla="*/ 179462 h 1262509"/>
                  <a:gd name="csX25" fmla="*/ 3828516 w 8639993"/>
                  <a:gd name="csY25" fmla="*/ 205100 h 1262509"/>
                  <a:gd name="csX26" fmla="*/ 3999432 w 8639993"/>
                  <a:gd name="csY26" fmla="*/ 196554 h 1262509"/>
                  <a:gd name="csX27" fmla="*/ 4025070 w 8639993"/>
                  <a:gd name="csY27" fmla="*/ 188008 h 1262509"/>
                  <a:gd name="csX28" fmla="*/ 4076344 w 8639993"/>
                  <a:gd name="csY28" fmla="*/ 179462 h 1262509"/>
                  <a:gd name="csX29" fmla="*/ 4101982 w 8639993"/>
                  <a:gd name="csY29" fmla="*/ 170916 h 1262509"/>
                  <a:gd name="csX30" fmla="*/ 4153257 w 8639993"/>
                  <a:gd name="csY30" fmla="*/ 162371 h 1262509"/>
                  <a:gd name="csX31" fmla="*/ 4298535 w 8639993"/>
                  <a:gd name="csY31" fmla="*/ 145279 h 1262509"/>
                  <a:gd name="csX32" fmla="*/ 4469451 w 8639993"/>
                  <a:gd name="csY32" fmla="*/ 153825 h 1262509"/>
                  <a:gd name="csX33" fmla="*/ 4503634 w 8639993"/>
                  <a:gd name="csY33" fmla="*/ 162371 h 1262509"/>
                  <a:gd name="csX34" fmla="*/ 4546363 w 8639993"/>
                  <a:gd name="csY34" fmla="*/ 170916 h 1262509"/>
                  <a:gd name="csX35" fmla="*/ 4640367 w 8639993"/>
                  <a:gd name="csY35" fmla="*/ 179462 h 1262509"/>
                  <a:gd name="csX36" fmla="*/ 4666004 w 8639993"/>
                  <a:gd name="csY36" fmla="*/ 188008 h 1262509"/>
                  <a:gd name="csX37" fmla="*/ 4700187 w 8639993"/>
                  <a:gd name="csY37" fmla="*/ 205100 h 1262509"/>
                  <a:gd name="csX38" fmla="*/ 4734371 w 8639993"/>
                  <a:gd name="csY38" fmla="*/ 213645 h 1262509"/>
                  <a:gd name="csX39" fmla="*/ 4777100 w 8639993"/>
                  <a:gd name="csY39" fmla="*/ 230737 h 1262509"/>
                  <a:gd name="csX40" fmla="*/ 4862557 w 8639993"/>
                  <a:gd name="csY40" fmla="*/ 247829 h 1262509"/>
                  <a:gd name="csX41" fmla="*/ 4905286 w 8639993"/>
                  <a:gd name="csY41" fmla="*/ 256374 h 1262509"/>
                  <a:gd name="csX42" fmla="*/ 4948015 w 8639993"/>
                  <a:gd name="csY42" fmla="*/ 273466 h 1262509"/>
                  <a:gd name="csX43" fmla="*/ 5033473 w 8639993"/>
                  <a:gd name="csY43" fmla="*/ 290558 h 1262509"/>
                  <a:gd name="csX44" fmla="*/ 5153114 w 8639993"/>
                  <a:gd name="csY44" fmla="*/ 307649 h 1262509"/>
                  <a:gd name="csX45" fmla="*/ 5580404 w 8639993"/>
                  <a:gd name="csY45" fmla="*/ 299103 h 1262509"/>
                  <a:gd name="csX46" fmla="*/ 5640225 w 8639993"/>
                  <a:gd name="csY46" fmla="*/ 282012 h 1262509"/>
                  <a:gd name="csX47" fmla="*/ 5708591 w 8639993"/>
                  <a:gd name="csY47" fmla="*/ 264920 h 1262509"/>
                  <a:gd name="csX48" fmla="*/ 5776957 w 8639993"/>
                  <a:gd name="csY48" fmla="*/ 247829 h 1262509"/>
                  <a:gd name="csX49" fmla="*/ 5922236 w 8639993"/>
                  <a:gd name="csY49" fmla="*/ 230737 h 1262509"/>
                  <a:gd name="csX50" fmla="*/ 5990602 w 8639993"/>
                  <a:gd name="csY50" fmla="*/ 222191 h 1262509"/>
                  <a:gd name="csX51" fmla="*/ 6041877 w 8639993"/>
                  <a:gd name="csY51" fmla="*/ 188008 h 1262509"/>
                  <a:gd name="csX52" fmla="*/ 6076060 w 8639993"/>
                  <a:gd name="csY52" fmla="*/ 162371 h 1262509"/>
                  <a:gd name="csX53" fmla="*/ 6101698 w 8639993"/>
                  <a:gd name="csY53" fmla="*/ 136733 h 1262509"/>
                  <a:gd name="csX54" fmla="*/ 6161518 w 8639993"/>
                  <a:gd name="csY54" fmla="*/ 119642 h 1262509"/>
                  <a:gd name="csX55" fmla="*/ 6306797 w 8639993"/>
                  <a:gd name="csY55" fmla="*/ 136733 h 1262509"/>
                  <a:gd name="csX56" fmla="*/ 6332434 w 8639993"/>
                  <a:gd name="csY56" fmla="*/ 145279 h 1262509"/>
                  <a:gd name="csX57" fmla="*/ 6409346 w 8639993"/>
                  <a:gd name="csY57" fmla="*/ 162371 h 1262509"/>
                  <a:gd name="csX58" fmla="*/ 6460621 w 8639993"/>
                  <a:gd name="csY58" fmla="*/ 179462 h 1262509"/>
                  <a:gd name="csX59" fmla="*/ 6511896 w 8639993"/>
                  <a:gd name="csY59" fmla="*/ 188008 h 1262509"/>
                  <a:gd name="csX60" fmla="*/ 6631537 w 8639993"/>
                  <a:gd name="csY60" fmla="*/ 213645 h 1262509"/>
                  <a:gd name="csX61" fmla="*/ 6716995 w 8639993"/>
                  <a:gd name="csY61" fmla="*/ 222191 h 1262509"/>
                  <a:gd name="csX62" fmla="*/ 6759724 w 8639993"/>
                  <a:gd name="csY62" fmla="*/ 230737 h 1262509"/>
                  <a:gd name="csX63" fmla="*/ 7169922 w 8639993"/>
                  <a:gd name="csY63" fmla="*/ 247829 h 1262509"/>
                  <a:gd name="csX64" fmla="*/ 7187014 w 8639993"/>
                  <a:gd name="csY64" fmla="*/ 273466 h 1262509"/>
                  <a:gd name="csX65" fmla="*/ 7298109 w 8639993"/>
                  <a:gd name="csY65" fmla="*/ 247829 h 1262509"/>
                  <a:gd name="csX66" fmla="*/ 7323746 w 8639993"/>
                  <a:gd name="csY66" fmla="*/ 222191 h 1262509"/>
                  <a:gd name="csX67" fmla="*/ 7417750 w 8639993"/>
                  <a:gd name="csY67" fmla="*/ 102550 h 1262509"/>
                  <a:gd name="csX68" fmla="*/ 7469025 w 8639993"/>
                  <a:gd name="csY68" fmla="*/ 34184 h 1262509"/>
                  <a:gd name="csX69" fmla="*/ 7528845 w 8639993"/>
                  <a:gd name="csY69" fmla="*/ 0 h 1262509"/>
                  <a:gd name="csX70" fmla="*/ 7605757 w 8639993"/>
                  <a:gd name="csY70" fmla="*/ 42729 h 1262509"/>
                  <a:gd name="csX71" fmla="*/ 7631395 w 8639993"/>
                  <a:gd name="csY71" fmla="*/ 68367 h 1262509"/>
                  <a:gd name="csX72" fmla="*/ 7657032 w 8639993"/>
                  <a:gd name="csY72" fmla="*/ 85458 h 1262509"/>
                  <a:gd name="csX73" fmla="*/ 7682670 w 8639993"/>
                  <a:gd name="csY73" fmla="*/ 111096 h 1262509"/>
                  <a:gd name="csX74" fmla="*/ 7716853 w 8639993"/>
                  <a:gd name="csY74" fmla="*/ 136733 h 1262509"/>
                  <a:gd name="csX75" fmla="*/ 7742490 w 8639993"/>
                  <a:gd name="csY75" fmla="*/ 162371 h 1262509"/>
                  <a:gd name="csX76" fmla="*/ 7802311 w 8639993"/>
                  <a:gd name="csY76" fmla="*/ 205100 h 1262509"/>
                  <a:gd name="csX77" fmla="*/ 7827948 w 8639993"/>
                  <a:gd name="csY77" fmla="*/ 239283 h 1262509"/>
                  <a:gd name="csX78" fmla="*/ 7853585 w 8639993"/>
                  <a:gd name="csY78" fmla="*/ 256374 h 1262509"/>
                  <a:gd name="csX79" fmla="*/ 7887769 w 8639993"/>
                  <a:gd name="csY79" fmla="*/ 290558 h 1262509"/>
                  <a:gd name="csX80" fmla="*/ 7921952 w 8639993"/>
                  <a:gd name="csY80" fmla="*/ 299103 h 1262509"/>
                  <a:gd name="csX81" fmla="*/ 7964681 w 8639993"/>
                  <a:gd name="csY81" fmla="*/ 316195 h 1262509"/>
                  <a:gd name="csX82" fmla="*/ 8109959 w 8639993"/>
                  <a:gd name="csY82" fmla="*/ 299103 h 1262509"/>
                  <a:gd name="csX83" fmla="*/ 8161234 w 8639993"/>
                  <a:gd name="csY83" fmla="*/ 282012 h 1262509"/>
                  <a:gd name="csX84" fmla="*/ 8323604 w 8639993"/>
                  <a:gd name="csY84" fmla="*/ 290558 h 1262509"/>
                  <a:gd name="csX85" fmla="*/ 8485974 w 8639993"/>
                  <a:gd name="csY85" fmla="*/ 282012 h 1262509"/>
                  <a:gd name="csX86" fmla="*/ 8622707 w 8639993"/>
                  <a:gd name="csY86" fmla="*/ 282012 h 1262509"/>
                  <a:gd name="csX87" fmla="*/ 8639799 w 8639993"/>
                  <a:gd name="csY87" fmla="*/ 1213503 h 1262509"/>
                  <a:gd name="csX88" fmla="*/ 1093863 w 8639993"/>
                  <a:gd name="csY88" fmla="*/ 1110954 h 1262509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1187865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230736 h 1282034"/>
                  <a:gd name="csX0" fmla="*/ 630330 w 9270323"/>
                  <a:gd name="csY0" fmla="*/ 213645 h 1282034"/>
                  <a:gd name="csX1" fmla="*/ 1100349 w 9270323"/>
                  <a:gd name="csY1" fmla="*/ 213645 h 1282034"/>
                  <a:gd name="csX2" fmla="*/ 1262719 w 9270323"/>
                  <a:gd name="csY2" fmla="*/ 196554 h 1282034"/>
                  <a:gd name="csX3" fmla="*/ 1348177 w 9270323"/>
                  <a:gd name="csY3" fmla="*/ 188008 h 1282034"/>
                  <a:gd name="csX4" fmla="*/ 1433635 w 9270323"/>
                  <a:gd name="csY4" fmla="*/ 179462 h 1282034"/>
                  <a:gd name="csX5" fmla="*/ 2083115 w 9270323"/>
                  <a:gd name="csY5" fmla="*/ 162371 h 1282034"/>
                  <a:gd name="csX6" fmla="*/ 2177119 w 9270323"/>
                  <a:gd name="csY6" fmla="*/ 145279 h 1282034"/>
                  <a:gd name="csX7" fmla="*/ 2211302 w 9270323"/>
                  <a:gd name="csY7" fmla="*/ 136733 h 1282034"/>
                  <a:gd name="csX8" fmla="*/ 2245486 w 9270323"/>
                  <a:gd name="csY8" fmla="*/ 145279 h 1282034"/>
                  <a:gd name="csX9" fmla="*/ 2271123 w 9270323"/>
                  <a:gd name="csY9" fmla="*/ 162371 h 1282034"/>
                  <a:gd name="csX10" fmla="*/ 2330944 w 9270323"/>
                  <a:gd name="csY10" fmla="*/ 188008 h 1282034"/>
                  <a:gd name="csX11" fmla="*/ 2493314 w 9270323"/>
                  <a:gd name="csY11" fmla="*/ 205100 h 1282034"/>
                  <a:gd name="csX12" fmla="*/ 2553134 w 9270323"/>
                  <a:gd name="csY12" fmla="*/ 213645 h 1282034"/>
                  <a:gd name="csX13" fmla="*/ 2587317 w 9270323"/>
                  <a:gd name="csY13" fmla="*/ 222191 h 1282034"/>
                  <a:gd name="csX14" fmla="*/ 2706958 w 9270323"/>
                  <a:gd name="csY14" fmla="*/ 230737 h 1282034"/>
                  <a:gd name="csX15" fmla="*/ 2912058 w 9270323"/>
                  <a:gd name="csY15" fmla="*/ 222191 h 1282034"/>
                  <a:gd name="csX16" fmla="*/ 3074428 w 9270323"/>
                  <a:gd name="csY16" fmla="*/ 213645 h 1282034"/>
                  <a:gd name="csX17" fmla="*/ 3339347 w 9270323"/>
                  <a:gd name="csY17" fmla="*/ 222191 h 1282034"/>
                  <a:gd name="csX18" fmla="*/ 3450443 w 9270323"/>
                  <a:gd name="csY18" fmla="*/ 230737 h 1282034"/>
                  <a:gd name="csX19" fmla="*/ 3681179 w 9270323"/>
                  <a:gd name="csY19" fmla="*/ 213645 h 1282034"/>
                  <a:gd name="csX20" fmla="*/ 3715362 w 9270323"/>
                  <a:gd name="csY20" fmla="*/ 205100 h 1282034"/>
                  <a:gd name="csX21" fmla="*/ 4048648 w 9270323"/>
                  <a:gd name="csY21" fmla="*/ 188008 h 1282034"/>
                  <a:gd name="csX22" fmla="*/ 4142652 w 9270323"/>
                  <a:gd name="csY22" fmla="*/ 162371 h 1282034"/>
                  <a:gd name="csX23" fmla="*/ 4313568 w 9270323"/>
                  <a:gd name="csY23" fmla="*/ 170916 h 1282034"/>
                  <a:gd name="csX24" fmla="*/ 4347751 w 9270323"/>
                  <a:gd name="csY24" fmla="*/ 179462 h 1282034"/>
                  <a:gd name="csX25" fmla="*/ 4458846 w 9270323"/>
                  <a:gd name="csY25" fmla="*/ 205100 h 1282034"/>
                  <a:gd name="csX26" fmla="*/ 4629762 w 9270323"/>
                  <a:gd name="csY26" fmla="*/ 196554 h 1282034"/>
                  <a:gd name="csX27" fmla="*/ 4655400 w 9270323"/>
                  <a:gd name="csY27" fmla="*/ 188008 h 1282034"/>
                  <a:gd name="csX28" fmla="*/ 4706674 w 9270323"/>
                  <a:gd name="csY28" fmla="*/ 179462 h 1282034"/>
                  <a:gd name="csX29" fmla="*/ 4732312 w 9270323"/>
                  <a:gd name="csY29" fmla="*/ 170916 h 1282034"/>
                  <a:gd name="csX30" fmla="*/ 4783587 w 9270323"/>
                  <a:gd name="csY30" fmla="*/ 162371 h 1282034"/>
                  <a:gd name="csX31" fmla="*/ 4928865 w 9270323"/>
                  <a:gd name="csY31" fmla="*/ 145279 h 1282034"/>
                  <a:gd name="csX32" fmla="*/ 5099781 w 9270323"/>
                  <a:gd name="csY32" fmla="*/ 153825 h 1282034"/>
                  <a:gd name="csX33" fmla="*/ 5133964 w 9270323"/>
                  <a:gd name="csY33" fmla="*/ 162371 h 1282034"/>
                  <a:gd name="csX34" fmla="*/ 5176693 w 9270323"/>
                  <a:gd name="csY34" fmla="*/ 170916 h 1282034"/>
                  <a:gd name="csX35" fmla="*/ 5270697 w 9270323"/>
                  <a:gd name="csY35" fmla="*/ 179462 h 1282034"/>
                  <a:gd name="csX36" fmla="*/ 5296334 w 9270323"/>
                  <a:gd name="csY36" fmla="*/ 188008 h 1282034"/>
                  <a:gd name="csX37" fmla="*/ 5330517 w 9270323"/>
                  <a:gd name="csY37" fmla="*/ 205100 h 1282034"/>
                  <a:gd name="csX38" fmla="*/ 5364701 w 9270323"/>
                  <a:gd name="csY38" fmla="*/ 213645 h 1282034"/>
                  <a:gd name="csX39" fmla="*/ 5407430 w 9270323"/>
                  <a:gd name="csY39" fmla="*/ 230737 h 1282034"/>
                  <a:gd name="csX40" fmla="*/ 5492887 w 9270323"/>
                  <a:gd name="csY40" fmla="*/ 247829 h 1282034"/>
                  <a:gd name="csX41" fmla="*/ 5535616 w 9270323"/>
                  <a:gd name="csY41" fmla="*/ 256374 h 1282034"/>
                  <a:gd name="csX42" fmla="*/ 5578345 w 9270323"/>
                  <a:gd name="csY42" fmla="*/ 273466 h 1282034"/>
                  <a:gd name="csX43" fmla="*/ 5663803 w 9270323"/>
                  <a:gd name="csY43" fmla="*/ 290558 h 1282034"/>
                  <a:gd name="csX44" fmla="*/ 5783444 w 9270323"/>
                  <a:gd name="csY44" fmla="*/ 307649 h 1282034"/>
                  <a:gd name="csX45" fmla="*/ 6210734 w 9270323"/>
                  <a:gd name="csY45" fmla="*/ 299103 h 1282034"/>
                  <a:gd name="csX46" fmla="*/ 6270555 w 9270323"/>
                  <a:gd name="csY46" fmla="*/ 282012 h 1282034"/>
                  <a:gd name="csX47" fmla="*/ 6338921 w 9270323"/>
                  <a:gd name="csY47" fmla="*/ 264920 h 1282034"/>
                  <a:gd name="csX48" fmla="*/ 6407287 w 9270323"/>
                  <a:gd name="csY48" fmla="*/ 247829 h 1282034"/>
                  <a:gd name="csX49" fmla="*/ 6552566 w 9270323"/>
                  <a:gd name="csY49" fmla="*/ 230737 h 1282034"/>
                  <a:gd name="csX50" fmla="*/ 6620932 w 9270323"/>
                  <a:gd name="csY50" fmla="*/ 222191 h 1282034"/>
                  <a:gd name="csX51" fmla="*/ 6672207 w 9270323"/>
                  <a:gd name="csY51" fmla="*/ 188008 h 1282034"/>
                  <a:gd name="csX52" fmla="*/ 6706390 w 9270323"/>
                  <a:gd name="csY52" fmla="*/ 162371 h 1282034"/>
                  <a:gd name="csX53" fmla="*/ 6732028 w 9270323"/>
                  <a:gd name="csY53" fmla="*/ 136733 h 1282034"/>
                  <a:gd name="csX54" fmla="*/ 6791848 w 9270323"/>
                  <a:gd name="csY54" fmla="*/ 119642 h 1282034"/>
                  <a:gd name="csX55" fmla="*/ 6937127 w 9270323"/>
                  <a:gd name="csY55" fmla="*/ 136733 h 1282034"/>
                  <a:gd name="csX56" fmla="*/ 6962764 w 9270323"/>
                  <a:gd name="csY56" fmla="*/ 145279 h 1282034"/>
                  <a:gd name="csX57" fmla="*/ 7039676 w 9270323"/>
                  <a:gd name="csY57" fmla="*/ 162371 h 1282034"/>
                  <a:gd name="csX58" fmla="*/ 7090951 w 9270323"/>
                  <a:gd name="csY58" fmla="*/ 179462 h 1282034"/>
                  <a:gd name="csX59" fmla="*/ 7142226 w 9270323"/>
                  <a:gd name="csY59" fmla="*/ 188008 h 1282034"/>
                  <a:gd name="csX60" fmla="*/ 7261867 w 9270323"/>
                  <a:gd name="csY60" fmla="*/ 213645 h 1282034"/>
                  <a:gd name="csX61" fmla="*/ 7347325 w 9270323"/>
                  <a:gd name="csY61" fmla="*/ 222191 h 1282034"/>
                  <a:gd name="csX62" fmla="*/ 7390054 w 9270323"/>
                  <a:gd name="csY62" fmla="*/ 230737 h 1282034"/>
                  <a:gd name="csX63" fmla="*/ 7800252 w 9270323"/>
                  <a:gd name="csY63" fmla="*/ 247829 h 1282034"/>
                  <a:gd name="csX64" fmla="*/ 7817344 w 9270323"/>
                  <a:gd name="csY64" fmla="*/ 273466 h 1282034"/>
                  <a:gd name="csX65" fmla="*/ 7928439 w 9270323"/>
                  <a:gd name="csY65" fmla="*/ 247829 h 1282034"/>
                  <a:gd name="csX66" fmla="*/ 7954076 w 9270323"/>
                  <a:gd name="csY66" fmla="*/ 222191 h 1282034"/>
                  <a:gd name="csX67" fmla="*/ 8048080 w 9270323"/>
                  <a:gd name="csY67" fmla="*/ 102550 h 1282034"/>
                  <a:gd name="csX68" fmla="*/ 8099355 w 9270323"/>
                  <a:gd name="csY68" fmla="*/ 34184 h 1282034"/>
                  <a:gd name="csX69" fmla="*/ 8159175 w 9270323"/>
                  <a:gd name="csY69" fmla="*/ 0 h 1282034"/>
                  <a:gd name="csX70" fmla="*/ 8236087 w 9270323"/>
                  <a:gd name="csY70" fmla="*/ 42729 h 1282034"/>
                  <a:gd name="csX71" fmla="*/ 8261725 w 9270323"/>
                  <a:gd name="csY71" fmla="*/ 68367 h 1282034"/>
                  <a:gd name="csX72" fmla="*/ 8287362 w 9270323"/>
                  <a:gd name="csY72" fmla="*/ 85458 h 1282034"/>
                  <a:gd name="csX73" fmla="*/ 8313000 w 9270323"/>
                  <a:gd name="csY73" fmla="*/ 111096 h 1282034"/>
                  <a:gd name="csX74" fmla="*/ 8347183 w 9270323"/>
                  <a:gd name="csY74" fmla="*/ 136733 h 1282034"/>
                  <a:gd name="csX75" fmla="*/ 8372820 w 9270323"/>
                  <a:gd name="csY75" fmla="*/ 162371 h 1282034"/>
                  <a:gd name="csX76" fmla="*/ 8432641 w 9270323"/>
                  <a:gd name="csY76" fmla="*/ 205100 h 1282034"/>
                  <a:gd name="csX77" fmla="*/ 8458278 w 9270323"/>
                  <a:gd name="csY77" fmla="*/ 239283 h 1282034"/>
                  <a:gd name="csX78" fmla="*/ 8483915 w 9270323"/>
                  <a:gd name="csY78" fmla="*/ 256374 h 1282034"/>
                  <a:gd name="csX79" fmla="*/ 8518099 w 9270323"/>
                  <a:gd name="csY79" fmla="*/ 290558 h 1282034"/>
                  <a:gd name="csX80" fmla="*/ 8552282 w 9270323"/>
                  <a:gd name="csY80" fmla="*/ 299103 h 1282034"/>
                  <a:gd name="csX81" fmla="*/ 8595011 w 9270323"/>
                  <a:gd name="csY81" fmla="*/ 316195 h 1282034"/>
                  <a:gd name="csX82" fmla="*/ 8740289 w 9270323"/>
                  <a:gd name="csY82" fmla="*/ 299103 h 1282034"/>
                  <a:gd name="csX83" fmla="*/ 8791564 w 9270323"/>
                  <a:gd name="csY83" fmla="*/ 282012 h 1282034"/>
                  <a:gd name="csX84" fmla="*/ 8953934 w 9270323"/>
                  <a:gd name="csY84" fmla="*/ 290558 h 1282034"/>
                  <a:gd name="csX85" fmla="*/ 9116304 w 9270323"/>
                  <a:gd name="csY85" fmla="*/ 282012 h 1282034"/>
                  <a:gd name="csX86" fmla="*/ 9253037 w 9270323"/>
                  <a:gd name="csY86" fmla="*/ 282012 h 1282034"/>
                  <a:gd name="csX87" fmla="*/ 9270129 w 9270323"/>
                  <a:gd name="csY87" fmla="*/ 1213503 h 1282034"/>
                  <a:gd name="csX88" fmla="*/ 638877 w 9270323"/>
                  <a:gd name="csY88" fmla="*/ 1213504 h 1282034"/>
                  <a:gd name="csX89" fmla="*/ 638877 w 9270323"/>
                  <a:gd name="csY89" fmla="*/ 222190 h 1282034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89" fmla="*/ 8547 w 8639993"/>
                  <a:gd name="csY89" fmla="*/ 222190 h 1282034"/>
                  <a:gd name="csX0" fmla="*/ 0 w 8639993"/>
                  <a:gd name="csY0" fmla="*/ 213645 h 1217614"/>
                  <a:gd name="csX1" fmla="*/ 470019 w 8639993"/>
                  <a:gd name="csY1" fmla="*/ 213645 h 1217614"/>
                  <a:gd name="csX2" fmla="*/ 632389 w 8639993"/>
                  <a:gd name="csY2" fmla="*/ 196554 h 1217614"/>
                  <a:gd name="csX3" fmla="*/ 717847 w 8639993"/>
                  <a:gd name="csY3" fmla="*/ 188008 h 1217614"/>
                  <a:gd name="csX4" fmla="*/ 803305 w 8639993"/>
                  <a:gd name="csY4" fmla="*/ 179462 h 1217614"/>
                  <a:gd name="csX5" fmla="*/ 1452785 w 8639993"/>
                  <a:gd name="csY5" fmla="*/ 162371 h 1217614"/>
                  <a:gd name="csX6" fmla="*/ 1546789 w 8639993"/>
                  <a:gd name="csY6" fmla="*/ 145279 h 1217614"/>
                  <a:gd name="csX7" fmla="*/ 1580972 w 8639993"/>
                  <a:gd name="csY7" fmla="*/ 136733 h 1217614"/>
                  <a:gd name="csX8" fmla="*/ 1615156 w 8639993"/>
                  <a:gd name="csY8" fmla="*/ 145279 h 1217614"/>
                  <a:gd name="csX9" fmla="*/ 1640793 w 8639993"/>
                  <a:gd name="csY9" fmla="*/ 162371 h 1217614"/>
                  <a:gd name="csX10" fmla="*/ 1700614 w 8639993"/>
                  <a:gd name="csY10" fmla="*/ 188008 h 1217614"/>
                  <a:gd name="csX11" fmla="*/ 1862984 w 8639993"/>
                  <a:gd name="csY11" fmla="*/ 205100 h 1217614"/>
                  <a:gd name="csX12" fmla="*/ 1922804 w 8639993"/>
                  <a:gd name="csY12" fmla="*/ 213645 h 1217614"/>
                  <a:gd name="csX13" fmla="*/ 1956987 w 8639993"/>
                  <a:gd name="csY13" fmla="*/ 222191 h 1217614"/>
                  <a:gd name="csX14" fmla="*/ 2076628 w 8639993"/>
                  <a:gd name="csY14" fmla="*/ 230737 h 1217614"/>
                  <a:gd name="csX15" fmla="*/ 2281728 w 8639993"/>
                  <a:gd name="csY15" fmla="*/ 222191 h 1217614"/>
                  <a:gd name="csX16" fmla="*/ 2444098 w 8639993"/>
                  <a:gd name="csY16" fmla="*/ 213645 h 1217614"/>
                  <a:gd name="csX17" fmla="*/ 2709017 w 8639993"/>
                  <a:gd name="csY17" fmla="*/ 222191 h 1217614"/>
                  <a:gd name="csX18" fmla="*/ 2820113 w 8639993"/>
                  <a:gd name="csY18" fmla="*/ 230737 h 1217614"/>
                  <a:gd name="csX19" fmla="*/ 3050849 w 8639993"/>
                  <a:gd name="csY19" fmla="*/ 213645 h 1217614"/>
                  <a:gd name="csX20" fmla="*/ 3085032 w 8639993"/>
                  <a:gd name="csY20" fmla="*/ 205100 h 1217614"/>
                  <a:gd name="csX21" fmla="*/ 3418318 w 8639993"/>
                  <a:gd name="csY21" fmla="*/ 188008 h 1217614"/>
                  <a:gd name="csX22" fmla="*/ 3512322 w 8639993"/>
                  <a:gd name="csY22" fmla="*/ 162371 h 1217614"/>
                  <a:gd name="csX23" fmla="*/ 3683238 w 8639993"/>
                  <a:gd name="csY23" fmla="*/ 170916 h 1217614"/>
                  <a:gd name="csX24" fmla="*/ 3717421 w 8639993"/>
                  <a:gd name="csY24" fmla="*/ 179462 h 1217614"/>
                  <a:gd name="csX25" fmla="*/ 3828516 w 8639993"/>
                  <a:gd name="csY25" fmla="*/ 205100 h 1217614"/>
                  <a:gd name="csX26" fmla="*/ 3999432 w 8639993"/>
                  <a:gd name="csY26" fmla="*/ 196554 h 1217614"/>
                  <a:gd name="csX27" fmla="*/ 4025070 w 8639993"/>
                  <a:gd name="csY27" fmla="*/ 188008 h 1217614"/>
                  <a:gd name="csX28" fmla="*/ 4076344 w 8639993"/>
                  <a:gd name="csY28" fmla="*/ 179462 h 1217614"/>
                  <a:gd name="csX29" fmla="*/ 4101982 w 8639993"/>
                  <a:gd name="csY29" fmla="*/ 170916 h 1217614"/>
                  <a:gd name="csX30" fmla="*/ 4153257 w 8639993"/>
                  <a:gd name="csY30" fmla="*/ 162371 h 1217614"/>
                  <a:gd name="csX31" fmla="*/ 4298535 w 8639993"/>
                  <a:gd name="csY31" fmla="*/ 145279 h 1217614"/>
                  <a:gd name="csX32" fmla="*/ 4469451 w 8639993"/>
                  <a:gd name="csY32" fmla="*/ 153825 h 1217614"/>
                  <a:gd name="csX33" fmla="*/ 4503634 w 8639993"/>
                  <a:gd name="csY33" fmla="*/ 162371 h 1217614"/>
                  <a:gd name="csX34" fmla="*/ 4546363 w 8639993"/>
                  <a:gd name="csY34" fmla="*/ 170916 h 1217614"/>
                  <a:gd name="csX35" fmla="*/ 4640367 w 8639993"/>
                  <a:gd name="csY35" fmla="*/ 179462 h 1217614"/>
                  <a:gd name="csX36" fmla="*/ 4666004 w 8639993"/>
                  <a:gd name="csY36" fmla="*/ 188008 h 1217614"/>
                  <a:gd name="csX37" fmla="*/ 4700187 w 8639993"/>
                  <a:gd name="csY37" fmla="*/ 205100 h 1217614"/>
                  <a:gd name="csX38" fmla="*/ 4734371 w 8639993"/>
                  <a:gd name="csY38" fmla="*/ 213645 h 1217614"/>
                  <a:gd name="csX39" fmla="*/ 4777100 w 8639993"/>
                  <a:gd name="csY39" fmla="*/ 230737 h 1217614"/>
                  <a:gd name="csX40" fmla="*/ 4862557 w 8639993"/>
                  <a:gd name="csY40" fmla="*/ 247829 h 1217614"/>
                  <a:gd name="csX41" fmla="*/ 4905286 w 8639993"/>
                  <a:gd name="csY41" fmla="*/ 256374 h 1217614"/>
                  <a:gd name="csX42" fmla="*/ 4948015 w 8639993"/>
                  <a:gd name="csY42" fmla="*/ 273466 h 1217614"/>
                  <a:gd name="csX43" fmla="*/ 5033473 w 8639993"/>
                  <a:gd name="csY43" fmla="*/ 290558 h 1217614"/>
                  <a:gd name="csX44" fmla="*/ 5153114 w 8639993"/>
                  <a:gd name="csY44" fmla="*/ 307649 h 1217614"/>
                  <a:gd name="csX45" fmla="*/ 5580404 w 8639993"/>
                  <a:gd name="csY45" fmla="*/ 299103 h 1217614"/>
                  <a:gd name="csX46" fmla="*/ 5640225 w 8639993"/>
                  <a:gd name="csY46" fmla="*/ 282012 h 1217614"/>
                  <a:gd name="csX47" fmla="*/ 5708591 w 8639993"/>
                  <a:gd name="csY47" fmla="*/ 264920 h 1217614"/>
                  <a:gd name="csX48" fmla="*/ 5776957 w 8639993"/>
                  <a:gd name="csY48" fmla="*/ 247829 h 1217614"/>
                  <a:gd name="csX49" fmla="*/ 5922236 w 8639993"/>
                  <a:gd name="csY49" fmla="*/ 230737 h 1217614"/>
                  <a:gd name="csX50" fmla="*/ 5990602 w 8639993"/>
                  <a:gd name="csY50" fmla="*/ 222191 h 1217614"/>
                  <a:gd name="csX51" fmla="*/ 6041877 w 8639993"/>
                  <a:gd name="csY51" fmla="*/ 188008 h 1217614"/>
                  <a:gd name="csX52" fmla="*/ 6076060 w 8639993"/>
                  <a:gd name="csY52" fmla="*/ 162371 h 1217614"/>
                  <a:gd name="csX53" fmla="*/ 6101698 w 8639993"/>
                  <a:gd name="csY53" fmla="*/ 136733 h 1217614"/>
                  <a:gd name="csX54" fmla="*/ 6161518 w 8639993"/>
                  <a:gd name="csY54" fmla="*/ 119642 h 1217614"/>
                  <a:gd name="csX55" fmla="*/ 6306797 w 8639993"/>
                  <a:gd name="csY55" fmla="*/ 136733 h 1217614"/>
                  <a:gd name="csX56" fmla="*/ 6332434 w 8639993"/>
                  <a:gd name="csY56" fmla="*/ 145279 h 1217614"/>
                  <a:gd name="csX57" fmla="*/ 6409346 w 8639993"/>
                  <a:gd name="csY57" fmla="*/ 162371 h 1217614"/>
                  <a:gd name="csX58" fmla="*/ 6460621 w 8639993"/>
                  <a:gd name="csY58" fmla="*/ 179462 h 1217614"/>
                  <a:gd name="csX59" fmla="*/ 6511896 w 8639993"/>
                  <a:gd name="csY59" fmla="*/ 188008 h 1217614"/>
                  <a:gd name="csX60" fmla="*/ 6631537 w 8639993"/>
                  <a:gd name="csY60" fmla="*/ 213645 h 1217614"/>
                  <a:gd name="csX61" fmla="*/ 6716995 w 8639993"/>
                  <a:gd name="csY61" fmla="*/ 222191 h 1217614"/>
                  <a:gd name="csX62" fmla="*/ 6759724 w 8639993"/>
                  <a:gd name="csY62" fmla="*/ 230737 h 1217614"/>
                  <a:gd name="csX63" fmla="*/ 7169922 w 8639993"/>
                  <a:gd name="csY63" fmla="*/ 247829 h 1217614"/>
                  <a:gd name="csX64" fmla="*/ 7187014 w 8639993"/>
                  <a:gd name="csY64" fmla="*/ 273466 h 1217614"/>
                  <a:gd name="csX65" fmla="*/ 7298109 w 8639993"/>
                  <a:gd name="csY65" fmla="*/ 247829 h 1217614"/>
                  <a:gd name="csX66" fmla="*/ 7323746 w 8639993"/>
                  <a:gd name="csY66" fmla="*/ 222191 h 1217614"/>
                  <a:gd name="csX67" fmla="*/ 7417750 w 8639993"/>
                  <a:gd name="csY67" fmla="*/ 102550 h 1217614"/>
                  <a:gd name="csX68" fmla="*/ 7469025 w 8639993"/>
                  <a:gd name="csY68" fmla="*/ 34184 h 1217614"/>
                  <a:gd name="csX69" fmla="*/ 7528845 w 8639993"/>
                  <a:gd name="csY69" fmla="*/ 0 h 1217614"/>
                  <a:gd name="csX70" fmla="*/ 7605757 w 8639993"/>
                  <a:gd name="csY70" fmla="*/ 42729 h 1217614"/>
                  <a:gd name="csX71" fmla="*/ 7631395 w 8639993"/>
                  <a:gd name="csY71" fmla="*/ 68367 h 1217614"/>
                  <a:gd name="csX72" fmla="*/ 7657032 w 8639993"/>
                  <a:gd name="csY72" fmla="*/ 85458 h 1217614"/>
                  <a:gd name="csX73" fmla="*/ 7682670 w 8639993"/>
                  <a:gd name="csY73" fmla="*/ 111096 h 1217614"/>
                  <a:gd name="csX74" fmla="*/ 7716853 w 8639993"/>
                  <a:gd name="csY74" fmla="*/ 136733 h 1217614"/>
                  <a:gd name="csX75" fmla="*/ 7742490 w 8639993"/>
                  <a:gd name="csY75" fmla="*/ 162371 h 1217614"/>
                  <a:gd name="csX76" fmla="*/ 7802311 w 8639993"/>
                  <a:gd name="csY76" fmla="*/ 205100 h 1217614"/>
                  <a:gd name="csX77" fmla="*/ 7827948 w 8639993"/>
                  <a:gd name="csY77" fmla="*/ 239283 h 1217614"/>
                  <a:gd name="csX78" fmla="*/ 7853585 w 8639993"/>
                  <a:gd name="csY78" fmla="*/ 256374 h 1217614"/>
                  <a:gd name="csX79" fmla="*/ 7887769 w 8639993"/>
                  <a:gd name="csY79" fmla="*/ 290558 h 1217614"/>
                  <a:gd name="csX80" fmla="*/ 7921952 w 8639993"/>
                  <a:gd name="csY80" fmla="*/ 299103 h 1217614"/>
                  <a:gd name="csX81" fmla="*/ 7964681 w 8639993"/>
                  <a:gd name="csY81" fmla="*/ 316195 h 1217614"/>
                  <a:gd name="csX82" fmla="*/ 8109959 w 8639993"/>
                  <a:gd name="csY82" fmla="*/ 299103 h 1217614"/>
                  <a:gd name="csX83" fmla="*/ 8161234 w 8639993"/>
                  <a:gd name="csY83" fmla="*/ 282012 h 1217614"/>
                  <a:gd name="csX84" fmla="*/ 8323604 w 8639993"/>
                  <a:gd name="csY84" fmla="*/ 290558 h 1217614"/>
                  <a:gd name="csX85" fmla="*/ 8485974 w 8639993"/>
                  <a:gd name="csY85" fmla="*/ 282012 h 1217614"/>
                  <a:gd name="csX86" fmla="*/ 8622707 w 8639993"/>
                  <a:gd name="csY86" fmla="*/ 282012 h 1217614"/>
                  <a:gd name="csX87" fmla="*/ 8639799 w 8639993"/>
                  <a:gd name="csY87" fmla="*/ 1213503 h 1217614"/>
                  <a:gd name="csX88" fmla="*/ 8547 w 8639993"/>
                  <a:gd name="csY88" fmla="*/ 1213504 h 1217614"/>
                  <a:gd name="csX89" fmla="*/ 8547 w 8639993"/>
                  <a:gd name="csY89" fmla="*/ 222190 h 1217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8639993" h="1217614">
                    <a:moveTo>
                      <a:pt x="0" y="213645"/>
                    </a:moveTo>
                    <a:cubicBezTo>
                      <a:pt x="197557" y="233401"/>
                      <a:pt x="126185" y="229762"/>
                      <a:pt x="470019" y="213645"/>
                    </a:cubicBezTo>
                    <a:cubicBezTo>
                      <a:pt x="524382" y="211097"/>
                      <a:pt x="578256" y="202154"/>
                      <a:pt x="632389" y="196554"/>
                    </a:cubicBezTo>
                    <a:lnTo>
                      <a:pt x="717847" y="188008"/>
                    </a:lnTo>
                    <a:cubicBezTo>
                      <a:pt x="746333" y="185159"/>
                      <a:pt x="774706" y="180762"/>
                      <a:pt x="803305" y="179462"/>
                    </a:cubicBezTo>
                    <a:cubicBezTo>
                      <a:pt x="1145005" y="163930"/>
                      <a:pt x="928590" y="172077"/>
                      <a:pt x="1452785" y="162371"/>
                    </a:cubicBezTo>
                    <a:cubicBezTo>
                      <a:pt x="1489891" y="156187"/>
                      <a:pt x="1510957" y="153242"/>
                      <a:pt x="1546789" y="145279"/>
                    </a:cubicBezTo>
                    <a:cubicBezTo>
                      <a:pt x="1558254" y="142731"/>
                      <a:pt x="1569578" y="139582"/>
                      <a:pt x="1580972" y="136733"/>
                    </a:cubicBezTo>
                    <a:cubicBezTo>
                      <a:pt x="1592367" y="139582"/>
                      <a:pt x="1604360" y="140652"/>
                      <a:pt x="1615156" y="145279"/>
                    </a:cubicBezTo>
                    <a:cubicBezTo>
                      <a:pt x="1624596" y="149325"/>
                      <a:pt x="1631876" y="157275"/>
                      <a:pt x="1640793" y="162371"/>
                    </a:cubicBezTo>
                    <a:cubicBezTo>
                      <a:pt x="1663580" y="175392"/>
                      <a:pt x="1676646" y="181160"/>
                      <a:pt x="1700614" y="188008"/>
                    </a:cubicBezTo>
                    <a:cubicBezTo>
                      <a:pt x="1763996" y="206118"/>
                      <a:pt x="1768093" y="198774"/>
                      <a:pt x="1862984" y="205100"/>
                    </a:cubicBezTo>
                    <a:cubicBezTo>
                      <a:pt x="1882924" y="207948"/>
                      <a:pt x="1902986" y="210042"/>
                      <a:pt x="1922804" y="213645"/>
                    </a:cubicBezTo>
                    <a:cubicBezTo>
                      <a:pt x="1934360" y="215746"/>
                      <a:pt x="1945314" y="220894"/>
                      <a:pt x="1956987" y="222191"/>
                    </a:cubicBezTo>
                    <a:cubicBezTo>
                      <a:pt x="1996724" y="226606"/>
                      <a:pt x="2036748" y="227888"/>
                      <a:pt x="2076628" y="230737"/>
                    </a:cubicBezTo>
                    <a:lnTo>
                      <a:pt x="2281728" y="222191"/>
                    </a:lnTo>
                    <a:cubicBezTo>
                      <a:pt x="2335868" y="219673"/>
                      <a:pt x="2389900" y="213645"/>
                      <a:pt x="2444098" y="213645"/>
                    </a:cubicBezTo>
                    <a:cubicBezTo>
                      <a:pt x="2532450" y="213645"/>
                      <a:pt x="2620711" y="219342"/>
                      <a:pt x="2709017" y="222191"/>
                    </a:cubicBezTo>
                    <a:cubicBezTo>
                      <a:pt x="2746049" y="225040"/>
                      <a:pt x="2782972" y="230737"/>
                      <a:pt x="2820113" y="230737"/>
                    </a:cubicBezTo>
                    <a:cubicBezTo>
                      <a:pt x="2909903" y="230737"/>
                      <a:pt x="2967999" y="222851"/>
                      <a:pt x="3050849" y="213645"/>
                    </a:cubicBezTo>
                    <a:cubicBezTo>
                      <a:pt x="3062243" y="210797"/>
                      <a:pt x="3073447" y="207031"/>
                      <a:pt x="3085032" y="205100"/>
                    </a:cubicBezTo>
                    <a:cubicBezTo>
                      <a:pt x="3192705" y="187155"/>
                      <a:pt x="3316504" y="191292"/>
                      <a:pt x="3418318" y="188008"/>
                    </a:cubicBezTo>
                    <a:cubicBezTo>
                      <a:pt x="3495424" y="168731"/>
                      <a:pt x="3464400" y="178344"/>
                      <a:pt x="3512322" y="162371"/>
                    </a:cubicBezTo>
                    <a:cubicBezTo>
                      <a:pt x="3569294" y="165219"/>
                      <a:pt x="3626392" y="166179"/>
                      <a:pt x="3683238" y="170916"/>
                    </a:cubicBezTo>
                    <a:cubicBezTo>
                      <a:pt x="3694942" y="171891"/>
                      <a:pt x="3705937" y="177001"/>
                      <a:pt x="3717421" y="179462"/>
                    </a:cubicBezTo>
                    <a:cubicBezTo>
                      <a:pt x="3823027" y="202092"/>
                      <a:pt x="3771811" y="186198"/>
                      <a:pt x="3828516" y="205100"/>
                    </a:cubicBezTo>
                    <a:cubicBezTo>
                      <a:pt x="3885488" y="202251"/>
                      <a:pt x="3942603" y="201496"/>
                      <a:pt x="3999432" y="196554"/>
                    </a:cubicBezTo>
                    <a:cubicBezTo>
                      <a:pt x="4008406" y="195774"/>
                      <a:pt x="4016276" y="189962"/>
                      <a:pt x="4025070" y="188008"/>
                    </a:cubicBezTo>
                    <a:cubicBezTo>
                      <a:pt x="4041984" y="184249"/>
                      <a:pt x="4059430" y="183221"/>
                      <a:pt x="4076344" y="179462"/>
                    </a:cubicBezTo>
                    <a:cubicBezTo>
                      <a:pt x="4085138" y="177508"/>
                      <a:pt x="4093188" y="172870"/>
                      <a:pt x="4101982" y="170916"/>
                    </a:cubicBezTo>
                    <a:cubicBezTo>
                      <a:pt x="4118897" y="167157"/>
                      <a:pt x="4136131" y="165006"/>
                      <a:pt x="4153257" y="162371"/>
                    </a:cubicBezTo>
                    <a:cubicBezTo>
                      <a:pt x="4223439" y="151574"/>
                      <a:pt x="4218587" y="153274"/>
                      <a:pt x="4298535" y="145279"/>
                    </a:cubicBezTo>
                    <a:cubicBezTo>
                      <a:pt x="4355507" y="148128"/>
                      <a:pt x="4412605" y="149088"/>
                      <a:pt x="4469451" y="153825"/>
                    </a:cubicBezTo>
                    <a:cubicBezTo>
                      <a:pt x="4481155" y="154800"/>
                      <a:pt x="4492169" y="159823"/>
                      <a:pt x="4503634" y="162371"/>
                    </a:cubicBezTo>
                    <a:cubicBezTo>
                      <a:pt x="4517813" y="165522"/>
                      <a:pt x="4531950" y="169114"/>
                      <a:pt x="4546363" y="170916"/>
                    </a:cubicBezTo>
                    <a:cubicBezTo>
                      <a:pt x="4577584" y="174818"/>
                      <a:pt x="4609032" y="176613"/>
                      <a:pt x="4640367" y="179462"/>
                    </a:cubicBezTo>
                    <a:cubicBezTo>
                      <a:pt x="4648913" y="182311"/>
                      <a:pt x="4657724" y="184459"/>
                      <a:pt x="4666004" y="188008"/>
                    </a:cubicBezTo>
                    <a:cubicBezTo>
                      <a:pt x="4677713" y="193026"/>
                      <a:pt x="4688259" y="200627"/>
                      <a:pt x="4700187" y="205100"/>
                    </a:cubicBezTo>
                    <a:cubicBezTo>
                      <a:pt x="4711184" y="209224"/>
                      <a:pt x="4723228" y="209931"/>
                      <a:pt x="4734371" y="213645"/>
                    </a:cubicBezTo>
                    <a:cubicBezTo>
                      <a:pt x="4748924" y="218496"/>
                      <a:pt x="4762278" y="226784"/>
                      <a:pt x="4777100" y="230737"/>
                    </a:cubicBezTo>
                    <a:cubicBezTo>
                      <a:pt x="4805169" y="238222"/>
                      <a:pt x="4834071" y="242132"/>
                      <a:pt x="4862557" y="247829"/>
                    </a:cubicBezTo>
                    <a:lnTo>
                      <a:pt x="4905286" y="256374"/>
                    </a:lnTo>
                    <a:cubicBezTo>
                      <a:pt x="4919529" y="262071"/>
                      <a:pt x="4933193" y="269513"/>
                      <a:pt x="4948015" y="273466"/>
                    </a:cubicBezTo>
                    <a:cubicBezTo>
                      <a:pt x="4976084" y="280951"/>
                      <a:pt x="5004987" y="284861"/>
                      <a:pt x="5033473" y="290558"/>
                    </a:cubicBezTo>
                    <a:cubicBezTo>
                      <a:pt x="5101484" y="304160"/>
                      <a:pt x="5061787" y="297501"/>
                      <a:pt x="5153114" y="307649"/>
                    </a:cubicBezTo>
                    <a:cubicBezTo>
                      <a:pt x="5295544" y="304800"/>
                      <a:pt x="5438142" y="306590"/>
                      <a:pt x="5580404" y="299103"/>
                    </a:cubicBezTo>
                    <a:cubicBezTo>
                      <a:pt x="5601114" y="298013"/>
                      <a:pt x="5620187" y="287355"/>
                      <a:pt x="5640225" y="282012"/>
                    </a:cubicBezTo>
                    <a:cubicBezTo>
                      <a:pt x="5662922" y="275960"/>
                      <a:pt x="5685802" y="270617"/>
                      <a:pt x="5708591" y="264920"/>
                    </a:cubicBezTo>
                    <a:cubicBezTo>
                      <a:pt x="5708617" y="264913"/>
                      <a:pt x="5776930" y="247834"/>
                      <a:pt x="5776957" y="247829"/>
                    </a:cubicBezTo>
                    <a:cubicBezTo>
                      <a:pt x="5861581" y="230904"/>
                      <a:pt x="5785707" y="244390"/>
                      <a:pt x="5922236" y="230737"/>
                    </a:cubicBezTo>
                    <a:cubicBezTo>
                      <a:pt x="5945088" y="228452"/>
                      <a:pt x="5967813" y="225040"/>
                      <a:pt x="5990602" y="222191"/>
                    </a:cubicBezTo>
                    <a:cubicBezTo>
                      <a:pt x="6034212" y="207654"/>
                      <a:pt x="6001141" y="222925"/>
                      <a:pt x="6041877" y="188008"/>
                    </a:cubicBezTo>
                    <a:cubicBezTo>
                      <a:pt x="6052691" y="178739"/>
                      <a:pt x="6065246" y="171640"/>
                      <a:pt x="6076060" y="162371"/>
                    </a:cubicBezTo>
                    <a:cubicBezTo>
                      <a:pt x="6085236" y="154506"/>
                      <a:pt x="6091642" y="143437"/>
                      <a:pt x="6101698" y="136733"/>
                    </a:cubicBezTo>
                    <a:cubicBezTo>
                      <a:pt x="6109056" y="131827"/>
                      <a:pt x="6156956" y="120782"/>
                      <a:pt x="6161518" y="119642"/>
                    </a:cubicBezTo>
                    <a:cubicBezTo>
                      <a:pt x="6224443" y="124885"/>
                      <a:pt x="6253341" y="123369"/>
                      <a:pt x="6306797" y="136733"/>
                    </a:cubicBezTo>
                    <a:cubicBezTo>
                      <a:pt x="6315536" y="138918"/>
                      <a:pt x="6323695" y="143094"/>
                      <a:pt x="6332434" y="145279"/>
                    </a:cubicBezTo>
                    <a:cubicBezTo>
                      <a:pt x="6381241" y="157481"/>
                      <a:pt x="6365470" y="149208"/>
                      <a:pt x="6409346" y="162371"/>
                    </a:cubicBezTo>
                    <a:cubicBezTo>
                      <a:pt x="6426602" y="167548"/>
                      <a:pt x="6442850" y="176500"/>
                      <a:pt x="6460621" y="179462"/>
                    </a:cubicBezTo>
                    <a:cubicBezTo>
                      <a:pt x="6477713" y="182311"/>
                      <a:pt x="6494953" y="184377"/>
                      <a:pt x="6511896" y="188008"/>
                    </a:cubicBezTo>
                    <a:cubicBezTo>
                      <a:pt x="6584062" y="203472"/>
                      <a:pt x="6566689" y="205539"/>
                      <a:pt x="6631537" y="213645"/>
                    </a:cubicBezTo>
                    <a:cubicBezTo>
                      <a:pt x="6659944" y="217196"/>
                      <a:pt x="6688618" y="218407"/>
                      <a:pt x="6716995" y="222191"/>
                    </a:cubicBezTo>
                    <a:cubicBezTo>
                      <a:pt x="6731393" y="224111"/>
                      <a:pt x="6745242" y="229623"/>
                      <a:pt x="6759724" y="230737"/>
                    </a:cubicBezTo>
                    <a:cubicBezTo>
                      <a:pt x="6827733" y="235969"/>
                      <a:pt x="7121369" y="246031"/>
                      <a:pt x="7169922" y="247829"/>
                    </a:cubicBezTo>
                    <a:cubicBezTo>
                      <a:pt x="7175619" y="256375"/>
                      <a:pt x="7176883" y="271778"/>
                      <a:pt x="7187014" y="273466"/>
                    </a:cubicBezTo>
                    <a:cubicBezTo>
                      <a:pt x="7234196" y="281329"/>
                      <a:pt x="7266049" y="274545"/>
                      <a:pt x="7298109" y="247829"/>
                    </a:cubicBezTo>
                    <a:cubicBezTo>
                      <a:pt x="7307393" y="240092"/>
                      <a:pt x="7315939" y="231417"/>
                      <a:pt x="7323746" y="222191"/>
                    </a:cubicBezTo>
                    <a:cubicBezTo>
                      <a:pt x="7366251" y="171957"/>
                      <a:pt x="7383796" y="147822"/>
                      <a:pt x="7417750" y="102550"/>
                    </a:cubicBezTo>
                    <a:cubicBezTo>
                      <a:pt x="7417752" y="102547"/>
                      <a:pt x="7469022" y="34186"/>
                      <a:pt x="7469025" y="34184"/>
                    </a:cubicBezTo>
                    <a:cubicBezTo>
                      <a:pt x="7505262" y="10025"/>
                      <a:pt x="7485476" y="21685"/>
                      <a:pt x="7528845" y="0"/>
                    </a:cubicBezTo>
                    <a:cubicBezTo>
                      <a:pt x="7561084" y="10746"/>
                      <a:pt x="7576372" y="13344"/>
                      <a:pt x="7605757" y="42729"/>
                    </a:cubicBezTo>
                    <a:cubicBezTo>
                      <a:pt x="7614303" y="51275"/>
                      <a:pt x="7622110" y="60630"/>
                      <a:pt x="7631395" y="68367"/>
                    </a:cubicBezTo>
                    <a:cubicBezTo>
                      <a:pt x="7639285" y="74942"/>
                      <a:pt x="7649142" y="78883"/>
                      <a:pt x="7657032" y="85458"/>
                    </a:cubicBezTo>
                    <a:cubicBezTo>
                      <a:pt x="7666317" y="93195"/>
                      <a:pt x="7673494" y="103231"/>
                      <a:pt x="7682670" y="111096"/>
                    </a:cubicBezTo>
                    <a:cubicBezTo>
                      <a:pt x="7693484" y="120365"/>
                      <a:pt x="7706039" y="127464"/>
                      <a:pt x="7716853" y="136733"/>
                    </a:cubicBezTo>
                    <a:cubicBezTo>
                      <a:pt x="7726029" y="144598"/>
                      <a:pt x="7733206" y="154634"/>
                      <a:pt x="7742490" y="162371"/>
                    </a:cubicBezTo>
                    <a:cubicBezTo>
                      <a:pt x="7771616" y="186643"/>
                      <a:pt x="7771509" y="174297"/>
                      <a:pt x="7802311" y="205100"/>
                    </a:cubicBezTo>
                    <a:cubicBezTo>
                      <a:pt x="7812382" y="215171"/>
                      <a:pt x="7817877" y="229212"/>
                      <a:pt x="7827948" y="239283"/>
                    </a:cubicBezTo>
                    <a:cubicBezTo>
                      <a:pt x="7835210" y="246545"/>
                      <a:pt x="7845787" y="249690"/>
                      <a:pt x="7853585" y="256374"/>
                    </a:cubicBezTo>
                    <a:cubicBezTo>
                      <a:pt x="7865820" y="266861"/>
                      <a:pt x="7874104" y="282017"/>
                      <a:pt x="7887769" y="290558"/>
                    </a:cubicBezTo>
                    <a:cubicBezTo>
                      <a:pt x="7897729" y="296783"/>
                      <a:pt x="7910810" y="295389"/>
                      <a:pt x="7921952" y="299103"/>
                    </a:cubicBezTo>
                    <a:cubicBezTo>
                      <a:pt x="7936505" y="303954"/>
                      <a:pt x="7950438" y="310498"/>
                      <a:pt x="7964681" y="316195"/>
                    </a:cubicBezTo>
                    <a:cubicBezTo>
                      <a:pt x="8037729" y="310576"/>
                      <a:pt x="8055478" y="315447"/>
                      <a:pt x="8109959" y="299103"/>
                    </a:cubicBezTo>
                    <a:cubicBezTo>
                      <a:pt x="8127215" y="293926"/>
                      <a:pt x="8161234" y="282012"/>
                      <a:pt x="8161234" y="282012"/>
                    </a:cubicBezTo>
                    <a:cubicBezTo>
                      <a:pt x="8215357" y="284861"/>
                      <a:pt x="8269406" y="290558"/>
                      <a:pt x="8323604" y="290558"/>
                    </a:cubicBezTo>
                    <a:cubicBezTo>
                      <a:pt x="8377802" y="290558"/>
                      <a:pt x="8431798" y="283560"/>
                      <a:pt x="8485974" y="282012"/>
                    </a:cubicBezTo>
                    <a:cubicBezTo>
                      <a:pt x="8531533" y="280710"/>
                      <a:pt x="8577129" y="282012"/>
                      <a:pt x="8622707" y="282012"/>
                    </a:cubicBezTo>
                    <a:cubicBezTo>
                      <a:pt x="8646920" y="283436"/>
                      <a:pt x="8638019" y="1211723"/>
                      <a:pt x="8639799" y="1213503"/>
                    </a:cubicBezTo>
                    <a:cubicBezTo>
                      <a:pt x="7949014" y="1220624"/>
                      <a:pt x="10327" y="1217065"/>
                      <a:pt x="8547" y="1213504"/>
                    </a:cubicBezTo>
                    <a:cubicBezTo>
                      <a:pt x="8548" y="799032"/>
                      <a:pt x="4986" y="227532"/>
                      <a:pt x="8547" y="222190"/>
                    </a:cubicBezTo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6000">
                    <a:srgbClr val="D4D4D4">
                      <a:alpha val="59000"/>
                    </a:srgbClr>
                  </a:gs>
                  <a:gs pos="100000">
                    <a:schemeClr val="bg1">
                      <a:lumMod val="5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C52EB7-CE08-C3B5-CA17-C07C327910D1}"/>
                </a:ext>
              </a:extLst>
            </p:cNvPr>
            <p:cNvSpPr txBox="1"/>
            <p:nvPr/>
          </p:nvSpPr>
          <p:spPr>
            <a:xfrm>
              <a:off x="324016" y="2312565"/>
              <a:ext cx="314291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Benthoniet</a:t>
              </a:r>
              <a:r>
                <a:rPr lang="en-US" dirty="0"/>
                <a:t> </a:t>
              </a:r>
              <a:r>
                <a:rPr lang="en-US" dirty="0" err="1"/>
                <a:t>versproeien</a:t>
              </a:r>
              <a:r>
                <a:rPr lang="en-US" dirty="0"/>
                <a:t> </a:t>
              </a:r>
              <a:r>
                <a:rPr lang="en-US" dirty="0" err="1"/>
                <a:t>boven</a:t>
              </a:r>
              <a:endParaRPr lang="en-US" dirty="0"/>
            </a:p>
            <a:p>
              <a:r>
                <a:rPr lang="en-US" dirty="0" err="1"/>
                <a:t>Sliblaag</a:t>
              </a:r>
              <a:r>
                <a:rPr lang="en-US" dirty="0"/>
                <a:t> (</a:t>
              </a:r>
              <a:r>
                <a:rPr lang="en-US" dirty="0" err="1"/>
                <a:t>kan</a:t>
              </a:r>
              <a:r>
                <a:rPr lang="en-US" dirty="0"/>
                <a:t> </a:t>
              </a:r>
              <a:r>
                <a:rPr lang="en-US" dirty="0" err="1"/>
                <a:t>niet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r>
                <a:rPr lang="en-US" dirty="0"/>
                <a:t>)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A72A6D9-7440-B369-93F0-377AB4EEA89F}"/>
                </a:ext>
              </a:extLst>
            </p:cNvPr>
            <p:cNvSpPr txBox="1"/>
            <p:nvPr/>
          </p:nvSpPr>
          <p:spPr>
            <a:xfrm>
              <a:off x="4932050" y="2359671"/>
              <a:ext cx="336508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Zand-</a:t>
              </a:r>
              <a:r>
                <a:rPr lang="en-US" dirty="0" err="1"/>
                <a:t>benthoniet</a:t>
              </a:r>
              <a:r>
                <a:rPr lang="en-US" dirty="0"/>
                <a:t> </a:t>
              </a:r>
              <a:r>
                <a:rPr lang="en-US" dirty="0" err="1"/>
                <a:t>verspreiden</a:t>
              </a:r>
              <a:r>
                <a:rPr lang="en-US" dirty="0"/>
                <a:t> op</a:t>
              </a:r>
            </a:p>
            <a:p>
              <a:r>
                <a:rPr lang="en-US" dirty="0" err="1"/>
                <a:t>sliblaag</a:t>
              </a:r>
              <a:r>
                <a:rPr lang="en-US" dirty="0"/>
                <a:t> (</a:t>
              </a:r>
              <a:r>
                <a:rPr lang="en-US" dirty="0" err="1"/>
                <a:t>kan</a:t>
              </a:r>
              <a:r>
                <a:rPr lang="en-US" dirty="0"/>
                <a:t> </a:t>
              </a:r>
              <a:r>
                <a:rPr lang="en-US" dirty="0" err="1"/>
                <a:t>ook</a:t>
              </a:r>
              <a:r>
                <a:rPr lang="en-US" dirty="0"/>
                <a:t> </a:t>
              </a:r>
              <a:r>
                <a:rPr lang="en-US" dirty="0" err="1"/>
                <a:t>niet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r>
                <a:rPr lang="en-US" dirty="0"/>
                <a:t>)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BB2D738-A451-F8E2-5313-2494CCE81E41}"/>
                </a:ext>
              </a:extLst>
            </p:cNvPr>
            <p:cNvSpPr/>
            <p:nvPr/>
          </p:nvSpPr>
          <p:spPr>
            <a:xfrm>
              <a:off x="1876139" y="6202"/>
              <a:ext cx="222991" cy="3771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31678E2A-11D7-9790-5745-37D103A3261B}"/>
                </a:ext>
              </a:extLst>
            </p:cNvPr>
            <p:cNvSpPr/>
            <p:nvPr/>
          </p:nvSpPr>
          <p:spPr>
            <a:xfrm>
              <a:off x="536755" y="207537"/>
              <a:ext cx="1461222" cy="779051"/>
            </a:xfrm>
            <a:custGeom>
              <a:avLst/>
              <a:gdLst>
                <a:gd name="csX0" fmla="*/ 1350236 w 1350236"/>
                <a:gd name="csY0" fmla="*/ 145278 h 777667"/>
                <a:gd name="csX1" fmla="*/ 1239141 w 1350236"/>
                <a:gd name="csY1" fmla="*/ 487110 h 777667"/>
                <a:gd name="csX2" fmla="*/ 922946 w 1350236"/>
                <a:gd name="csY2" fmla="*/ 581114 h 777667"/>
                <a:gd name="csX3" fmla="*/ 675118 w 1350236"/>
                <a:gd name="csY3" fmla="*/ 478564 h 777667"/>
                <a:gd name="csX4" fmla="*/ 640935 w 1350236"/>
                <a:gd name="csY4" fmla="*/ 282011 h 777667"/>
                <a:gd name="csX5" fmla="*/ 769122 w 1350236"/>
                <a:gd name="csY5" fmla="*/ 273465 h 777667"/>
                <a:gd name="csX6" fmla="*/ 863126 w 1350236"/>
                <a:gd name="csY6" fmla="*/ 307648 h 777667"/>
                <a:gd name="csX7" fmla="*/ 957129 w 1350236"/>
                <a:gd name="csY7" fmla="*/ 145278 h 777667"/>
                <a:gd name="csX8" fmla="*/ 623843 w 1350236"/>
                <a:gd name="csY8" fmla="*/ 0 h 777667"/>
                <a:gd name="csX9" fmla="*/ 213645 w 1350236"/>
                <a:gd name="csY9" fmla="*/ 59820 h 777667"/>
                <a:gd name="csX10" fmla="*/ 94004 w 1350236"/>
                <a:gd name="csY10" fmla="*/ 401652 h 777667"/>
                <a:gd name="csX11" fmla="*/ 0 w 1350236"/>
                <a:gd name="csY11" fmla="*/ 777667 h 777667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6010"/>
                <a:gd name="csY0" fmla="*/ 151385 h 783774"/>
                <a:gd name="csX1" fmla="*/ 1346988 w 1356010"/>
                <a:gd name="csY1" fmla="*/ 151385 h 783774"/>
                <a:gd name="csX2" fmla="*/ 1239141 w 1356010"/>
                <a:gd name="csY2" fmla="*/ 493217 h 783774"/>
                <a:gd name="csX3" fmla="*/ 922946 w 1356010"/>
                <a:gd name="csY3" fmla="*/ 587221 h 783774"/>
                <a:gd name="csX4" fmla="*/ 675118 w 1356010"/>
                <a:gd name="csY4" fmla="*/ 484671 h 783774"/>
                <a:gd name="csX5" fmla="*/ 640935 w 1356010"/>
                <a:gd name="csY5" fmla="*/ 288118 h 783774"/>
                <a:gd name="csX6" fmla="*/ 769122 w 1356010"/>
                <a:gd name="csY6" fmla="*/ 279572 h 783774"/>
                <a:gd name="csX7" fmla="*/ 863126 w 1356010"/>
                <a:gd name="csY7" fmla="*/ 313755 h 783774"/>
                <a:gd name="csX8" fmla="*/ 957129 w 1356010"/>
                <a:gd name="csY8" fmla="*/ 151385 h 783774"/>
                <a:gd name="csX9" fmla="*/ 623843 w 1356010"/>
                <a:gd name="csY9" fmla="*/ 6107 h 783774"/>
                <a:gd name="csX10" fmla="*/ 213645 w 1356010"/>
                <a:gd name="csY10" fmla="*/ 65927 h 783774"/>
                <a:gd name="csX11" fmla="*/ 94004 w 1356010"/>
                <a:gd name="csY11" fmla="*/ 407759 h 783774"/>
                <a:gd name="csX12" fmla="*/ 0 w 1356010"/>
                <a:gd name="csY12" fmla="*/ 783774 h 783774"/>
                <a:gd name="csX0" fmla="*/ 1350236 w 1350236"/>
                <a:gd name="csY0" fmla="*/ 151385 h 783774"/>
                <a:gd name="csX1" fmla="*/ 1252984 w 1350236"/>
                <a:gd name="csY1" fmla="*/ 271026 h 783774"/>
                <a:gd name="csX2" fmla="*/ 1239141 w 1350236"/>
                <a:gd name="csY2" fmla="*/ 493217 h 783774"/>
                <a:gd name="csX3" fmla="*/ 922946 w 1350236"/>
                <a:gd name="csY3" fmla="*/ 587221 h 783774"/>
                <a:gd name="csX4" fmla="*/ 675118 w 1350236"/>
                <a:gd name="csY4" fmla="*/ 484671 h 783774"/>
                <a:gd name="csX5" fmla="*/ 640935 w 1350236"/>
                <a:gd name="csY5" fmla="*/ 288118 h 783774"/>
                <a:gd name="csX6" fmla="*/ 769122 w 1350236"/>
                <a:gd name="csY6" fmla="*/ 279572 h 783774"/>
                <a:gd name="csX7" fmla="*/ 863126 w 1350236"/>
                <a:gd name="csY7" fmla="*/ 313755 h 783774"/>
                <a:gd name="csX8" fmla="*/ 957129 w 1350236"/>
                <a:gd name="csY8" fmla="*/ 151385 h 783774"/>
                <a:gd name="csX9" fmla="*/ 623843 w 1350236"/>
                <a:gd name="csY9" fmla="*/ 6107 h 783774"/>
                <a:gd name="csX10" fmla="*/ 213645 w 1350236"/>
                <a:gd name="csY10" fmla="*/ 65927 h 783774"/>
                <a:gd name="csX11" fmla="*/ 94004 w 1350236"/>
                <a:gd name="csY11" fmla="*/ 407759 h 783774"/>
                <a:gd name="csX12" fmla="*/ 0 w 1350236"/>
                <a:gd name="csY12" fmla="*/ 783774 h 783774"/>
                <a:gd name="csX0" fmla="*/ 1435694 w 1435694"/>
                <a:gd name="csY0" fmla="*/ 151385 h 783774"/>
                <a:gd name="csX1" fmla="*/ 1252984 w 1435694"/>
                <a:gd name="csY1" fmla="*/ 271026 h 783774"/>
                <a:gd name="csX2" fmla="*/ 1239141 w 1435694"/>
                <a:gd name="csY2" fmla="*/ 493217 h 783774"/>
                <a:gd name="csX3" fmla="*/ 922946 w 1435694"/>
                <a:gd name="csY3" fmla="*/ 587221 h 783774"/>
                <a:gd name="csX4" fmla="*/ 675118 w 1435694"/>
                <a:gd name="csY4" fmla="*/ 484671 h 783774"/>
                <a:gd name="csX5" fmla="*/ 640935 w 1435694"/>
                <a:gd name="csY5" fmla="*/ 288118 h 783774"/>
                <a:gd name="csX6" fmla="*/ 769122 w 1435694"/>
                <a:gd name="csY6" fmla="*/ 279572 h 783774"/>
                <a:gd name="csX7" fmla="*/ 863126 w 1435694"/>
                <a:gd name="csY7" fmla="*/ 313755 h 783774"/>
                <a:gd name="csX8" fmla="*/ 957129 w 1435694"/>
                <a:gd name="csY8" fmla="*/ 151385 h 783774"/>
                <a:gd name="csX9" fmla="*/ 623843 w 1435694"/>
                <a:gd name="csY9" fmla="*/ 6107 h 783774"/>
                <a:gd name="csX10" fmla="*/ 213645 w 1435694"/>
                <a:gd name="csY10" fmla="*/ 65927 h 783774"/>
                <a:gd name="csX11" fmla="*/ 94004 w 1435694"/>
                <a:gd name="csY11" fmla="*/ 407759 h 783774"/>
                <a:gd name="csX12" fmla="*/ 0 w 1435694"/>
                <a:gd name="csY12" fmla="*/ 783774 h 783774"/>
                <a:gd name="csX0" fmla="*/ 1435694 w 1448715"/>
                <a:gd name="csY0" fmla="*/ 151385 h 783774"/>
                <a:gd name="csX1" fmla="*/ 1435033 w 1448715"/>
                <a:gd name="csY1" fmla="*/ 149399 h 783774"/>
                <a:gd name="csX2" fmla="*/ 1252984 w 1448715"/>
                <a:gd name="csY2" fmla="*/ 271026 h 783774"/>
                <a:gd name="csX3" fmla="*/ 1239141 w 1448715"/>
                <a:gd name="csY3" fmla="*/ 493217 h 783774"/>
                <a:gd name="csX4" fmla="*/ 922946 w 1448715"/>
                <a:gd name="csY4" fmla="*/ 587221 h 783774"/>
                <a:gd name="csX5" fmla="*/ 675118 w 1448715"/>
                <a:gd name="csY5" fmla="*/ 484671 h 783774"/>
                <a:gd name="csX6" fmla="*/ 640935 w 1448715"/>
                <a:gd name="csY6" fmla="*/ 288118 h 783774"/>
                <a:gd name="csX7" fmla="*/ 769122 w 1448715"/>
                <a:gd name="csY7" fmla="*/ 279572 h 783774"/>
                <a:gd name="csX8" fmla="*/ 863126 w 1448715"/>
                <a:gd name="csY8" fmla="*/ 313755 h 783774"/>
                <a:gd name="csX9" fmla="*/ 957129 w 1448715"/>
                <a:gd name="csY9" fmla="*/ 151385 h 783774"/>
                <a:gd name="csX10" fmla="*/ 623843 w 1448715"/>
                <a:gd name="csY10" fmla="*/ 6107 h 783774"/>
                <a:gd name="csX11" fmla="*/ 213645 w 1448715"/>
                <a:gd name="csY11" fmla="*/ 65927 h 783774"/>
                <a:gd name="csX12" fmla="*/ 94004 w 1448715"/>
                <a:gd name="csY12" fmla="*/ 407759 h 783774"/>
                <a:gd name="csX13" fmla="*/ 0 w 1448715"/>
                <a:gd name="csY13" fmla="*/ 783774 h 783774"/>
                <a:gd name="csX0" fmla="*/ 1435694 w 1435694"/>
                <a:gd name="csY0" fmla="*/ 151385 h 783774"/>
                <a:gd name="csX1" fmla="*/ 1370865 w 1435694"/>
                <a:gd name="csY1" fmla="*/ 277736 h 783774"/>
                <a:gd name="csX2" fmla="*/ 1252984 w 1435694"/>
                <a:gd name="csY2" fmla="*/ 271026 h 783774"/>
                <a:gd name="csX3" fmla="*/ 1239141 w 1435694"/>
                <a:gd name="csY3" fmla="*/ 493217 h 783774"/>
                <a:gd name="csX4" fmla="*/ 922946 w 1435694"/>
                <a:gd name="csY4" fmla="*/ 587221 h 783774"/>
                <a:gd name="csX5" fmla="*/ 675118 w 1435694"/>
                <a:gd name="csY5" fmla="*/ 484671 h 783774"/>
                <a:gd name="csX6" fmla="*/ 640935 w 1435694"/>
                <a:gd name="csY6" fmla="*/ 288118 h 783774"/>
                <a:gd name="csX7" fmla="*/ 769122 w 1435694"/>
                <a:gd name="csY7" fmla="*/ 279572 h 783774"/>
                <a:gd name="csX8" fmla="*/ 863126 w 1435694"/>
                <a:gd name="csY8" fmla="*/ 313755 h 783774"/>
                <a:gd name="csX9" fmla="*/ 957129 w 1435694"/>
                <a:gd name="csY9" fmla="*/ 151385 h 783774"/>
                <a:gd name="csX10" fmla="*/ 623843 w 1435694"/>
                <a:gd name="csY10" fmla="*/ 6107 h 783774"/>
                <a:gd name="csX11" fmla="*/ 213645 w 1435694"/>
                <a:gd name="csY11" fmla="*/ 65927 h 783774"/>
                <a:gd name="csX12" fmla="*/ 94004 w 1435694"/>
                <a:gd name="csY12" fmla="*/ 407759 h 783774"/>
                <a:gd name="csX13" fmla="*/ 0 w 1435694"/>
                <a:gd name="csY13" fmla="*/ 783774 h 783774"/>
                <a:gd name="csX0" fmla="*/ 1411630 w 1411630"/>
                <a:gd name="csY0" fmla="*/ 985574 h 985574"/>
                <a:gd name="csX1" fmla="*/ 1370865 w 1411630"/>
                <a:gd name="csY1" fmla="*/ 277736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313142 w 1411630"/>
                <a:gd name="csY2" fmla="*/ 331183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78885 w 1411630"/>
                <a:gd name="csY1" fmla="*/ 329873 h 985574"/>
                <a:gd name="csX2" fmla="*/ 1354822 w 1411630"/>
                <a:gd name="csY2" fmla="*/ 141378 h 985574"/>
                <a:gd name="csX3" fmla="*/ 1313142 w 1411630"/>
                <a:gd name="csY3" fmla="*/ 331183 h 985574"/>
                <a:gd name="csX4" fmla="*/ 1239141 w 1411630"/>
                <a:gd name="csY4" fmla="*/ 493217 h 985574"/>
                <a:gd name="csX5" fmla="*/ 922946 w 1411630"/>
                <a:gd name="csY5" fmla="*/ 587221 h 985574"/>
                <a:gd name="csX6" fmla="*/ 675118 w 1411630"/>
                <a:gd name="csY6" fmla="*/ 484671 h 985574"/>
                <a:gd name="csX7" fmla="*/ 640935 w 1411630"/>
                <a:gd name="csY7" fmla="*/ 288118 h 985574"/>
                <a:gd name="csX8" fmla="*/ 769122 w 1411630"/>
                <a:gd name="csY8" fmla="*/ 279572 h 985574"/>
                <a:gd name="csX9" fmla="*/ 863126 w 1411630"/>
                <a:gd name="csY9" fmla="*/ 313755 h 985574"/>
                <a:gd name="csX10" fmla="*/ 957129 w 1411630"/>
                <a:gd name="csY10" fmla="*/ 151385 h 985574"/>
                <a:gd name="csX11" fmla="*/ 623843 w 1411630"/>
                <a:gd name="csY11" fmla="*/ 6107 h 985574"/>
                <a:gd name="csX12" fmla="*/ 213645 w 1411630"/>
                <a:gd name="csY12" fmla="*/ 65927 h 985574"/>
                <a:gd name="csX13" fmla="*/ 94004 w 1411630"/>
                <a:gd name="csY13" fmla="*/ 407759 h 985574"/>
                <a:gd name="csX14" fmla="*/ 0 w 1411630"/>
                <a:gd name="csY14" fmla="*/ 783774 h 985574"/>
                <a:gd name="csX0" fmla="*/ 1411630 w 1432683"/>
                <a:gd name="csY0" fmla="*/ 985574 h 985574"/>
                <a:gd name="csX1" fmla="*/ 1431022 w 1432683"/>
                <a:gd name="csY1" fmla="*/ 149400 h 985574"/>
                <a:gd name="csX2" fmla="*/ 1354822 w 1432683"/>
                <a:gd name="csY2" fmla="*/ 141378 h 985574"/>
                <a:gd name="csX3" fmla="*/ 1313142 w 1432683"/>
                <a:gd name="csY3" fmla="*/ 331183 h 985574"/>
                <a:gd name="csX4" fmla="*/ 1239141 w 1432683"/>
                <a:gd name="csY4" fmla="*/ 493217 h 985574"/>
                <a:gd name="csX5" fmla="*/ 922946 w 1432683"/>
                <a:gd name="csY5" fmla="*/ 587221 h 985574"/>
                <a:gd name="csX6" fmla="*/ 675118 w 1432683"/>
                <a:gd name="csY6" fmla="*/ 484671 h 985574"/>
                <a:gd name="csX7" fmla="*/ 640935 w 1432683"/>
                <a:gd name="csY7" fmla="*/ 288118 h 985574"/>
                <a:gd name="csX8" fmla="*/ 769122 w 1432683"/>
                <a:gd name="csY8" fmla="*/ 279572 h 985574"/>
                <a:gd name="csX9" fmla="*/ 863126 w 1432683"/>
                <a:gd name="csY9" fmla="*/ 313755 h 985574"/>
                <a:gd name="csX10" fmla="*/ 957129 w 1432683"/>
                <a:gd name="csY10" fmla="*/ 151385 h 985574"/>
                <a:gd name="csX11" fmla="*/ 623843 w 1432683"/>
                <a:gd name="csY11" fmla="*/ 6107 h 985574"/>
                <a:gd name="csX12" fmla="*/ 213645 w 1432683"/>
                <a:gd name="csY12" fmla="*/ 65927 h 985574"/>
                <a:gd name="csX13" fmla="*/ 94004 w 1432683"/>
                <a:gd name="csY13" fmla="*/ 407759 h 985574"/>
                <a:gd name="csX14" fmla="*/ 0 w 1432683"/>
                <a:gd name="csY14" fmla="*/ 783774 h 9855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0 w 1431022"/>
                <a:gd name="csY13" fmla="*/ 783774 h 7837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35359 w 1431022"/>
                <a:gd name="csY13" fmla="*/ 650715 h 783774"/>
                <a:gd name="csX14" fmla="*/ 0 w 1431022"/>
                <a:gd name="csY14" fmla="*/ 783774 h 783774"/>
                <a:gd name="csX0" fmla="*/ 1395663 w 1412441"/>
                <a:gd name="csY0" fmla="*/ 149400 h 775753"/>
                <a:gd name="csX1" fmla="*/ 1319463 w 1412441"/>
                <a:gd name="csY1" fmla="*/ 141378 h 775753"/>
                <a:gd name="csX2" fmla="*/ 1277783 w 1412441"/>
                <a:gd name="csY2" fmla="*/ 331183 h 775753"/>
                <a:gd name="csX3" fmla="*/ 1203782 w 1412441"/>
                <a:gd name="csY3" fmla="*/ 493217 h 775753"/>
                <a:gd name="csX4" fmla="*/ 887587 w 1412441"/>
                <a:gd name="csY4" fmla="*/ 587221 h 775753"/>
                <a:gd name="csX5" fmla="*/ 639759 w 1412441"/>
                <a:gd name="csY5" fmla="*/ 484671 h 775753"/>
                <a:gd name="csX6" fmla="*/ 605576 w 1412441"/>
                <a:gd name="csY6" fmla="*/ 288118 h 775753"/>
                <a:gd name="csX7" fmla="*/ 733763 w 1412441"/>
                <a:gd name="csY7" fmla="*/ 279572 h 775753"/>
                <a:gd name="csX8" fmla="*/ 827767 w 1412441"/>
                <a:gd name="csY8" fmla="*/ 313755 h 775753"/>
                <a:gd name="csX9" fmla="*/ 921770 w 1412441"/>
                <a:gd name="csY9" fmla="*/ 151385 h 775753"/>
                <a:gd name="csX10" fmla="*/ 588484 w 1412441"/>
                <a:gd name="csY10" fmla="*/ 6107 h 775753"/>
                <a:gd name="csX11" fmla="*/ 178286 w 1412441"/>
                <a:gd name="csY11" fmla="*/ 65927 h 775753"/>
                <a:gd name="csX12" fmla="*/ 58645 w 1412441"/>
                <a:gd name="csY12" fmla="*/ 407759 h 775753"/>
                <a:gd name="csX13" fmla="*/ 0 w 1412441"/>
                <a:gd name="csY13" fmla="*/ 650715 h 775753"/>
                <a:gd name="csX14" fmla="*/ 1412441 w 1412441"/>
                <a:gd name="csY14" fmla="*/ 775753 h 775753"/>
                <a:gd name="csX0" fmla="*/ 1403684 w 1420462"/>
                <a:gd name="csY0" fmla="*/ 149400 h 775753"/>
                <a:gd name="csX1" fmla="*/ 1327484 w 1420462"/>
                <a:gd name="csY1" fmla="*/ 141378 h 775753"/>
                <a:gd name="csX2" fmla="*/ 1285804 w 1420462"/>
                <a:gd name="csY2" fmla="*/ 331183 h 775753"/>
                <a:gd name="csX3" fmla="*/ 1211803 w 1420462"/>
                <a:gd name="csY3" fmla="*/ 493217 h 775753"/>
                <a:gd name="csX4" fmla="*/ 895608 w 1420462"/>
                <a:gd name="csY4" fmla="*/ 587221 h 775753"/>
                <a:gd name="csX5" fmla="*/ 647780 w 1420462"/>
                <a:gd name="csY5" fmla="*/ 484671 h 775753"/>
                <a:gd name="csX6" fmla="*/ 613597 w 1420462"/>
                <a:gd name="csY6" fmla="*/ 288118 h 775753"/>
                <a:gd name="csX7" fmla="*/ 741784 w 1420462"/>
                <a:gd name="csY7" fmla="*/ 279572 h 775753"/>
                <a:gd name="csX8" fmla="*/ 835788 w 1420462"/>
                <a:gd name="csY8" fmla="*/ 313755 h 775753"/>
                <a:gd name="csX9" fmla="*/ 929791 w 1420462"/>
                <a:gd name="csY9" fmla="*/ 151385 h 775753"/>
                <a:gd name="csX10" fmla="*/ 596505 w 1420462"/>
                <a:gd name="csY10" fmla="*/ 6107 h 775753"/>
                <a:gd name="csX11" fmla="*/ 186307 w 1420462"/>
                <a:gd name="csY11" fmla="*/ 65927 h 775753"/>
                <a:gd name="csX12" fmla="*/ 66666 w 1420462"/>
                <a:gd name="csY12" fmla="*/ 407759 h 775753"/>
                <a:gd name="csX13" fmla="*/ 0 w 1420462"/>
                <a:gd name="csY13" fmla="*/ 750978 h 775753"/>
                <a:gd name="csX14" fmla="*/ 1420462 w 1420462"/>
                <a:gd name="csY14" fmla="*/ 775753 h 775753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622178 w 1481166"/>
                <a:gd name="csY14" fmla="*/ 775042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90884 w 1481166"/>
                <a:gd name="csY15" fmla="*/ 763010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199694 w 1481166"/>
                <a:gd name="csY16" fmla="*/ 750979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84178 w 1481166"/>
                <a:gd name="csY17" fmla="*/ 742958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44444 w 1461222"/>
                <a:gd name="csY0" fmla="*/ 149400 h 779051"/>
                <a:gd name="csX1" fmla="*/ 1368244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16107 w 1461222"/>
                <a:gd name="csY1" fmla="*/ 157420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52466 w 1461222"/>
                <a:gd name="csY0" fmla="*/ 141379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461222" h="779051">
                  <a:moveTo>
                    <a:pt x="1452466" y="141379"/>
                  </a:moveTo>
                  <a:cubicBezTo>
                    <a:pt x="1402893" y="145059"/>
                    <a:pt x="1367169" y="141160"/>
                    <a:pt x="1356212" y="141378"/>
                  </a:cubicBezTo>
                  <a:cubicBezTo>
                    <a:pt x="1345255" y="141596"/>
                    <a:pt x="1359213" y="273880"/>
                    <a:pt x="1326564" y="331183"/>
                  </a:cubicBezTo>
                  <a:cubicBezTo>
                    <a:pt x="1293915" y="388486"/>
                    <a:pt x="1317596" y="450544"/>
                    <a:pt x="1252563" y="493217"/>
                  </a:cubicBezTo>
                  <a:cubicBezTo>
                    <a:pt x="1187530" y="535890"/>
                    <a:pt x="1030372" y="588645"/>
                    <a:pt x="936368" y="587221"/>
                  </a:cubicBezTo>
                  <a:cubicBezTo>
                    <a:pt x="842364" y="585797"/>
                    <a:pt x="735542" y="534521"/>
                    <a:pt x="688540" y="484671"/>
                  </a:cubicBezTo>
                  <a:cubicBezTo>
                    <a:pt x="641538" y="434821"/>
                    <a:pt x="638690" y="322301"/>
                    <a:pt x="654357" y="288118"/>
                  </a:cubicBezTo>
                  <a:cubicBezTo>
                    <a:pt x="670024" y="253935"/>
                    <a:pt x="745512" y="275299"/>
                    <a:pt x="782544" y="279572"/>
                  </a:cubicBezTo>
                  <a:lnTo>
                    <a:pt x="876548" y="313755"/>
                  </a:lnTo>
                  <a:cubicBezTo>
                    <a:pt x="907882" y="292391"/>
                    <a:pt x="1010431" y="202660"/>
                    <a:pt x="970551" y="151385"/>
                  </a:cubicBezTo>
                  <a:cubicBezTo>
                    <a:pt x="930671" y="100110"/>
                    <a:pt x="761179" y="20350"/>
                    <a:pt x="637265" y="6107"/>
                  </a:cubicBezTo>
                  <a:cubicBezTo>
                    <a:pt x="513351" y="-8136"/>
                    <a:pt x="315373" y="-1015"/>
                    <a:pt x="227067" y="65927"/>
                  </a:cubicBezTo>
                  <a:cubicBezTo>
                    <a:pt x="138761" y="132869"/>
                    <a:pt x="144493" y="288905"/>
                    <a:pt x="107426" y="407759"/>
                  </a:cubicBezTo>
                  <a:cubicBezTo>
                    <a:pt x="70359" y="526613"/>
                    <a:pt x="-21656" y="673722"/>
                    <a:pt x="4665" y="779051"/>
                  </a:cubicBezTo>
                  <a:lnTo>
                    <a:pt x="325508" y="754990"/>
                  </a:lnTo>
                  <a:cubicBezTo>
                    <a:pt x="432456" y="746970"/>
                    <a:pt x="697819" y="763010"/>
                    <a:pt x="846877" y="754989"/>
                  </a:cubicBezTo>
                  <a:cubicBezTo>
                    <a:pt x="995935" y="746968"/>
                    <a:pt x="1140314" y="704858"/>
                    <a:pt x="1219856" y="706863"/>
                  </a:cubicBezTo>
                  <a:cubicBezTo>
                    <a:pt x="1299398" y="708868"/>
                    <a:pt x="1283901" y="755539"/>
                    <a:pt x="1324129" y="767021"/>
                  </a:cubicBezTo>
                  <a:cubicBezTo>
                    <a:pt x="1364357" y="778503"/>
                    <a:pt x="1415524" y="772842"/>
                    <a:pt x="1461222" y="775753"/>
                  </a:cubicBezTo>
                </a:path>
              </a:pathLst>
            </a:custGeom>
            <a:solidFill>
              <a:schemeClr val="accent6">
                <a:lumMod val="7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D25CC7D-2374-1692-C222-C04A8F47CF3F}"/>
                </a:ext>
              </a:extLst>
            </p:cNvPr>
            <p:cNvSpPr/>
            <p:nvPr/>
          </p:nvSpPr>
          <p:spPr>
            <a:xfrm>
              <a:off x="2076628" y="717847"/>
              <a:ext cx="1213503" cy="191395"/>
            </a:xfrm>
            <a:custGeom>
              <a:avLst/>
              <a:gdLst>
                <a:gd name="csX0" fmla="*/ 0 w 1213503"/>
                <a:gd name="csY0" fmla="*/ 0 h 188007"/>
                <a:gd name="csX1" fmla="*/ 316194 w 1213503"/>
                <a:gd name="csY1" fmla="*/ 188007 h 188007"/>
                <a:gd name="csX2" fmla="*/ 931492 w 1213503"/>
                <a:gd name="csY2" fmla="*/ 128187 h 188007"/>
                <a:gd name="csX3" fmla="*/ 1213503 w 1213503"/>
                <a:gd name="csY3" fmla="*/ 145278 h 188007"/>
                <a:gd name="csX0" fmla="*/ 0 w 1213503"/>
                <a:gd name="csY0" fmla="*/ 0 h 191862"/>
                <a:gd name="csX1" fmla="*/ 316194 w 1213503"/>
                <a:gd name="csY1" fmla="*/ 188007 h 191862"/>
                <a:gd name="csX2" fmla="*/ 931492 w 1213503"/>
                <a:gd name="csY2" fmla="*/ 128187 h 191862"/>
                <a:gd name="csX3" fmla="*/ 1213503 w 1213503"/>
                <a:gd name="csY3" fmla="*/ 145278 h 191862"/>
                <a:gd name="csX0" fmla="*/ 0 w 1213503"/>
                <a:gd name="csY0" fmla="*/ 0 h 191395"/>
                <a:gd name="csX1" fmla="*/ 316194 w 1213503"/>
                <a:gd name="csY1" fmla="*/ 188007 h 191395"/>
                <a:gd name="csX2" fmla="*/ 931492 w 1213503"/>
                <a:gd name="csY2" fmla="*/ 128187 h 191395"/>
                <a:gd name="csX3" fmla="*/ 1213503 w 1213503"/>
                <a:gd name="csY3" fmla="*/ 145278 h 191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3503" h="191395">
                  <a:moveTo>
                    <a:pt x="0" y="0"/>
                  </a:moveTo>
                  <a:cubicBezTo>
                    <a:pt x="105398" y="62669"/>
                    <a:pt x="160945" y="166643"/>
                    <a:pt x="316194" y="188007"/>
                  </a:cubicBezTo>
                  <a:cubicBezTo>
                    <a:pt x="471443" y="209371"/>
                    <a:pt x="837488" y="122490"/>
                    <a:pt x="931492" y="128187"/>
                  </a:cubicBezTo>
                  <a:lnTo>
                    <a:pt x="1213503" y="145278"/>
                  </a:lnTo>
                </a:path>
              </a:pathLst>
            </a:custGeom>
            <a:noFill/>
            <a:ln w="31750"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8B5EBB2F-88F7-DB1A-7244-A94D9FADE49D}"/>
                </a:ext>
              </a:extLst>
            </p:cNvPr>
            <p:cNvSpPr/>
            <p:nvPr/>
          </p:nvSpPr>
          <p:spPr>
            <a:xfrm flipH="1">
              <a:off x="694127" y="692620"/>
              <a:ext cx="1213503" cy="191395"/>
            </a:xfrm>
            <a:custGeom>
              <a:avLst/>
              <a:gdLst>
                <a:gd name="csX0" fmla="*/ 0 w 1213503"/>
                <a:gd name="csY0" fmla="*/ 0 h 188007"/>
                <a:gd name="csX1" fmla="*/ 316194 w 1213503"/>
                <a:gd name="csY1" fmla="*/ 188007 h 188007"/>
                <a:gd name="csX2" fmla="*/ 931492 w 1213503"/>
                <a:gd name="csY2" fmla="*/ 128187 h 188007"/>
                <a:gd name="csX3" fmla="*/ 1213503 w 1213503"/>
                <a:gd name="csY3" fmla="*/ 145278 h 188007"/>
                <a:gd name="csX0" fmla="*/ 0 w 1213503"/>
                <a:gd name="csY0" fmla="*/ 0 h 191862"/>
                <a:gd name="csX1" fmla="*/ 316194 w 1213503"/>
                <a:gd name="csY1" fmla="*/ 188007 h 191862"/>
                <a:gd name="csX2" fmla="*/ 931492 w 1213503"/>
                <a:gd name="csY2" fmla="*/ 128187 h 191862"/>
                <a:gd name="csX3" fmla="*/ 1213503 w 1213503"/>
                <a:gd name="csY3" fmla="*/ 145278 h 191862"/>
                <a:gd name="csX0" fmla="*/ 0 w 1213503"/>
                <a:gd name="csY0" fmla="*/ 0 h 191395"/>
                <a:gd name="csX1" fmla="*/ 316194 w 1213503"/>
                <a:gd name="csY1" fmla="*/ 188007 h 191395"/>
                <a:gd name="csX2" fmla="*/ 931492 w 1213503"/>
                <a:gd name="csY2" fmla="*/ 128187 h 191395"/>
                <a:gd name="csX3" fmla="*/ 1213503 w 1213503"/>
                <a:gd name="csY3" fmla="*/ 145278 h 191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3503" h="191395">
                  <a:moveTo>
                    <a:pt x="0" y="0"/>
                  </a:moveTo>
                  <a:cubicBezTo>
                    <a:pt x="105398" y="62669"/>
                    <a:pt x="160945" y="166643"/>
                    <a:pt x="316194" y="188007"/>
                  </a:cubicBezTo>
                  <a:cubicBezTo>
                    <a:pt x="471443" y="209371"/>
                    <a:pt x="837488" y="122490"/>
                    <a:pt x="931492" y="128187"/>
                  </a:cubicBezTo>
                  <a:lnTo>
                    <a:pt x="1213503" y="145278"/>
                  </a:lnTo>
                </a:path>
              </a:pathLst>
            </a:custGeom>
            <a:noFill/>
            <a:ln w="31750"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240F81BA-7B35-93A1-D90E-283763A2AEE4}"/>
                </a:ext>
              </a:extLst>
            </p:cNvPr>
            <p:cNvSpPr/>
            <p:nvPr/>
          </p:nvSpPr>
          <p:spPr>
            <a:xfrm>
              <a:off x="6247746" y="-27480"/>
              <a:ext cx="1991170" cy="1040361"/>
            </a:xfrm>
            <a:custGeom>
              <a:avLst/>
              <a:gdLst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98800"/>
                <a:gd name="csX1" fmla="*/ 1264777 w 1991170"/>
                <a:gd name="csY1" fmla="*/ 538385 h 998800"/>
                <a:gd name="csX2" fmla="*/ 555476 w 1991170"/>
                <a:gd name="csY2" fmla="*/ 769121 h 998800"/>
                <a:gd name="csX3" fmla="*/ 0 w 1991170"/>
                <a:gd name="csY3" fmla="*/ 777667 h 998800"/>
                <a:gd name="csX4" fmla="*/ 8545 w 1991170"/>
                <a:gd name="csY4" fmla="*/ 974221 h 998800"/>
                <a:gd name="csX5" fmla="*/ 572568 w 1991170"/>
                <a:gd name="csY5" fmla="*/ 965675 h 998800"/>
                <a:gd name="csX6" fmla="*/ 1401510 w 1991170"/>
                <a:gd name="csY6" fmla="*/ 700755 h 998800"/>
                <a:gd name="csX7" fmla="*/ 1991170 w 1991170"/>
                <a:gd name="csY7" fmla="*/ 8546 h 998800"/>
                <a:gd name="csX0" fmla="*/ 1726250 w 1991170"/>
                <a:gd name="csY0" fmla="*/ 0 h 987662"/>
                <a:gd name="csX1" fmla="*/ 1264777 w 1991170"/>
                <a:gd name="csY1" fmla="*/ 538385 h 987662"/>
                <a:gd name="csX2" fmla="*/ 555476 w 1991170"/>
                <a:gd name="csY2" fmla="*/ 769121 h 987662"/>
                <a:gd name="csX3" fmla="*/ 0 w 1991170"/>
                <a:gd name="csY3" fmla="*/ 777667 h 987662"/>
                <a:gd name="csX4" fmla="*/ 8545 w 1991170"/>
                <a:gd name="csY4" fmla="*/ 974221 h 987662"/>
                <a:gd name="csX5" fmla="*/ 572568 w 1991170"/>
                <a:gd name="csY5" fmla="*/ 965675 h 987662"/>
                <a:gd name="csX6" fmla="*/ 1401510 w 1991170"/>
                <a:gd name="csY6" fmla="*/ 700755 h 987662"/>
                <a:gd name="csX7" fmla="*/ 1991170 w 1991170"/>
                <a:gd name="csY7" fmla="*/ 8546 h 987662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91170" h="974221">
                  <a:moveTo>
                    <a:pt x="1726250" y="0"/>
                  </a:moveTo>
                  <a:cubicBezTo>
                    <a:pt x="1572426" y="179462"/>
                    <a:pt x="1459906" y="410198"/>
                    <a:pt x="1264777" y="538385"/>
                  </a:cubicBezTo>
                  <a:cubicBezTo>
                    <a:pt x="1069648" y="666572"/>
                    <a:pt x="740635" y="766272"/>
                    <a:pt x="555476" y="769121"/>
                  </a:cubicBezTo>
                  <a:lnTo>
                    <a:pt x="0" y="777667"/>
                  </a:lnTo>
                  <a:lnTo>
                    <a:pt x="8545" y="974221"/>
                  </a:lnTo>
                  <a:lnTo>
                    <a:pt x="572568" y="965675"/>
                  </a:lnTo>
                  <a:cubicBezTo>
                    <a:pt x="779091" y="954280"/>
                    <a:pt x="1165076" y="860276"/>
                    <a:pt x="1401510" y="700755"/>
                  </a:cubicBezTo>
                  <a:cubicBezTo>
                    <a:pt x="1637944" y="541234"/>
                    <a:pt x="1794617" y="239282"/>
                    <a:pt x="1991170" y="8546"/>
                  </a:cubicBezTo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E860C37-2727-82E1-6922-43729BCE8EDB}"/>
                </a:ext>
              </a:extLst>
            </p:cNvPr>
            <p:cNvSpPr/>
            <p:nvPr/>
          </p:nvSpPr>
          <p:spPr>
            <a:xfrm>
              <a:off x="4572000" y="764630"/>
              <a:ext cx="1701252" cy="376924"/>
            </a:xfrm>
            <a:custGeom>
              <a:avLst/>
              <a:gdLst>
                <a:gd name="csX0" fmla="*/ 1615859 w 1658588"/>
                <a:gd name="csY0" fmla="*/ 42729 h 376015"/>
                <a:gd name="csX1" fmla="*/ 1573130 w 1658588"/>
                <a:gd name="csY1" fmla="*/ 51275 h 376015"/>
                <a:gd name="csX2" fmla="*/ 1256936 w 1658588"/>
                <a:gd name="csY2" fmla="*/ 34183 h 376015"/>
                <a:gd name="csX3" fmla="*/ 1231298 w 1658588"/>
                <a:gd name="csY3" fmla="*/ 17092 h 376015"/>
                <a:gd name="csX4" fmla="*/ 1162932 w 1658588"/>
                <a:gd name="csY4" fmla="*/ 0 h 376015"/>
                <a:gd name="csX5" fmla="*/ 1111657 w 1658588"/>
                <a:gd name="csY5" fmla="*/ 8546 h 376015"/>
                <a:gd name="csX6" fmla="*/ 1086020 w 1658588"/>
                <a:gd name="csY6" fmla="*/ 34183 h 376015"/>
                <a:gd name="csX7" fmla="*/ 1060382 w 1658588"/>
                <a:gd name="csY7" fmla="*/ 51275 h 376015"/>
                <a:gd name="csX8" fmla="*/ 872375 w 1658588"/>
                <a:gd name="csY8" fmla="*/ 42729 h 376015"/>
                <a:gd name="csX9" fmla="*/ 812554 w 1658588"/>
                <a:gd name="csY9" fmla="*/ 25637 h 376015"/>
                <a:gd name="csX10" fmla="*/ 539089 w 1658588"/>
                <a:gd name="csY10" fmla="*/ 34183 h 376015"/>
                <a:gd name="csX11" fmla="*/ 521997 w 1658588"/>
                <a:gd name="csY11" fmla="*/ 59821 h 376015"/>
                <a:gd name="csX12" fmla="*/ 496360 w 1658588"/>
                <a:gd name="csY12" fmla="*/ 76912 h 376015"/>
                <a:gd name="csX13" fmla="*/ 410902 w 1658588"/>
                <a:gd name="csY13" fmla="*/ 59821 h 376015"/>
                <a:gd name="csX14" fmla="*/ 359627 w 1658588"/>
                <a:gd name="csY14" fmla="*/ 25637 h 376015"/>
                <a:gd name="csX15" fmla="*/ 333990 w 1658588"/>
                <a:gd name="csY15" fmla="*/ 8546 h 376015"/>
                <a:gd name="csX16" fmla="*/ 214349 w 1658588"/>
                <a:gd name="csY16" fmla="*/ 34183 h 376015"/>
                <a:gd name="csX17" fmla="*/ 188711 w 1658588"/>
                <a:gd name="csY17" fmla="*/ 42729 h 376015"/>
                <a:gd name="csX18" fmla="*/ 86162 w 1658588"/>
                <a:gd name="csY18" fmla="*/ 34183 h 376015"/>
                <a:gd name="csX19" fmla="*/ 60524 w 1658588"/>
                <a:gd name="csY19" fmla="*/ 25637 h 376015"/>
                <a:gd name="csX20" fmla="*/ 26341 w 1658588"/>
                <a:gd name="csY20" fmla="*/ 17092 h 376015"/>
                <a:gd name="csX21" fmla="*/ 704 w 1658588"/>
                <a:gd name="csY21" fmla="*/ 34183 h 376015"/>
                <a:gd name="csX22" fmla="*/ 9250 w 1658588"/>
                <a:gd name="csY22" fmla="*/ 59821 h 376015"/>
                <a:gd name="csX23" fmla="*/ 34887 w 1658588"/>
                <a:gd name="csY23" fmla="*/ 179462 h 376015"/>
                <a:gd name="csX24" fmla="*/ 43433 w 1658588"/>
                <a:gd name="csY24" fmla="*/ 205099 h 376015"/>
                <a:gd name="csX25" fmla="*/ 94708 w 1658588"/>
                <a:gd name="csY25" fmla="*/ 222191 h 376015"/>
                <a:gd name="csX26" fmla="*/ 145982 w 1658588"/>
                <a:gd name="csY26" fmla="*/ 239282 h 376015"/>
                <a:gd name="csX27" fmla="*/ 171620 w 1658588"/>
                <a:gd name="csY27" fmla="*/ 247828 h 376015"/>
                <a:gd name="csX28" fmla="*/ 222894 w 1658588"/>
                <a:gd name="csY28" fmla="*/ 256374 h 376015"/>
                <a:gd name="csX29" fmla="*/ 265623 w 1658588"/>
                <a:gd name="csY29" fmla="*/ 264920 h 376015"/>
                <a:gd name="csX30" fmla="*/ 316898 w 1658588"/>
                <a:gd name="csY30" fmla="*/ 282011 h 376015"/>
                <a:gd name="csX31" fmla="*/ 368173 w 1658588"/>
                <a:gd name="csY31" fmla="*/ 316195 h 376015"/>
                <a:gd name="csX32" fmla="*/ 410902 w 1658588"/>
                <a:gd name="csY32" fmla="*/ 350378 h 376015"/>
                <a:gd name="csX33" fmla="*/ 470722 w 1658588"/>
                <a:gd name="csY33" fmla="*/ 376015 h 376015"/>
                <a:gd name="csX34" fmla="*/ 547635 w 1658588"/>
                <a:gd name="csY34" fmla="*/ 367469 h 376015"/>
                <a:gd name="csX35" fmla="*/ 641638 w 1658588"/>
                <a:gd name="csY35" fmla="*/ 358923 h 376015"/>
                <a:gd name="csX36" fmla="*/ 692913 w 1658588"/>
                <a:gd name="csY36" fmla="*/ 341832 h 376015"/>
                <a:gd name="csX37" fmla="*/ 761279 w 1658588"/>
                <a:gd name="csY37" fmla="*/ 299103 h 376015"/>
                <a:gd name="csX38" fmla="*/ 949287 w 1658588"/>
                <a:gd name="csY38" fmla="*/ 307649 h 376015"/>
                <a:gd name="csX39" fmla="*/ 1009108 w 1658588"/>
                <a:gd name="csY39" fmla="*/ 324740 h 376015"/>
                <a:gd name="csX40" fmla="*/ 1043291 w 1658588"/>
                <a:gd name="csY40" fmla="*/ 341832 h 376015"/>
                <a:gd name="csX41" fmla="*/ 1120203 w 1658588"/>
                <a:gd name="csY41" fmla="*/ 367469 h 376015"/>
                <a:gd name="csX42" fmla="*/ 1265481 w 1658588"/>
                <a:gd name="csY42" fmla="*/ 350378 h 376015"/>
                <a:gd name="csX43" fmla="*/ 1299665 w 1658588"/>
                <a:gd name="csY43" fmla="*/ 333286 h 376015"/>
                <a:gd name="csX44" fmla="*/ 1350939 w 1658588"/>
                <a:gd name="csY44" fmla="*/ 299103 h 376015"/>
                <a:gd name="csX45" fmla="*/ 1538947 w 1658588"/>
                <a:gd name="csY45" fmla="*/ 299103 h 376015"/>
                <a:gd name="csX46" fmla="*/ 1607313 w 1658588"/>
                <a:gd name="csY46" fmla="*/ 282011 h 376015"/>
                <a:gd name="csX47" fmla="*/ 1658588 w 1658588"/>
                <a:gd name="csY47" fmla="*/ 264920 h 376015"/>
                <a:gd name="csX48" fmla="*/ 1632951 w 1658588"/>
                <a:gd name="csY48" fmla="*/ 256374 h 376015"/>
                <a:gd name="csX49" fmla="*/ 1607313 w 1658588"/>
                <a:gd name="csY49" fmla="*/ 264920 h 376015"/>
                <a:gd name="csX0" fmla="*/ 1634460 w 1677189"/>
                <a:gd name="csY0" fmla="*/ 42729 h 376015"/>
                <a:gd name="csX1" fmla="*/ 1591731 w 1677189"/>
                <a:gd name="csY1" fmla="*/ 51275 h 376015"/>
                <a:gd name="csX2" fmla="*/ 1275537 w 1677189"/>
                <a:gd name="csY2" fmla="*/ 34183 h 376015"/>
                <a:gd name="csX3" fmla="*/ 1249899 w 1677189"/>
                <a:gd name="csY3" fmla="*/ 17092 h 376015"/>
                <a:gd name="csX4" fmla="*/ 1181533 w 1677189"/>
                <a:gd name="csY4" fmla="*/ 0 h 376015"/>
                <a:gd name="csX5" fmla="*/ 1130258 w 1677189"/>
                <a:gd name="csY5" fmla="*/ 8546 h 376015"/>
                <a:gd name="csX6" fmla="*/ 1104621 w 1677189"/>
                <a:gd name="csY6" fmla="*/ 34183 h 376015"/>
                <a:gd name="csX7" fmla="*/ 1078983 w 1677189"/>
                <a:gd name="csY7" fmla="*/ 51275 h 376015"/>
                <a:gd name="csX8" fmla="*/ 890976 w 1677189"/>
                <a:gd name="csY8" fmla="*/ 42729 h 376015"/>
                <a:gd name="csX9" fmla="*/ 831155 w 1677189"/>
                <a:gd name="csY9" fmla="*/ 25637 h 376015"/>
                <a:gd name="csX10" fmla="*/ 557690 w 1677189"/>
                <a:gd name="csY10" fmla="*/ 34183 h 376015"/>
                <a:gd name="csX11" fmla="*/ 540598 w 1677189"/>
                <a:gd name="csY11" fmla="*/ 59821 h 376015"/>
                <a:gd name="csX12" fmla="*/ 514961 w 1677189"/>
                <a:gd name="csY12" fmla="*/ 76912 h 376015"/>
                <a:gd name="csX13" fmla="*/ 429503 w 1677189"/>
                <a:gd name="csY13" fmla="*/ 59821 h 376015"/>
                <a:gd name="csX14" fmla="*/ 378228 w 1677189"/>
                <a:gd name="csY14" fmla="*/ 25637 h 376015"/>
                <a:gd name="csX15" fmla="*/ 352591 w 1677189"/>
                <a:gd name="csY15" fmla="*/ 8546 h 376015"/>
                <a:gd name="csX16" fmla="*/ 232950 w 1677189"/>
                <a:gd name="csY16" fmla="*/ 34183 h 376015"/>
                <a:gd name="csX17" fmla="*/ 207312 w 1677189"/>
                <a:gd name="csY17" fmla="*/ 42729 h 376015"/>
                <a:gd name="csX18" fmla="*/ 104763 w 1677189"/>
                <a:gd name="csY18" fmla="*/ 34183 h 376015"/>
                <a:gd name="csX19" fmla="*/ 79125 w 1677189"/>
                <a:gd name="csY19" fmla="*/ 25637 h 376015"/>
                <a:gd name="csX20" fmla="*/ 44942 w 1677189"/>
                <a:gd name="csY20" fmla="*/ 17092 h 376015"/>
                <a:gd name="csX21" fmla="*/ 19305 w 1677189"/>
                <a:gd name="csY21" fmla="*/ 34183 h 376015"/>
                <a:gd name="csX22" fmla="*/ 27851 w 1677189"/>
                <a:gd name="csY22" fmla="*/ 59821 h 376015"/>
                <a:gd name="csX23" fmla="*/ 9372 w 1677189"/>
                <a:gd name="csY23" fmla="*/ 195505 h 376015"/>
                <a:gd name="csX24" fmla="*/ 62034 w 1677189"/>
                <a:gd name="csY24" fmla="*/ 205099 h 376015"/>
                <a:gd name="csX25" fmla="*/ 113309 w 1677189"/>
                <a:gd name="csY25" fmla="*/ 222191 h 376015"/>
                <a:gd name="csX26" fmla="*/ 164583 w 1677189"/>
                <a:gd name="csY26" fmla="*/ 239282 h 376015"/>
                <a:gd name="csX27" fmla="*/ 190221 w 1677189"/>
                <a:gd name="csY27" fmla="*/ 247828 h 376015"/>
                <a:gd name="csX28" fmla="*/ 241495 w 1677189"/>
                <a:gd name="csY28" fmla="*/ 256374 h 376015"/>
                <a:gd name="csX29" fmla="*/ 284224 w 1677189"/>
                <a:gd name="csY29" fmla="*/ 264920 h 376015"/>
                <a:gd name="csX30" fmla="*/ 335499 w 1677189"/>
                <a:gd name="csY30" fmla="*/ 282011 h 376015"/>
                <a:gd name="csX31" fmla="*/ 386774 w 1677189"/>
                <a:gd name="csY31" fmla="*/ 316195 h 376015"/>
                <a:gd name="csX32" fmla="*/ 429503 w 1677189"/>
                <a:gd name="csY32" fmla="*/ 350378 h 376015"/>
                <a:gd name="csX33" fmla="*/ 489323 w 1677189"/>
                <a:gd name="csY33" fmla="*/ 376015 h 376015"/>
                <a:gd name="csX34" fmla="*/ 566236 w 1677189"/>
                <a:gd name="csY34" fmla="*/ 367469 h 376015"/>
                <a:gd name="csX35" fmla="*/ 660239 w 1677189"/>
                <a:gd name="csY35" fmla="*/ 358923 h 376015"/>
                <a:gd name="csX36" fmla="*/ 711514 w 1677189"/>
                <a:gd name="csY36" fmla="*/ 341832 h 376015"/>
                <a:gd name="csX37" fmla="*/ 779880 w 1677189"/>
                <a:gd name="csY37" fmla="*/ 299103 h 376015"/>
                <a:gd name="csX38" fmla="*/ 967888 w 1677189"/>
                <a:gd name="csY38" fmla="*/ 307649 h 376015"/>
                <a:gd name="csX39" fmla="*/ 1027709 w 1677189"/>
                <a:gd name="csY39" fmla="*/ 324740 h 376015"/>
                <a:gd name="csX40" fmla="*/ 1061892 w 1677189"/>
                <a:gd name="csY40" fmla="*/ 341832 h 376015"/>
                <a:gd name="csX41" fmla="*/ 1138804 w 1677189"/>
                <a:gd name="csY41" fmla="*/ 367469 h 376015"/>
                <a:gd name="csX42" fmla="*/ 1284082 w 1677189"/>
                <a:gd name="csY42" fmla="*/ 350378 h 376015"/>
                <a:gd name="csX43" fmla="*/ 1318266 w 1677189"/>
                <a:gd name="csY43" fmla="*/ 333286 h 376015"/>
                <a:gd name="csX44" fmla="*/ 1369540 w 1677189"/>
                <a:gd name="csY44" fmla="*/ 299103 h 376015"/>
                <a:gd name="csX45" fmla="*/ 1557548 w 1677189"/>
                <a:gd name="csY45" fmla="*/ 299103 h 376015"/>
                <a:gd name="csX46" fmla="*/ 1625914 w 1677189"/>
                <a:gd name="csY46" fmla="*/ 282011 h 376015"/>
                <a:gd name="csX47" fmla="*/ 1677189 w 1677189"/>
                <a:gd name="csY47" fmla="*/ 264920 h 376015"/>
                <a:gd name="csX48" fmla="*/ 1651552 w 1677189"/>
                <a:gd name="csY48" fmla="*/ 256374 h 376015"/>
                <a:gd name="csX49" fmla="*/ 1625914 w 1677189"/>
                <a:gd name="csY49" fmla="*/ 264920 h 376015"/>
                <a:gd name="csX0" fmla="*/ 1634460 w 1677189"/>
                <a:gd name="csY0" fmla="*/ 43591 h 376877"/>
                <a:gd name="csX1" fmla="*/ 1571678 w 1677189"/>
                <a:gd name="csY1" fmla="*/ 0 h 376877"/>
                <a:gd name="csX2" fmla="*/ 1275537 w 1677189"/>
                <a:gd name="csY2" fmla="*/ 35045 h 376877"/>
                <a:gd name="csX3" fmla="*/ 1249899 w 1677189"/>
                <a:gd name="csY3" fmla="*/ 17954 h 376877"/>
                <a:gd name="csX4" fmla="*/ 1181533 w 1677189"/>
                <a:gd name="csY4" fmla="*/ 862 h 376877"/>
                <a:gd name="csX5" fmla="*/ 1130258 w 1677189"/>
                <a:gd name="csY5" fmla="*/ 9408 h 376877"/>
                <a:gd name="csX6" fmla="*/ 1104621 w 1677189"/>
                <a:gd name="csY6" fmla="*/ 35045 h 376877"/>
                <a:gd name="csX7" fmla="*/ 1078983 w 1677189"/>
                <a:gd name="csY7" fmla="*/ 52137 h 376877"/>
                <a:gd name="csX8" fmla="*/ 890976 w 1677189"/>
                <a:gd name="csY8" fmla="*/ 43591 h 376877"/>
                <a:gd name="csX9" fmla="*/ 831155 w 1677189"/>
                <a:gd name="csY9" fmla="*/ 26499 h 376877"/>
                <a:gd name="csX10" fmla="*/ 557690 w 1677189"/>
                <a:gd name="csY10" fmla="*/ 35045 h 376877"/>
                <a:gd name="csX11" fmla="*/ 540598 w 1677189"/>
                <a:gd name="csY11" fmla="*/ 60683 h 376877"/>
                <a:gd name="csX12" fmla="*/ 514961 w 1677189"/>
                <a:gd name="csY12" fmla="*/ 77774 h 376877"/>
                <a:gd name="csX13" fmla="*/ 429503 w 1677189"/>
                <a:gd name="csY13" fmla="*/ 60683 h 376877"/>
                <a:gd name="csX14" fmla="*/ 378228 w 1677189"/>
                <a:gd name="csY14" fmla="*/ 26499 h 376877"/>
                <a:gd name="csX15" fmla="*/ 352591 w 1677189"/>
                <a:gd name="csY15" fmla="*/ 9408 h 376877"/>
                <a:gd name="csX16" fmla="*/ 232950 w 1677189"/>
                <a:gd name="csY16" fmla="*/ 35045 h 376877"/>
                <a:gd name="csX17" fmla="*/ 207312 w 1677189"/>
                <a:gd name="csY17" fmla="*/ 43591 h 376877"/>
                <a:gd name="csX18" fmla="*/ 104763 w 1677189"/>
                <a:gd name="csY18" fmla="*/ 35045 h 376877"/>
                <a:gd name="csX19" fmla="*/ 79125 w 1677189"/>
                <a:gd name="csY19" fmla="*/ 26499 h 376877"/>
                <a:gd name="csX20" fmla="*/ 44942 w 1677189"/>
                <a:gd name="csY20" fmla="*/ 17954 h 376877"/>
                <a:gd name="csX21" fmla="*/ 19305 w 1677189"/>
                <a:gd name="csY21" fmla="*/ 35045 h 376877"/>
                <a:gd name="csX22" fmla="*/ 27851 w 1677189"/>
                <a:gd name="csY22" fmla="*/ 60683 h 376877"/>
                <a:gd name="csX23" fmla="*/ 9372 w 1677189"/>
                <a:gd name="csY23" fmla="*/ 196367 h 376877"/>
                <a:gd name="csX24" fmla="*/ 62034 w 1677189"/>
                <a:gd name="csY24" fmla="*/ 205961 h 376877"/>
                <a:gd name="csX25" fmla="*/ 113309 w 1677189"/>
                <a:gd name="csY25" fmla="*/ 223053 h 376877"/>
                <a:gd name="csX26" fmla="*/ 164583 w 1677189"/>
                <a:gd name="csY26" fmla="*/ 240144 h 376877"/>
                <a:gd name="csX27" fmla="*/ 190221 w 1677189"/>
                <a:gd name="csY27" fmla="*/ 248690 h 376877"/>
                <a:gd name="csX28" fmla="*/ 241495 w 1677189"/>
                <a:gd name="csY28" fmla="*/ 257236 h 376877"/>
                <a:gd name="csX29" fmla="*/ 284224 w 1677189"/>
                <a:gd name="csY29" fmla="*/ 265782 h 376877"/>
                <a:gd name="csX30" fmla="*/ 335499 w 1677189"/>
                <a:gd name="csY30" fmla="*/ 282873 h 376877"/>
                <a:gd name="csX31" fmla="*/ 386774 w 1677189"/>
                <a:gd name="csY31" fmla="*/ 317057 h 376877"/>
                <a:gd name="csX32" fmla="*/ 429503 w 1677189"/>
                <a:gd name="csY32" fmla="*/ 351240 h 376877"/>
                <a:gd name="csX33" fmla="*/ 489323 w 1677189"/>
                <a:gd name="csY33" fmla="*/ 376877 h 376877"/>
                <a:gd name="csX34" fmla="*/ 566236 w 1677189"/>
                <a:gd name="csY34" fmla="*/ 368331 h 376877"/>
                <a:gd name="csX35" fmla="*/ 660239 w 1677189"/>
                <a:gd name="csY35" fmla="*/ 359785 h 376877"/>
                <a:gd name="csX36" fmla="*/ 711514 w 1677189"/>
                <a:gd name="csY36" fmla="*/ 342694 h 376877"/>
                <a:gd name="csX37" fmla="*/ 779880 w 1677189"/>
                <a:gd name="csY37" fmla="*/ 299965 h 376877"/>
                <a:gd name="csX38" fmla="*/ 967888 w 1677189"/>
                <a:gd name="csY38" fmla="*/ 308511 h 376877"/>
                <a:gd name="csX39" fmla="*/ 1027709 w 1677189"/>
                <a:gd name="csY39" fmla="*/ 325602 h 376877"/>
                <a:gd name="csX40" fmla="*/ 1061892 w 1677189"/>
                <a:gd name="csY40" fmla="*/ 342694 h 376877"/>
                <a:gd name="csX41" fmla="*/ 1138804 w 1677189"/>
                <a:gd name="csY41" fmla="*/ 368331 h 376877"/>
                <a:gd name="csX42" fmla="*/ 1284082 w 1677189"/>
                <a:gd name="csY42" fmla="*/ 351240 h 376877"/>
                <a:gd name="csX43" fmla="*/ 1318266 w 1677189"/>
                <a:gd name="csY43" fmla="*/ 334148 h 376877"/>
                <a:gd name="csX44" fmla="*/ 1369540 w 1677189"/>
                <a:gd name="csY44" fmla="*/ 299965 h 376877"/>
                <a:gd name="csX45" fmla="*/ 1557548 w 1677189"/>
                <a:gd name="csY45" fmla="*/ 299965 h 376877"/>
                <a:gd name="csX46" fmla="*/ 1625914 w 1677189"/>
                <a:gd name="csY46" fmla="*/ 282873 h 376877"/>
                <a:gd name="csX47" fmla="*/ 1677189 w 1677189"/>
                <a:gd name="csY47" fmla="*/ 265782 h 376877"/>
                <a:gd name="csX48" fmla="*/ 1651552 w 1677189"/>
                <a:gd name="csY48" fmla="*/ 257236 h 376877"/>
                <a:gd name="csX49" fmla="*/ 1625914 w 1677189"/>
                <a:gd name="csY49" fmla="*/ 265782 h 376877"/>
                <a:gd name="csX0" fmla="*/ 1682586 w 1682586"/>
                <a:gd name="csY0" fmla="*/ 47649 h 376924"/>
                <a:gd name="csX1" fmla="*/ 1571678 w 1682586"/>
                <a:gd name="csY1" fmla="*/ 47 h 376924"/>
                <a:gd name="csX2" fmla="*/ 1275537 w 1682586"/>
                <a:gd name="csY2" fmla="*/ 35092 h 376924"/>
                <a:gd name="csX3" fmla="*/ 1249899 w 1682586"/>
                <a:gd name="csY3" fmla="*/ 18001 h 376924"/>
                <a:gd name="csX4" fmla="*/ 1181533 w 1682586"/>
                <a:gd name="csY4" fmla="*/ 909 h 376924"/>
                <a:gd name="csX5" fmla="*/ 1130258 w 1682586"/>
                <a:gd name="csY5" fmla="*/ 9455 h 376924"/>
                <a:gd name="csX6" fmla="*/ 1104621 w 1682586"/>
                <a:gd name="csY6" fmla="*/ 35092 h 376924"/>
                <a:gd name="csX7" fmla="*/ 1078983 w 1682586"/>
                <a:gd name="csY7" fmla="*/ 52184 h 376924"/>
                <a:gd name="csX8" fmla="*/ 890976 w 1682586"/>
                <a:gd name="csY8" fmla="*/ 43638 h 376924"/>
                <a:gd name="csX9" fmla="*/ 831155 w 1682586"/>
                <a:gd name="csY9" fmla="*/ 26546 h 376924"/>
                <a:gd name="csX10" fmla="*/ 557690 w 1682586"/>
                <a:gd name="csY10" fmla="*/ 35092 h 376924"/>
                <a:gd name="csX11" fmla="*/ 540598 w 1682586"/>
                <a:gd name="csY11" fmla="*/ 60730 h 376924"/>
                <a:gd name="csX12" fmla="*/ 514961 w 1682586"/>
                <a:gd name="csY12" fmla="*/ 77821 h 376924"/>
                <a:gd name="csX13" fmla="*/ 429503 w 1682586"/>
                <a:gd name="csY13" fmla="*/ 60730 h 376924"/>
                <a:gd name="csX14" fmla="*/ 378228 w 1682586"/>
                <a:gd name="csY14" fmla="*/ 26546 h 376924"/>
                <a:gd name="csX15" fmla="*/ 352591 w 1682586"/>
                <a:gd name="csY15" fmla="*/ 9455 h 376924"/>
                <a:gd name="csX16" fmla="*/ 232950 w 1682586"/>
                <a:gd name="csY16" fmla="*/ 35092 h 376924"/>
                <a:gd name="csX17" fmla="*/ 207312 w 1682586"/>
                <a:gd name="csY17" fmla="*/ 43638 h 376924"/>
                <a:gd name="csX18" fmla="*/ 104763 w 1682586"/>
                <a:gd name="csY18" fmla="*/ 35092 h 376924"/>
                <a:gd name="csX19" fmla="*/ 79125 w 1682586"/>
                <a:gd name="csY19" fmla="*/ 26546 h 376924"/>
                <a:gd name="csX20" fmla="*/ 44942 w 1682586"/>
                <a:gd name="csY20" fmla="*/ 18001 h 376924"/>
                <a:gd name="csX21" fmla="*/ 19305 w 1682586"/>
                <a:gd name="csY21" fmla="*/ 35092 h 376924"/>
                <a:gd name="csX22" fmla="*/ 27851 w 1682586"/>
                <a:gd name="csY22" fmla="*/ 60730 h 376924"/>
                <a:gd name="csX23" fmla="*/ 9372 w 1682586"/>
                <a:gd name="csY23" fmla="*/ 196414 h 376924"/>
                <a:gd name="csX24" fmla="*/ 62034 w 1682586"/>
                <a:gd name="csY24" fmla="*/ 206008 h 376924"/>
                <a:gd name="csX25" fmla="*/ 113309 w 1682586"/>
                <a:gd name="csY25" fmla="*/ 223100 h 376924"/>
                <a:gd name="csX26" fmla="*/ 164583 w 1682586"/>
                <a:gd name="csY26" fmla="*/ 240191 h 376924"/>
                <a:gd name="csX27" fmla="*/ 190221 w 1682586"/>
                <a:gd name="csY27" fmla="*/ 248737 h 376924"/>
                <a:gd name="csX28" fmla="*/ 241495 w 1682586"/>
                <a:gd name="csY28" fmla="*/ 257283 h 376924"/>
                <a:gd name="csX29" fmla="*/ 284224 w 1682586"/>
                <a:gd name="csY29" fmla="*/ 265829 h 376924"/>
                <a:gd name="csX30" fmla="*/ 335499 w 1682586"/>
                <a:gd name="csY30" fmla="*/ 282920 h 376924"/>
                <a:gd name="csX31" fmla="*/ 386774 w 1682586"/>
                <a:gd name="csY31" fmla="*/ 317104 h 376924"/>
                <a:gd name="csX32" fmla="*/ 429503 w 1682586"/>
                <a:gd name="csY32" fmla="*/ 351287 h 376924"/>
                <a:gd name="csX33" fmla="*/ 489323 w 1682586"/>
                <a:gd name="csY33" fmla="*/ 376924 h 376924"/>
                <a:gd name="csX34" fmla="*/ 566236 w 1682586"/>
                <a:gd name="csY34" fmla="*/ 368378 h 376924"/>
                <a:gd name="csX35" fmla="*/ 660239 w 1682586"/>
                <a:gd name="csY35" fmla="*/ 359832 h 376924"/>
                <a:gd name="csX36" fmla="*/ 711514 w 1682586"/>
                <a:gd name="csY36" fmla="*/ 342741 h 376924"/>
                <a:gd name="csX37" fmla="*/ 779880 w 1682586"/>
                <a:gd name="csY37" fmla="*/ 300012 h 376924"/>
                <a:gd name="csX38" fmla="*/ 967888 w 1682586"/>
                <a:gd name="csY38" fmla="*/ 308558 h 376924"/>
                <a:gd name="csX39" fmla="*/ 1027709 w 1682586"/>
                <a:gd name="csY39" fmla="*/ 325649 h 376924"/>
                <a:gd name="csX40" fmla="*/ 1061892 w 1682586"/>
                <a:gd name="csY40" fmla="*/ 342741 h 376924"/>
                <a:gd name="csX41" fmla="*/ 1138804 w 1682586"/>
                <a:gd name="csY41" fmla="*/ 368378 h 376924"/>
                <a:gd name="csX42" fmla="*/ 1284082 w 1682586"/>
                <a:gd name="csY42" fmla="*/ 351287 h 376924"/>
                <a:gd name="csX43" fmla="*/ 1318266 w 1682586"/>
                <a:gd name="csY43" fmla="*/ 334195 h 376924"/>
                <a:gd name="csX44" fmla="*/ 1369540 w 1682586"/>
                <a:gd name="csY44" fmla="*/ 300012 h 376924"/>
                <a:gd name="csX45" fmla="*/ 1557548 w 1682586"/>
                <a:gd name="csY45" fmla="*/ 300012 h 376924"/>
                <a:gd name="csX46" fmla="*/ 1625914 w 1682586"/>
                <a:gd name="csY46" fmla="*/ 282920 h 376924"/>
                <a:gd name="csX47" fmla="*/ 1677189 w 1682586"/>
                <a:gd name="csY47" fmla="*/ 265829 h 376924"/>
                <a:gd name="csX48" fmla="*/ 1651552 w 1682586"/>
                <a:gd name="csY48" fmla="*/ 257283 h 376924"/>
                <a:gd name="csX49" fmla="*/ 1625914 w 1682586"/>
                <a:gd name="csY49" fmla="*/ 265829 h 376924"/>
                <a:gd name="csX0" fmla="*/ 1682586 w 1682586"/>
                <a:gd name="csY0" fmla="*/ 47649 h 376924"/>
                <a:gd name="csX1" fmla="*/ 1571678 w 1682586"/>
                <a:gd name="csY1" fmla="*/ 47 h 376924"/>
                <a:gd name="csX2" fmla="*/ 1275537 w 1682586"/>
                <a:gd name="csY2" fmla="*/ 35092 h 376924"/>
                <a:gd name="csX3" fmla="*/ 1249899 w 1682586"/>
                <a:gd name="csY3" fmla="*/ 18001 h 376924"/>
                <a:gd name="csX4" fmla="*/ 1181533 w 1682586"/>
                <a:gd name="csY4" fmla="*/ 909 h 376924"/>
                <a:gd name="csX5" fmla="*/ 1130258 w 1682586"/>
                <a:gd name="csY5" fmla="*/ 9455 h 376924"/>
                <a:gd name="csX6" fmla="*/ 1104621 w 1682586"/>
                <a:gd name="csY6" fmla="*/ 35092 h 376924"/>
                <a:gd name="csX7" fmla="*/ 1078983 w 1682586"/>
                <a:gd name="csY7" fmla="*/ 52184 h 376924"/>
                <a:gd name="csX8" fmla="*/ 890976 w 1682586"/>
                <a:gd name="csY8" fmla="*/ 43638 h 376924"/>
                <a:gd name="csX9" fmla="*/ 831155 w 1682586"/>
                <a:gd name="csY9" fmla="*/ 26546 h 376924"/>
                <a:gd name="csX10" fmla="*/ 557690 w 1682586"/>
                <a:gd name="csY10" fmla="*/ 35092 h 376924"/>
                <a:gd name="csX11" fmla="*/ 540598 w 1682586"/>
                <a:gd name="csY11" fmla="*/ 60730 h 376924"/>
                <a:gd name="csX12" fmla="*/ 514961 w 1682586"/>
                <a:gd name="csY12" fmla="*/ 77821 h 376924"/>
                <a:gd name="csX13" fmla="*/ 429503 w 1682586"/>
                <a:gd name="csY13" fmla="*/ 60730 h 376924"/>
                <a:gd name="csX14" fmla="*/ 378228 w 1682586"/>
                <a:gd name="csY14" fmla="*/ 26546 h 376924"/>
                <a:gd name="csX15" fmla="*/ 352591 w 1682586"/>
                <a:gd name="csY15" fmla="*/ 9455 h 376924"/>
                <a:gd name="csX16" fmla="*/ 232950 w 1682586"/>
                <a:gd name="csY16" fmla="*/ 35092 h 376924"/>
                <a:gd name="csX17" fmla="*/ 207312 w 1682586"/>
                <a:gd name="csY17" fmla="*/ 43638 h 376924"/>
                <a:gd name="csX18" fmla="*/ 104763 w 1682586"/>
                <a:gd name="csY18" fmla="*/ 35092 h 376924"/>
                <a:gd name="csX19" fmla="*/ 79125 w 1682586"/>
                <a:gd name="csY19" fmla="*/ 26546 h 376924"/>
                <a:gd name="csX20" fmla="*/ 44942 w 1682586"/>
                <a:gd name="csY20" fmla="*/ 18001 h 376924"/>
                <a:gd name="csX21" fmla="*/ 19305 w 1682586"/>
                <a:gd name="csY21" fmla="*/ 35092 h 376924"/>
                <a:gd name="csX22" fmla="*/ 27851 w 1682586"/>
                <a:gd name="csY22" fmla="*/ 60730 h 376924"/>
                <a:gd name="csX23" fmla="*/ 9372 w 1682586"/>
                <a:gd name="csY23" fmla="*/ 196414 h 376924"/>
                <a:gd name="csX24" fmla="*/ 62034 w 1682586"/>
                <a:gd name="csY24" fmla="*/ 206008 h 376924"/>
                <a:gd name="csX25" fmla="*/ 113309 w 1682586"/>
                <a:gd name="csY25" fmla="*/ 223100 h 376924"/>
                <a:gd name="csX26" fmla="*/ 164583 w 1682586"/>
                <a:gd name="csY26" fmla="*/ 240191 h 376924"/>
                <a:gd name="csX27" fmla="*/ 190221 w 1682586"/>
                <a:gd name="csY27" fmla="*/ 248737 h 376924"/>
                <a:gd name="csX28" fmla="*/ 241495 w 1682586"/>
                <a:gd name="csY28" fmla="*/ 257283 h 376924"/>
                <a:gd name="csX29" fmla="*/ 284224 w 1682586"/>
                <a:gd name="csY29" fmla="*/ 265829 h 376924"/>
                <a:gd name="csX30" fmla="*/ 335499 w 1682586"/>
                <a:gd name="csY30" fmla="*/ 282920 h 376924"/>
                <a:gd name="csX31" fmla="*/ 386774 w 1682586"/>
                <a:gd name="csY31" fmla="*/ 317104 h 376924"/>
                <a:gd name="csX32" fmla="*/ 429503 w 1682586"/>
                <a:gd name="csY32" fmla="*/ 351287 h 376924"/>
                <a:gd name="csX33" fmla="*/ 489323 w 1682586"/>
                <a:gd name="csY33" fmla="*/ 376924 h 376924"/>
                <a:gd name="csX34" fmla="*/ 566236 w 1682586"/>
                <a:gd name="csY34" fmla="*/ 368378 h 376924"/>
                <a:gd name="csX35" fmla="*/ 660239 w 1682586"/>
                <a:gd name="csY35" fmla="*/ 359832 h 376924"/>
                <a:gd name="csX36" fmla="*/ 711514 w 1682586"/>
                <a:gd name="csY36" fmla="*/ 342741 h 376924"/>
                <a:gd name="csX37" fmla="*/ 779880 w 1682586"/>
                <a:gd name="csY37" fmla="*/ 300012 h 376924"/>
                <a:gd name="csX38" fmla="*/ 967888 w 1682586"/>
                <a:gd name="csY38" fmla="*/ 308558 h 376924"/>
                <a:gd name="csX39" fmla="*/ 1027709 w 1682586"/>
                <a:gd name="csY39" fmla="*/ 325649 h 376924"/>
                <a:gd name="csX40" fmla="*/ 1061892 w 1682586"/>
                <a:gd name="csY40" fmla="*/ 342741 h 376924"/>
                <a:gd name="csX41" fmla="*/ 1138804 w 1682586"/>
                <a:gd name="csY41" fmla="*/ 368378 h 376924"/>
                <a:gd name="csX42" fmla="*/ 1284082 w 1682586"/>
                <a:gd name="csY42" fmla="*/ 351287 h 376924"/>
                <a:gd name="csX43" fmla="*/ 1318266 w 1682586"/>
                <a:gd name="csY43" fmla="*/ 334195 h 376924"/>
                <a:gd name="csX44" fmla="*/ 1369540 w 1682586"/>
                <a:gd name="csY44" fmla="*/ 300012 h 376924"/>
                <a:gd name="csX45" fmla="*/ 1557548 w 1682586"/>
                <a:gd name="csY45" fmla="*/ 300012 h 376924"/>
                <a:gd name="csX46" fmla="*/ 1625914 w 1682586"/>
                <a:gd name="csY46" fmla="*/ 282920 h 376924"/>
                <a:gd name="csX47" fmla="*/ 1677189 w 1682586"/>
                <a:gd name="csY47" fmla="*/ 265829 h 376924"/>
                <a:gd name="csX48" fmla="*/ 1651552 w 1682586"/>
                <a:gd name="csY48" fmla="*/ 257283 h 376924"/>
                <a:gd name="csX0" fmla="*/ 1682586 w 1682586"/>
                <a:gd name="csY0" fmla="*/ 47649 h 376924"/>
                <a:gd name="csX1" fmla="*/ 1571678 w 1682586"/>
                <a:gd name="csY1" fmla="*/ 47 h 376924"/>
                <a:gd name="csX2" fmla="*/ 1275537 w 1682586"/>
                <a:gd name="csY2" fmla="*/ 35092 h 376924"/>
                <a:gd name="csX3" fmla="*/ 1249899 w 1682586"/>
                <a:gd name="csY3" fmla="*/ 18001 h 376924"/>
                <a:gd name="csX4" fmla="*/ 1181533 w 1682586"/>
                <a:gd name="csY4" fmla="*/ 909 h 376924"/>
                <a:gd name="csX5" fmla="*/ 1130258 w 1682586"/>
                <a:gd name="csY5" fmla="*/ 9455 h 376924"/>
                <a:gd name="csX6" fmla="*/ 1104621 w 1682586"/>
                <a:gd name="csY6" fmla="*/ 35092 h 376924"/>
                <a:gd name="csX7" fmla="*/ 1078983 w 1682586"/>
                <a:gd name="csY7" fmla="*/ 52184 h 376924"/>
                <a:gd name="csX8" fmla="*/ 890976 w 1682586"/>
                <a:gd name="csY8" fmla="*/ 43638 h 376924"/>
                <a:gd name="csX9" fmla="*/ 831155 w 1682586"/>
                <a:gd name="csY9" fmla="*/ 26546 h 376924"/>
                <a:gd name="csX10" fmla="*/ 557690 w 1682586"/>
                <a:gd name="csY10" fmla="*/ 35092 h 376924"/>
                <a:gd name="csX11" fmla="*/ 540598 w 1682586"/>
                <a:gd name="csY11" fmla="*/ 60730 h 376924"/>
                <a:gd name="csX12" fmla="*/ 514961 w 1682586"/>
                <a:gd name="csY12" fmla="*/ 77821 h 376924"/>
                <a:gd name="csX13" fmla="*/ 429503 w 1682586"/>
                <a:gd name="csY13" fmla="*/ 60730 h 376924"/>
                <a:gd name="csX14" fmla="*/ 378228 w 1682586"/>
                <a:gd name="csY14" fmla="*/ 26546 h 376924"/>
                <a:gd name="csX15" fmla="*/ 352591 w 1682586"/>
                <a:gd name="csY15" fmla="*/ 9455 h 376924"/>
                <a:gd name="csX16" fmla="*/ 232950 w 1682586"/>
                <a:gd name="csY16" fmla="*/ 35092 h 376924"/>
                <a:gd name="csX17" fmla="*/ 207312 w 1682586"/>
                <a:gd name="csY17" fmla="*/ 43638 h 376924"/>
                <a:gd name="csX18" fmla="*/ 104763 w 1682586"/>
                <a:gd name="csY18" fmla="*/ 35092 h 376924"/>
                <a:gd name="csX19" fmla="*/ 79125 w 1682586"/>
                <a:gd name="csY19" fmla="*/ 26546 h 376924"/>
                <a:gd name="csX20" fmla="*/ 44942 w 1682586"/>
                <a:gd name="csY20" fmla="*/ 18001 h 376924"/>
                <a:gd name="csX21" fmla="*/ 19305 w 1682586"/>
                <a:gd name="csY21" fmla="*/ 35092 h 376924"/>
                <a:gd name="csX22" fmla="*/ 27851 w 1682586"/>
                <a:gd name="csY22" fmla="*/ 60730 h 376924"/>
                <a:gd name="csX23" fmla="*/ 9372 w 1682586"/>
                <a:gd name="csY23" fmla="*/ 196414 h 376924"/>
                <a:gd name="csX24" fmla="*/ 62034 w 1682586"/>
                <a:gd name="csY24" fmla="*/ 206008 h 376924"/>
                <a:gd name="csX25" fmla="*/ 113309 w 1682586"/>
                <a:gd name="csY25" fmla="*/ 223100 h 376924"/>
                <a:gd name="csX26" fmla="*/ 164583 w 1682586"/>
                <a:gd name="csY26" fmla="*/ 240191 h 376924"/>
                <a:gd name="csX27" fmla="*/ 190221 w 1682586"/>
                <a:gd name="csY27" fmla="*/ 248737 h 376924"/>
                <a:gd name="csX28" fmla="*/ 241495 w 1682586"/>
                <a:gd name="csY28" fmla="*/ 257283 h 376924"/>
                <a:gd name="csX29" fmla="*/ 284224 w 1682586"/>
                <a:gd name="csY29" fmla="*/ 265829 h 376924"/>
                <a:gd name="csX30" fmla="*/ 335499 w 1682586"/>
                <a:gd name="csY30" fmla="*/ 282920 h 376924"/>
                <a:gd name="csX31" fmla="*/ 386774 w 1682586"/>
                <a:gd name="csY31" fmla="*/ 317104 h 376924"/>
                <a:gd name="csX32" fmla="*/ 429503 w 1682586"/>
                <a:gd name="csY32" fmla="*/ 351287 h 376924"/>
                <a:gd name="csX33" fmla="*/ 489323 w 1682586"/>
                <a:gd name="csY33" fmla="*/ 376924 h 376924"/>
                <a:gd name="csX34" fmla="*/ 566236 w 1682586"/>
                <a:gd name="csY34" fmla="*/ 368378 h 376924"/>
                <a:gd name="csX35" fmla="*/ 660239 w 1682586"/>
                <a:gd name="csY35" fmla="*/ 359832 h 376924"/>
                <a:gd name="csX36" fmla="*/ 711514 w 1682586"/>
                <a:gd name="csY36" fmla="*/ 342741 h 376924"/>
                <a:gd name="csX37" fmla="*/ 779880 w 1682586"/>
                <a:gd name="csY37" fmla="*/ 300012 h 376924"/>
                <a:gd name="csX38" fmla="*/ 967888 w 1682586"/>
                <a:gd name="csY38" fmla="*/ 308558 h 376924"/>
                <a:gd name="csX39" fmla="*/ 1027709 w 1682586"/>
                <a:gd name="csY39" fmla="*/ 325649 h 376924"/>
                <a:gd name="csX40" fmla="*/ 1061892 w 1682586"/>
                <a:gd name="csY40" fmla="*/ 342741 h 376924"/>
                <a:gd name="csX41" fmla="*/ 1138804 w 1682586"/>
                <a:gd name="csY41" fmla="*/ 368378 h 376924"/>
                <a:gd name="csX42" fmla="*/ 1284082 w 1682586"/>
                <a:gd name="csY42" fmla="*/ 351287 h 376924"/>
                <a:gd name="csX43" fmla="*/ 1318266 w 1682586"/>
                <a:gd name="csY43" fmla="*/ 334195 h 376924"/>
                <a:gd name="csX44" fmla="*/ 1369540 w 1682586"/>
                <a:gd name="csY44" fmla="*/ 300012 h 376924"/>
                <a:gd name="csX45" fmla="*/ 1557548 w 1682586"/>
                <a:gd name="csY45" fmla="*/ 300012 h 376924"/>
                <a:gd name="csX46" fmla="*/ 1625914 w 1682586"/>
                <a:gd name="csY46" fmla="*/ 282920 h 376924"/>
                <a:gd name="csX47" fmla="*/ 1677189 w 1682586"/>
                <a:gd name="csY47" fmla="*/ 265829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779880 w 1701252"/>
                <a:gd name="csY37" fmla="*/ 300012 h 376924"/>
                <a:gd name="csX38" fmla="*/ 967888 w 1701252"/>
                <a:gd name="csY38" fmla="*/ 308558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07953 w 1701252"/>
                <a:gd name="csY37" fmla="*/ 324075 h 376924"/>
                <a:gd name="csX38" fmla="*/ 967888 w 1701252"/>
                <a:gd name="csY38" fmla="*/ 308558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07953 w 1701252"/>
                <a:gd name="csY37" fmla="*/ 324075 h 376924"/>
                <a:gd name="csX38" fmla="*/ 951846 w 1701252"/>
                <a:gd name="csY38" fmla="*/ 324600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19985 w 1701252"/>
                <a:gd name="csY37" fmla="*/ 340117 h 376924"/>
                <a:gd name="csX38" fmla="*/ 951846 w 1701252"/>
                <a:gd name="csY38" fmla="*/ 324600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19985 w 1701252"/>
                <a:gd name="csY37" fmla="*/ 340117 h 376924"/>
                <a:gd name="csX38" fmla="*/ 979919 w 1701252"/>
                <a:gd name="csY38" fmla="*/ 340642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1701252" h="376924">
                  <a:moveTo>
                    <a:pt x="1682586" y="47649"/>
                  </a:moveTo>
                  <a:cubicBezTo>
                    <a:pt x="1668343" y="50498"/>
                    <a:pt x="1639519" y="2140"/>
                    <a:pt x="1571678" y="47"/>
                  </a:cubicBezTo>
                  <a:cubicBezTo>
                    <a:pt x="1503837" y="-2046"/>
                    <a:pt x="1396512" y="65337"/>
                    <a:pt x="1275537" y="35092"/>
                  </a:cubicBezTo>
                  <a:cubicBezTo>
                    <a:pt x="1266991" y="29395"/>
                    <a:pt x="1259086" y="22594"/>
                    <a:pt x="1249899" y="18001"/>
                  </a:cubicBezTo>
                  <a:cubicBezTo>
                    <a:pt x="1232379" y="9241"/>
                    <a:pt x="1197788" y="4160"/>
                    <a:pt x="1181533" y="909"/>
                  </a:cubicBezTo>
                  <a:cubicBezTo>
                    <a:pt x="1164441" y="3758"/>
                    <a:pt x="1146092" y="2418"/>
                    <a:pt x="1130258" y="9455"/>
                  </a:cubicBezTo>
                  <a:cubicBezTo>
                    <a:pt x="1119214" y="14363"/>
                    <a:pt x="1113905" y="27355"/>
                    <a:pt x="1104621" y="35092"/>
                  </a:cubicBezTo>
                  <a:cubicBezTo>
                    <a:pt x="1096731" y="41667"/>
                    <a:pt x="1087529" y="46487"/>
                    <a:pt x="1078983" y="52184"/>
                  </a:cubicBezTo>
                  <a:cubicBezTo>
                    <a:pt x="1016314" y="49335"/>
                    <a:pt x="953525" y="48450"/>
                    <a:pt x="890976" y="43638"/>
                  </a:cubicBezTo>
                  <a:cubicBezTo>
                    <a:pt x="877027" y="42565"/>
                    <a:pt x="845713" y="31399"/>
                    <a:pt x="831155" y="26546"/>
                  </a:cubicBezTo>
                  <a:cubicBezTo>
                    <a:pt x="740000" y="29395"/>
                    <a:pt x="648265" y="24436"/>
                    <a:pt x="557690" y="35092"/>
                  </a:cubicBezTo>
                  <a:cubicBezTo>
                    <a:pt x="547489" y="36292"/>
                    <a:pt x="547861" y="53467"/>
                    <a:pt x="540598" y="60730"/>
                  </a:cubicBezTo>
                  <a:cubicBezTo>
                    <a:pt x="533336" y="67992"/>
                    <a:pt x="523507" y="72124"/>
                    <a:pt x="514961" y="77821"/>
                  </a:cubicBezTo>
                  <a:cubicBezTo>
                    <a:pt x="508529" y="76749"/>
                    <a:pt x="442248" y="67102"/>
                    <a:pt x="429503" y="60730"/>
                  </a:cubicBezTo>
                  <a:cubicBezTo>
                    <a:pt x="411130" y="51543"/>
                    <a:pt x="395320" y="37941"/>
                    <a:pt x="378228" y="26546"/>
                  </a:cubicBezTo>
                  <a:lnTo>
                    <a:pt x="352591" y="9455"/>
                  </a:lnTo>
                  <a:cubicBezTo>
                    <a:pt x="266348" y="20235"/>
                    <a:pt x="306011" y="10739"/>
                    <a:pt x="232950" y="35092"/>
                  </a:cubicBezTo>
                  <a:lnTo>
                    <a:pt x="207312" y="43638"/>
                  </a:lnTo>
                  <a:cubicBezTo>
                    <a:pt x="173129" y="40789"/>
                    <a:pt x="138764" y="39626"/>
                    <a:pt x="104763" y="35092"/>
                  </a:cubicBezTo>
                  <a:cubicBezTo>
                    <a:pt x="95834" y="33901"/>
                    <a:pt x="87787" y="29021"/>
                    <a:pt x="79125" y="26546"/>
                  </a:cubicBezTo>
                  <a:cubicBezTo>
                    <a:pt x="67832" y="23320"/>
                    <a:pt x="56336" y="20849"/>
                    <a:pt x="44942" y="18001"/>
                  </a:cubicBezTo>
                  <a:cubicBezTo>
                    <a:pt x="36396" y="23698"/>
                    <a:pt x="23119" y="25556"/>
                    <a:pt x="19305" y="35092"/>
                  </a:cubicBezTo>
                  <a:cubicBezTo>
                    <a:pt x="15960" y="43456"/>
                    <a:pt x="29507" y="33843"/>
                    <a:pt x="27851" y="60730"/>
                  </a:cubicBezTo>
                  <a:cubicBezTo>
                    <a:pt x="26196" y="87617"/>
                    <a:pt x="-19090" y="68340"/>
                    <a:pt x="9372" y="196414"/>
                  </a:cubicBezTo>
                  <a:cubicBezTo>
                    <a:pt x="11326" y="205207"/>
                    <a:pt x="44711" y="201560"/>
                    <a:pt x="62034" y="206008"/>
                  </a:cubicBezTo>
                  <a:cubicBezTo>
                    <a:pt x="79357" y="210456"/>
                    <a:pt x="96217" y="217403"/>
                    <a:pt x="113309" y="223100"/>
                  </a:cubicBezTo>
                  <a:lnTo>
                    <a:pt x="164583" y="240191"/>
                  </a:lnTo>
                  <a:cubicBezTo>
                    <a:pt x="173129" y="243040"/>
                    <a:pt x="181335" y="247256"/>
                    <a:pt x="190221" y="248737"/>
                  </a:cubicBezTo>
                  <a:lnTo>
                    <a:pt x="241495" y="257283"/>
                  </a:lnTo>
                  <a:cubicBezTo>
                    <a:pt x="255786" y="259881"/>
                    <a:pt x="270211" y="262007"/>
                    <a:pt x="284224" y="265829"/>
                  </a:cubicBezTo>
                  <a:cubicBezTo>
                    <a:pt x="301605" y="270569"/>
                    <a:pt x="335499" y="282920"/>
                    <a:pt x="335499" y="282920"/>
                  </a:cubicBezTo>
                  <a:cubicBezTo>
                    <a:pt x="352591" y="294315"/>
                    <a:pt x="370734" y="304272"/>
                    <a:pt x="386774" y="317104"/>
                  </a:cubicBezTo>
                  <a:cubicBezTo>
                    <a:pt x="401017" y="328498"/>
                    <a:pt x="414326" y="341169"/>
                    <a:pt x="429503" y="351287"/>
                  </a:cubicBezTo>
                  <a:cubicBezTo>
                    <a:pt x="450621" y="365365"/>
                    <a:pt x="466536" y="369328"/>
                    <a:pt x="489323" y="376924"/>
                  </a:cubicBezTo>
                  <a:lnTo>
                    <a:pt x="566236" y="368378"/>
                  </a:lnTo>
                  <a:cubicBezTo>
                    <a:pt x="597543" y="365247"/>
                    <a:pt x="629254" y="365300"/>
                    <a:pt x="660239" y="359832"/>
                  </a:cubicBezTo>
                  <a:cubicBezTo>
                    <a:pt x="677981" y="356701"/>
                    <a:pt x="684890" y="346027"/>
                    <a:pt x="711514" y="342741"/>
                  </a:cubicBezTo>
                  <a:cubicBezTo>
                    <a:pt x="738138" y="339455"/>
                    <a:pt x="780528" y="366423"/>
                    <a:pt x="819985" y="340117"/>
                  </a:cubicBezTo>
                  <a:cubicBezTo>
                    <a:pt x="882654" y="342966"/>
                    <a:pt x="945298" y="343053"/>
                    <a:pt x="979919" y="340642"/>
                  </a:cubicBezTo>
                  <a:cubicBezTo>
                    <a:pt x="1014540" y="338231"/>
                    <a:pt x="1014047" y="325299"/>
                    <a:pt x="1027709" y="325649"/>
                  </a:cubicBezTo>
                  <a:cubicBezTo>
                    <a:pt x="1041371" y="325999"/>
                    <a:pt x="1050251" y="337567"/>
                    <a:pt x="1061892" y="342741"/>
                  </a:cubicBezTo>
                  <a:cubicBezTo>
                    <a:pt x="1103263" y="361128"/>
                    <a:pt x="1099128" y="358459"/>
                    <a:pt x="1138804" y="368378"/>
                  </a:cubicBezTo>
                  <a:cubicBezTo>
                    <a:pt x="1168482" y="366095"/>
                    <a:pt x="1243316" y="366574"/>
                    <a:pt x="1284082" y="351287"/>
                  </a:cubicBezTo>
                  <a:cubicBezTo>
                    <a:pt x="1296011" y="346814"/>
                    <a:pt x="1307342" y="340750"/>
                    <a:pt x="1318266" y="334195"/>
                  </a:cubicBezTo>
                  <a:cubicBezTo>
                    <a:pt x="1335880" y="323627"/>
                    <a:pt x="1369540" y="300012"/>
                    <a:pt x="1369540" y="300012"/>
                  </a:cubicBezTo>
                  <a:cubicBezTo>
                    <a:pt x="1479892" y="306909"/>
                    <a:pt x="1477799" y="317101"/>
                    <a:pt x="1557548" y="300012"/>
                  </a:cubicBezTo>
                  <a:cubicBezTo>
                    <a:pt x="1580517" y="295090"/>
                    <a:pt x="1603629" y="290348"/>
                    <a:pt x="1625914" y="282920"/>
                  </a:cubicBezTo>
                  <a:lnTo>
                    <a:pt x="1701252" y="249787"/>
                  </a:lnTo>
                </a:path>
              </a:pathLst>
            </a:custGeom>
            <a:solidFill>
              <a:schemeClr val="accent6">
                <a:lumMod val="7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DD0F5459-9014-5FD1-11C3-7312532AE353}"/>
                </a:ext>
              </a:extLst>
            </p:cNvPr>
            <p:cNvSpPr/>
            <p:nvPr/>
          </p:nvSpPr>
          <p:spPr>
            <a:xfrm flipH="1">
              <a:off x="1979639" y="209966"/>
              <a:ext cx="1456557" cy="799114"/>
            </a:xfrm>
            <a:custGeom>
              <a:avLst/>
              <a:gdLst>
                <a:gd name="csX0" fmla="*/ 1350236 w 1350236"/>
                <a:gd name="csY0" fmla="*/ 145278 h 777667"/>
                <a:gd name="csX1" fmla="*/ 1239141 w 1350236"/>
                <a:gd name="csY1" fmla="*/ 487110 h 777667"/>
                <a:gd name="csX2" fmla="*/ 922946 w 1350236"/>
                <a:gd name="csY2" fmla="*/ 581114 h 777667"/>
                <a:gd name="csX3" fmla="*/ 675118 w 1350236"/>
                <a:gd name="csY3" fmla="*/ 478564 h 777667"/>
                <a:gd name="csX4" fmla="*/ 640935 w 1350236"/>
                <a:gd name="csY4" fmla="*/ 282011 h 777667"/>
                <a:gd name="csX5" fmla="*/ 769122 w 1350236"/>
                <a:gd name="csY5" fmla="*/ 273465 h 777667"/>
                <a:gd name="csX6" fmla="*/ 863126 w 1350236"/>
                <a:gd name="csY6" fmla="*/ 307648 h 777667"/>
                <a:gd name="csX7" fmla="*/ 957129 w 1350236"/>
                <a:gd name="csY7" fmla="*/ 145278 h 777667"/>
                <a:gd name="csX8" fmla="*/ 623843 w 1350236"/>
                <a:gd name="csY8" fmla="*/ 0 h 777667"/>
                <a:gd name="csX9" fmla="*/ 213645 w 1350236"/>
                <a:gd name="csY9" fmla="*/ 59820 h 777667"/>
                <a:gd name="csX10" fmla="*/ 94004 w 1350236"/>
                <a:gd name="csY10" fmla="*/ 401652 h 777667"/>
                <a:gd name="csX11" fmla="*/ 0 w 1350236"/>
                <a:gd name="csY11" fmla="*/ 777667 h 777667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6010"/>
                <a:gd name="csY0" fmla="*/ 151385 h 783774"/>
                <a:gd name="csX1" fmla="*/ 1346988 w 1356010"/>
                <a:gd name="csY1" fmla="*/ 151385 h 783774"/>
                <a:gd name="csX2" fmla="*/ 1239141 w 1356010"/>
                <a:gd name="csY2" fmla="*/ 493217 h 783774"/>
                <a:gd name="csX3" fmla="*/ 922946 w 1356010"/>
                <a:gd name="csY3" fmla="*/ 587221 h 783774"/>
                <a:gd name="csX4" fmla="*/ 675118 w 1356010"/>
                <a:gd name="csY4" fmla="*/ 484671 h 783774"/>
                <a:gd name="csX5" fmla="*/ 640935 w 1356010"/>
                <a:gd name="csY5" fmla="*/ 288118 h 783774"/>
                <a:gd name="csX6" fmla="*/ 769122 w 1356010"/>
                <a:gd name="csY6" fmla="*/ 279572 h 783774"/>
                <a:gd name="csX7" fmla="*/ 863126 w 1356010"/>
                <a:gd name="csY7" fmla="*/ 313755 h 783774"/>
                <a:gd name="csX8" fmla="*/ 957129 w 1356010"/>
                <a:gd name="csY8" fmla="*/ 151385 h 783774"/>
                <a:gd name="csX9" fmla="*/ 623843 w 1356010"/>
                <a:gd name="csY9" fmla="*/ 6107 h 783774"/>
                <a:gd name="csX10" fmla="*/ 213645 w 1356010"/>
                <a:gd name="csY10" fmla="*/ 65927 h 783774"/>
                <a:gd name="csX11" fmla="*/ 94004 w 1356010"/>
                <a:gd name="csY11" fmla="*/ 407759 h 783774"/>
                <a:gd name="csX12" fmla="*/ 0 w 1356010"/>
                <a:gd name="csY12" fmla="*/ 783774 h 783774"/>
                <a:gd name="csX0" fmla="*/ 1350236 w 1350236"/>
                <a:gd name="csY0" fmla="*/ 151385 h 783774"/>
                <a:gd name="csX1" fmla="*/ 1252984 w 1350236"/>
                <a:gd name="csY1" fmla="*/ 271026 h 783774"/>
                <a:gd name="csX2" fmla="*/ 1239141 w 1350236"/>
                <a:gd name="csY2" fmla="*/ 493217 h 783774"/>
                <a:gd name="csX3" fmla="*/ 922946 w 1350236"/>
                <a:gd name="csY3" fmla="*/ 587221 h 783774"/>
                <a:gd name="csX4" fmla="*/ 675118 w 1350236"/>
                <a:gd name="csY4" fmla="*/ 484671 h 783774"/>
                <a:gd name="csX5" fmla="*/ 640935 w 1350236"/>
                <a:gd name="csY5" fmla="*/ 288118 h 783774"/>
                <a:gd name="csX6" fmla="*/ 769122 w 1350236"/>
                <a:gd name="csY6" fmla="*/ 279572 h 783774"/>
                <a:gd name="csX7" fmla="*/ 863126 w 1350236"/>
                <a:gd name="csY7" fmla="*/ 313755 h 783774"/>
                <a:gd name="csX8" fmla="*/ 957129 w 1350236"/>
                <a:gd name="csY8" fmla="*/ 151385 h 783774"/>
                <a:gd name="csX9" fmla="*/ 623843 w 1350236"/>
                <a:gd name="csY9" fmla="*/ 6107 h 783774"/>
                <a:gd name="csX10" fmla="*/ 213645 w 1350236"/>
                <a:gd name="csY10" fmla="*/ 65927 h 783774"/>
                <a:gd name="csX11" fmla="*/ 94004 w 1350236"/>
                <a:gd name="csY11" fmla="*/ 407759 h 783774"/>
                <a:gd name="csX12" fmla="*/ 0 w 1350236"/>
                <a:gd name="csY12" fmla="*/ 783774 h 783774"/>
                <a:gd name="csX0" fmla="*/ 1435694 w 1435694"/>
                <a:gd name="csY0" fmla="*/ 151385 h 783774"/>
                <a:gd name="csX1" fmla="*/ 1252984 w 1435694"/>
                <a:gd name="csY1" fmla="*/ 271026 h 783774"/>
                <a:gd name="csX2" fmla="*/ 1239141 w 1435694"/>
                <a:gd name="csY2" fmla="*/ 493217 h 783774"/>
                <a:gd name="csX3" fmla="*/ 922946 w 1435694"/>
                <a:gd name="csY3" fmla="*/ 587221 h 783774"/>
                <a:gd name="csX4" fmla="*/ 675118 w 1435694"/>
                <a:gd name="csY4" fmla="*/ 484671 h 783774"/>
                <a:gd name="csX5" fmla="*/ 640935 w 1435694"/>
                <a:gd name="csY5" fmla="*/ 288118 h 783774"/>
                <a:gd name="csX6" fmla="*/ 769122 w 1435694"/>
                <a:gd name="csY6" fmla="*/ 279572 h 783774"/>
                <a:gd name="csX7" fmla="*/ 863126 w 1435694"/>
                <a:gd name="csY7" fmla="*/ 313755 h 783774"/>
                <a:gd name="csX8" fmla="*/ 957129 w 1435694"/>
                <a:gd name="csY8" fmla="*/ 151385 h 783774"/>
                <a:gd name="csX9" fmla="*/ 623843 w 1435694"/>
                <a:gd name="csY9" fmla="*/ 6107 h 783774"/>
                <a:gd name="csX10" fmla="*/ 213645 w 1435694"/>
                <a:gd name="csY10" fmla="*/ 65927 h 783774"/>
                <a:gd name="csX11" fmla="*/ 94004 w 1435694"/>
                <a:gd name="csY11" fmla="*/ 407759 h 783774"/>
                <a:gd name="csX12" fmla="*/ 0 w 1435694"/>
                <a:gd name="csY12" fmla="*/ 783774 h 783774"/>
                <a:gd name="csX0" fmla="*/ 1435694 w 1448715"/>
                <a:gd name="csY0" fmla="*/ 151385 h 783774"/>
                <a:gd name="csX1" fmla="*/ 1435033 w 1448715"/>
                <a:gd name="csY1" fmla="*/ 149399 h 783774"/>
                <a:gd name="csX2" fmla="*/ 1252984 w 1448715"/>
                <a:gd name="csY2" fmla="*/ 271026 h 783774"/>
                <a:gd name="csX3" fmla="*/ 1239141 w 1448715"/>
                <a:gd name="csY3" fmla="*/ 493217 h 783774"/>
                <a:gd name="csX4" fmla="*/ 922946 w 1448715"/>
                <a:gd name="csY4" fmla="*/ 587221 h 783774"/>
                <a:gd name="csX5" fmla="*/ 675118 w 1448715"/>
                <a:gd name="csY5" fmla="*/ 484671 h 783774"/>
                <a:gd name="csX6" fmla="*/ 640935 w 1448715"/>
                <a:gd name="csY6" fmla="*/ 288118 h 783774"/>
                <a:gd name="csX7" fmla="*/ 769122 w 1448715"/>
                <a:gd name="csY7" fmla="*/ 279572 h 783774"/>
                <a:gd name="csX8" fmla="*/ 863126 w 1448715"/>
                <a:gd name="csY8" fmla="*/ 313755 h 783774"/>
                <a:gd name="csX9" fmla="*/ 957129 w 1448715"/>
                <a:gd name="csY9" fmla="*/ 151385 h 783774"/>
                <a:gd name="csX10" fmla="*/ 623843 w 1448715"/>
                <a:gd name="csY10" fmla="*/ 6107 h 783774"/>
                <a:gd name="csX11" fmla="*/ 213645 w 1448715"/>
                <a:gd name="csY11" fmla="*/ 65927 h 783774"/>
                <a:gd name="csX12" fmla="*/ 94004 w 1448715"/>
                <a:gd name="csY12" fmla="*/ 407759 h 783774"/>
                <a:gd name="csX13" fmla="*/ 0 w 1448715"/>
                <a:gd name="csY13" fmla="*/ 783774 h 783774"/>
                <a:gd name="csX0" fmla="*/ 1435694 w 1435694"/>
                <a:gd name="csY0" fmla="*/ 151385 h 783774"/>
                <a:gd name="csX1" fmla="*/ 1370865 w 1435694"/>
                <a:gd name="csY1" fmla="*/ 277736 h 783774"/>
                <a:gd name="csX2" fmla="*/ 1252984 w 1435694"/>
                <a:gd name="csY2" fmla="*/ 271026 h 783774"/>
                <a:gd name="csX3" fmla="*/ 1239141 w 1435694"/>
                <a:gd name="csY3" fmla="*/ 493217 h 783774"/>
                <a:gd name="csX4" fmla="*/ 922946 w 1435694"/>
                <a:gd name="csY4" fmla="*/ 587221 h 783774"/>
                <a:gd name="csX5" fmla="*/ 675118 w 1435694"/>
                <a:gd name="csY5" fmla="*/ 484671 h 783774"/>
                <a:gd name="csX6" fmla="*/ 640935 w 1435694"/>
                <a:gd name="csY6" fmla="*/ 288118 h 783774"/>
                <a:gd name="csX7" fmla="*/ 769122 w 1435694"/>
                <a:gd name="csY7" fmla="*/ 279572 h 783774"/>
                <a:gd name="csX8" fmla="*/ 863126 w 1435694"/>
                <a:gd name="csY8" fmla="*/ 313755 h 783774"/>
                <a:gd name="csX9" fmla="*/ 957129 w 1435694"/>
                <a:gd name="csY9" fmla="*/ 151385 h 783774"/>
                <a:gd name="csX10" fmla="*/ 623843 w 1435694"/>
                <a:gd name="csY10" fmla="*/ 6107 h 783774"/>
                <a:gd name="csX11" fmla="*/ 213645 w 1435694"/>
                <a:gd name="csY11" fmla="*/ 65927 h 783774"/>
                <a:gd name="csX12" fmla="*/ 94004 w 1435694"/>
                <a:gd name="csY12" fmla="*/ 407759 h 783774"/>
                <a:gd name="csX13" fmla="*/ 0 w 1435694"/>
                <a:gd name="csY13" fmla="*/ 783774 h 783774"/>
                <a:gd name="csX0" fmla="*/ 1411630 w 1411630"/>
                <a:gd name="csY0" fmla="*/ 985574 h 985574"/>
                <a:gd name="csX1" fmla="*/ 1370865 w 1411630"/>
                <a:gd name="csY1" fmla="*/ 277736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313142 w 1411630"/>
                <a:gd name="csY2" fmla="*/ 331183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78885 w 1411630"/>
                <a:gd name="csY1" fmla="*/ 329873 h 985574"/>
                <a:gd name="csX2" fmla="*/ 1354822 w 1411630"/>
                <a:gd name="csY2" fmla="*/ 141378 h 985574"/>
                <a:gd name="csX3" fmla="*/ 1313142 w 1411630"/>
                <a:gd name="csY3" fmla="*/ 331183 h 985574"/>
                <a:gd name="csX4" fmla="*/ 1239141 w 1411630"/>
                <a:gd name="csY4" fmla="*/ 493217 h 985574"/>
                <a:gd name="csX5" fmla="*/ 922946 w 1411630"/>
                <a:gd name="csY5" fmla="*/ 587221 h 985574"/>
                <a:gd name="csX6" fmla="*/ 675118 w 1411630"/>
                <a:gd name="csY6" fmla="*/ 484671 h 985574"/>
                <a:gd name="csX7" fmla="*/ 640935 w 1411630"/>
                <a:gd name="csY7" fmla="*/ 288118 h 985574"/>
                <a:gd name="csX8" fmla="*/ 769122 w 1411630"/>
                <a:gd name="csY8" fmla="*/ 279572 h 985574"/>
                <a:gd name="csX9" fmla="*/ 863126 w 1411630"/>
                <a:gd name="csY9" fmla="*/ 313755 h 985574"/>
                <a:gd name="csX10" fmla="*/ 957129 w 1411630"/>
                <a:gd name="csY10" fmla="*/ 151385 h 985574"/>
                <a:gd name="csX11" fmla="*/ 623843 w 1411630"/>
                <a:gd name="csY11" fmla="*/ 6107 h 985574"/>
                <a:gd name="csX12" fmla="*/ 213645 w 1411630"/>
                <a:gd name="csY12" fmla="*/ 65927 h 985574"/>
                <a:gd name="csX13" fmla="*/ 94004 w 1411630"/>
                <a:gd name="csY13" fmla="*/ 407759 h 985574"/>
                <a:gd name="csX14" fmla="*/ 0 w 1411630"/>
                <a:gd name="csY14" fmla="*/ 783774 h 985574"/>
                <a:gd name="csX0" fmla="*/ 1411630 w 1432683"/>
                <a:gd name="csY0" fmla="*/ 985574 h 985574"/>
                <a:gd name="csX1" fmla="*/ 1431022 w 1432683"/>
                <a:gd name="csY1" fmla="*/ 149400 h 985574"/>
                <a:gd name="csX2" fmla="*/ 1354822 w 1432683"/>
                <a:gd name="csY2" fmla="*/ 141378 h 985574"/>
                <a:gd name="csX3" fmla="*/ 1313142 w 1432683"/>
                <a:gd name="csY3" fmla="*/ 331183 h 985574"/>
                <a:gd name="csX4" fmla="*/ 1239141 w 1432683"/>
                <a:gd name="csY4" fmla="*/ 493217 h 985574"/>
                <a:gd name="csX5" fmla="*/ 922946 w 1432683"/>
                <a:gd name="csY5" fmla="*/ 587221 h 985574"/>
                <a:gd name="csX6" fmla="*/ 675118 w 1432683"/>
                <a:gd name="csY6" fmla="*/ 484671 h 985574"/>
                <a:gd name="csX7" fmla="*/ 640935 w 1432683"/>
                <a:gd name="csY7" fmla="*/ 288118 h 985574"/>
                <a:gd name="csX8" fmla="*/ 769122 w 1432683"/>
                <a:gd name="csY8" fmla="*/ 279572 h 985574"/>
                <a:gd name="csX9" fmla="*/ 863126 w 1432683"/>
                <a:gd name="csY9" fmla="*/ 313755 h 985574"/>
                <a:gd name="csX10" fmla="*/ 957129 w 1432683"/>
                <a:gd name="csY10" fmla="*/ 151385 h 985574"/>
                <a:gd name="csX11" fmla="*/ 623843 w 1432683"/>
                <a:gd name="csY11" fmla="*/ 6107 h 985574"/>
                <a:gd name="csX12" fmla="*/ 213645 w 1432683"/>
                <a:gd name="csY12" fmla="*/ 65927 h 985574"/>
                <a:gd name="csX13" fmla="*/ 94004 w 1432683"/>
                <a:gd name="csY13" fmla="*/ 407759 h 985574"/>
                <a:gd name="csX14" fmla="*/ 0 w 1432683"/>
                <a:gd name="csY14" fmla="*/ 783774 h 9855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0 w 1431022"/>
                <a:gd name="csY13" fmla="*/ 783774 h 7837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35359 w 1431022"/>
                <a:gd name="csY13" fmla="*/ 650715 h 783774"/>
                <a:gd name="csX14" fmla="*/ 0 w 1431022"/>
                <a:gd name="csY14" fmla="*/ 783774 h 783774"/>
                <a:gd name="csX0" fmla="*/ 1395663 w 1412441"/>
                <a:gd name="csY0" fmla="*/ 149400 h 775753"/>
                <a:gd name="csX1" fmla="*/ 1319463 w 1412441"/>
                <a:gd name="csY1" fmla="*/ 141378 h 775753"/>
                <a:gd name="csX2" fmla="*/ 1277783 w 1412441"/>
                <a:gd name="csY2" fmla="*/ 331183 h 775753"/>
                <a:gd name="csX3" fmla="*/ 1203782 w 1412441"/>
                <a:gd name="csY3" fmla="*/ 493217 h 775753"/>
                <a:gd name="csX4" fmla="*/ 887587 w 1412441"/>
                <a:gd name="csY4" fmla="*/ 587221 h 775753"/>
                <a:gd name="csX5" fmla="*/ 639759 w 1412441"/>
                <a:gd name="csY5" fmla="*/ 484671 h 775753"/>
                <a:gd name="csX6" fmla="*/ 605576 w 1412441"/>
                <a:gd name="csY6" fmla="*/ 288118 h 775753"/>
                <a:gd name="csX7" fmla="*/ 733763 w 1412441"/>
                <a:gd name="csY7" fmla="*/ 279572 h 775753"/>
                <a:gd name="csX8" fmla="*/ 827767 w 1412441"/>
                <a:gd name="csY8" fmla="*/ 313755 h 775753"/>
                <a:gd name="csX9" fmla="*/ 921770 w 1412441"/>
                <a:gd name="csY9" fmla="*/ 151385 h 775753"/>
                <a:gd name="csX10" fmla="*/ 588484 w 1412441"/>
                <a:gd name="csY10" fmla="*/ 6107 h 775753"/>
                <a:gd name="csX11" fmla="*/ 178286 w 1412441"/>
                <a:gd name="csY11" fmla="*/ 65927 h 775753"/>
                <a:gd name="csX12" fmla="*/ 58645 w 1412441"/>
                <a:gd name="csY12" fmla="*/ 407759 h 775753"/>
                <a:gd name="csX13" fmla="*/ 0 w 1412441"/>
                <a:gd name="csY13" fmla="*/ 650715 h 775753"/>
                <a:gd name="csX14" fmla="*/ 1412441 w 1412441"/>
                <a:gd name="csY14" fmla="*/ 775753 h 775753"/>
                <a:gd name="csX0" fmla="*/ 1403684 w 1420462"/>
                <a:gd name="csY0" fmla="*/ 149400 h 775753"/>
                <a:gd name="csX1" fmla="*/ 1327484 w 1420462"/>
                <a:gd name="csY1" fmla="*/ 141378 h 775753"/>
                <a:gd name="csX2" fmla="*/ 1285804 w 1420462"/>
                <a:gd name="csY2" fmla="*/ 331183 h 775753"/>
                <a:gd name="csX3" fmla="*/ 1211803 w 1420462"/>
                <a:gd name="csY3" fmla="*/ 493217 h 775753"/>
                <a:gd name="csX4" fmla="*/ 895608 w 1420462"/>
                <a:gd name="csY4" fmla="*/ 587221 h 775753"/>
                <a:gd name="csX5" fmla="*/ 647780 w 1420462"/>
                <a:gd name="csY5" fmla="*/ 484671 h 775753"/>
                <a:gd name="csX6" fmla="*/ 613597 w 1420462"/>
                <a:gd name="csY6" fmla="*/ 288118 h 775753"/>
                <a:gd name="csX7" fmla="*/ 741784 w 1420462"/>
                <a:gd name="csY7" fmla="*/ 279572 h 775753"/>
                <a:gd name="csX8" fmla="*/ 835788 w 1420462"/>
                <a:gd name="csY8" fmla="*/ 313755 h 775753"/>
                <a:gd name="csX9" fmla="*/ 929791 w 1420462"/>
                <a:gd name="csY9" fmla="*/ 151385 h 775753"/>
                <a:gd name="csX10" fmla="*/ 596505 w 1420462"/>
                <a:gd name="csY10" fmla="*/ 6107 h 775753"/>
                <a:gd name="csX11" fmla="*/ 186307 w 1420462"/>
                <a:gd name="csY11" fmla="*/ 65927 h 775753"/>
                <a:gd name="csX12" fmla="*/ 66666 w 1420462"/>
                <a:gd name="csY12" fmla="*/ 407759 h 775753"/>
                <a:gd name="csX13" fmla="*/ 0 w 1420462"/>
                <a:gd name="csY13" fmla="*/ 750978 h 775753"/>
                <a:gd name="csX14" fmla="*/ 1420462 w 1420462"/>
                <a:gd name="csY14" fmla="*/ 775753 h 775753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622178 w 1481166"/>
                <a:gd name="csY14" fmla="*/ 775042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90884 w 1481166"/>
                <a:gd name="csY15" fmla="*/ 763010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199694 w 1481166"/>
                <a:gd name="csY16" fmla="*/ 750979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84178 w 1481166"/>
                <a:gd name="csY17" fmla="*/ 742958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44444 w 1461222"/>
                <a:gd name="csY0" fmla="*/ 149400 h 779051"/>
                <a:gd name="csX1" fmla="*/ 1368244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16107 w 1461222"/>
                <a:gd name="csY1" fmla="*/ 157420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52466 w 1461222"/>
                <a:gd name="csY0" fmla="*/ 141379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52466 w 1461222"/>
                <a:gd name="csY0" fmla="*/ 141379 h 799201"/>
                <a:gd name="csX1" fmla="*/ 1356212 w 1461222"/>
                <a:gd name="csY1" fmla="*/ 141378 h 799201"/>
                <a:gd name="csX2" fmla="*/ 1326564 w 1461222"/>
                <a:gd name="csY2" fmla="*/ 331183 h 799201"/>
                <a:gd name="csX3" fmla="*/ 1252563 w 1461222"/>
                <a:gd name="csY3" fmla="*/ 493217 h 799201"/>
                <a:gd name="csX4" fmla="*/ 936368 w 1461222"/>
                <a:gd name="csY4" fmla="*/ 587221 h 799201"/>
                <a:gd name="csX5" fmla="*/ 688540 w 1461222"/>
                <a:gd name="csY5" fmla="*/ 484671 h 799201"/>
                <a:gd name="csX6" fmla="*/ 654357 w 1461222"/>
                <a:gd name="csY6" fmla="*/ 288118 h 799201"/>
                <a:gd name="csX7" fmla="*/ 782544 w 1461222"/>
                <a:gd name="csY7" fmla="*/ 279572 h 799201"/>
                <a:gd name="csX8" fmla="*/ 876548 w 1461222"/>
                <a:gd name="csY8" fmla="*/ 313755 h 799201"/>
                <a:gd name="csX9" fmla="*/ 970551 w 1461222"/>
                <a:gd name="csY9" fmla="*/ 151385 h 799201"/>
                <a:gd name="csX10" fmla="*/ 637265 w 1461222"/>
                <a:gd name="csY10" fmla="*/ 6107 h 799201"/>
                <a:gd name="csX11" fmla="*/ 227067 w 1461222"/>
                <a:gd name="csY11" fmla="*/ 65927 h 799201"/>
                <a:gd name="csX12" fmla="*/ 107426 w 1461222"/>
                <a:gd name="csY12" fmla="*/ 407759 h 799201"/>
                <a:gd name="csX13" fmla="*/ 4665 w 1461222"/>
                <a:gd name="csY13" fmla="*/ 779051 h 799201"/>
                <a:gd name="csX14" fmla="*/ 325508 w 1461222"/>
                <a:gd name="csY14" fmla="*/ 754990 h 799201"/>
                <a:gd name="csX15" fmla="*/ 846877 w 1461222"/>
                <a:gd name="csY15" fmla="*/ 754989 h 799201"/>
                <a:gd name="csX16" fmla="*/ 1183761 w 1461222"/>
                <a:gd name="csY16" fmla="*/ 799106 h 799201"/>
                <a:gd name="csX17" fmla="*/ 1324129 w 1461222"/>
                <a:gd name="csY17" fmla="*/ 767021 h 799201"/>
                <a:gd name="csX18" fmla="*/ 1461222 w 1461222"/>
                <a:gd name="csY18" fmla="*/ 775753 h 799201"/>
                <a:gd name="csX0" fmla="*/ 1452466 w 1461222"/>
                <a:gd name="csY0" fmla="*/ 141379 h 799430"/>
                <a:gd name="csX1" fmla="*/ 1356212 w 1461222"/>
                <a:gd name="csY1" fmla="*/ 141378 h 799430"/>
                <a:gd name="csX2" fmla="*/ 1326564 w 1461222"/>
                <a:gd name="csY2" fmla="*/ 331183 h 799430"/>
                <a:gd name="csX3" fmla="*/ 1252563 w 1461222"/>
                <a:gd name="csY3" fmla="*/ 493217 h 799430"/>
                <a:gd name="csX4" fmla="*/ 936368 w 1461222"/>
                <a:gd name="csY4" fmla="*/ 587221 h 799430"/>
                <a:gd name="csX5" fmla="*/ 688540 w 1461222"/>
                <a:gd name="csY5" fmla="*/ 484671 h 799430"/>
                <a:gd name="csX6" fmla="*/ 654357 w 1461222"/>
                <a:gd name="csY6" fmla="*/ 288118 h 799430"/>
                <a:gd name="csX7" fmla="*/ 782544 w 1461222"/>
                <a:gd name="csY7" fmla="*/ 279572 h 799430"/>
                <a:gd name="csX8" fmla="*/ 876548 w 1461222"/>
                <a:gd name="csY8" fmla="*/ 313755 h 799430"/>
                <a:gd name="csX9" fmla="*/ 970551 w 1461222"/>
                <a:gd name="csY9" fmla="*/ 151385 h 799430"/>
                <a:gd name="csX10" fmla="*/ 637265 w 1461222"/>
                <a:gd name="csY10" fmla="*/ 6107 h 799430"/>
                <a:gd name="csX11" fmla="*/ 227067 w 1461222"/>
                <a:gd name="csY11" fmla="*/ 65927 h 799430"/>
                <a:gd name="csX12" fmla="*/ 107426 w 1461222"/>
                <a:gd name="csY12" fmla="*/ 407759 h 799430"/>
                <a:gd name="csX13" fmla="*/ 4665 w 1461222"/>
                <a:gd name="csY13" fmla="*/ 779051 h 799430"/>
                <a:gd name="csX14" fmla="*/ 325508 w 1461222"/>
                <a:gd name="csY14" fmla="*/ 754990 h 799430"/>
                <a:gd name="csX15" fmla="*/ 846877 w 1461222"/>
                <a:gd name="csY15" fmla="*/ 754989 h 799430"/>
                <a:gd name="csX16" fmla="*/ 1183761 w 1461222"/>
                <a:gd name="csY16" fmla="*/ 799106 h 799430"/>
                <a:gd name="csX17" fmla="*/ 1336161 w 1461222"/>
                <a:gd name="csY17" fmla="*/ 775042 h 799430"/>
                <a:gd name="csX18" fmla="*/ 1461222 w 1461222"/>
                <a:gd name="csY18" fmla="*/ 775753 h 799430"/>
                <a:gd name="csX0" fmla="*/ 1452466 w 1461222"/>
                <a:gd name="csY0" fmla="*/ 141379 h 799106"/>
                <a:gd name="csX1" fmla="*/ 1356212 w 1461222"/>
                <a:gd name="csY1" fmla="*/ 141378 h 799106"/>
                <a:gd name="csX2" fmla="*/ 1326564 w 1461222"/>
                <a:gd name="csY2" fmla="*/ 331183 h 799106"/>
                <a:gd name="csX3" fmla="*/ 1252563 w 1461222"/>
                <a:gd name="csY3" fmla="*/ 493217 h 799106"/>
                <a:gd name="csX4" fmla="*/ 936368 w 1461222"/>
                <a:gd name="csY4" fmla="*/ 587221 h 799106"/>
                <a:gd name="csX5" fmla="*/ 688540 w 1461222"/>
                <a:gd name="csY5" fmla="*/ 484671 h 799106"/>
                <a:gd name="csX6" fmla="*/ 654357 w 1461222"/>
                <a:gd name="csY6" fmla="*/ 288118 h 799106"/>
                <a:gd name="csX7" fmla="*/ 782544 w 1461222"/>
                <a:gd name="csY7" fmla="*/ 279572 h 799106"/>
                <a:gd name="csX8" fmla="*/ 876548 w 1461222"/>
                <a:gd name="csY8" fmla="*/ 313755 h 799106"/>
                <a:gd name="csX9" fmla="*/ 970551 w 1461222"/>
                <a:gd name="csY9" fmla="*/ 151385 h 799106"/>
                <a:gd name="csX10" fmla="*/ 637265 w 1461222"/>
                <a:gd name="csY10" fmla="*/ 6107 h 799106"/>
                <a:gd name="csX11" fmla="*/ 227067 w 1461222"/>
                <a:gd name="csY11" fmla="*/ 65927 h 799106"/>
                <a:gd name="csX12" fmla="*/ 107426 w 1461222"/>
                <a:gd name="csY12" fmla="*/ 407759 h 799106"/>
                <a:gd name="csX13" fmla="*/ 4665 w 1461222"/>
                <a:gd name="csY13" fmla="*/ 779051 h 799106"/>
                <a:gd name="csX14" fmla="*/ 325508 w 1461222"/>
                <a:gd name="csY14" fmla="*/ 754990 h 799106"/>
                <a:gd name="csX15" fmla="*/ 842867 w 1461222"/>
                <a:gd name="csY15" fmla="*/ 775042 h 799106"/>
                <a:gd name="csX16" fmla="*/ 1183761 w 1461222"/>
                <a:gd name="csY16" fmla="*/ 799106 h 799106"/>
                <a:gd name="csX17" fmla="*/ 1336161 w 1461222"/>
                <a:gd name="csY17" fmla="*/ 775042 h 799106"/>
                <a:gd name="csX18" fmla="*/ 1461222 w 1461222"/>
                <a:gd name="csY18" fmla="*/ 775753 h 799106"/>
                <a:gd name="csX0" fmla="*/ 1452466 w 1461222"/>
                <a:gd name="csY0" fmla="*/ 141379 h 799117"/>
                <a:gd name="csX1" fmla="*/ 1356212 w 1461222"/>
                <a:gd name="csY1" fmla="*/ 141378 h 799117"/>
                <a:gd name="csX2" fmla="*/ 1326564 w 1461222"/>
                <a:gd name="csY2" fmla="*/ 331183 h 799117"/>
                <a:gd name="csX3" fmla="*/ 1252563 w 1461222"/>
                <a:gd name="csY3" fmla="*/ 493217 h 799117"/>
                <a:gd name="csX4" fmla="*/ 936368 w 1461222"/>
                <a:gd name="csY4" fmla="*/ 587221 h 799117"/>
                <a:gd name="csX5" fmla="*/ 688540 w 1461222"/>
                <a:gd name="csY5" fmla="*/ 484671 h 799117"/>
                <a:gd name="csX6" fmla="*/ 654357 w 1461222"/>
                <a:gd name="csY6" fmla="*/ 288118 h 799117"/>
                <a:gd name="csX7" fmla="*/ 782544 w 1461222"/>
                <a:gd name="csY7" fmla="*/ 279572 h 799117"/>
                <a:gd name="csX8" fmla="*/ 876548 w 1461222"/>
                <a:gd name="csY8" fmla="*/ 313755 h 799117"/>
                <a:gd name="csX9" fmla="*/ 970551 w 1461222"/>
                <a:gd name="csY9" fmla="*/ 151385 h 799117"/>
                <a:gd name="csX10" fmla="*/ 637265 w 1461222"/>
                <a:gd name="csY10" fmla="*/ 6107 h 799117"/>
                <a:gd name="csX11" fmla="*/ 227067 w 1461222"/>
                <a:gd name="csY11" fmla="*/ 65927 h 799117"/>
                <a:gd name="csX12" fmla="*/ 107426 w 1461222"/>
                <a:gd name="csY12" fmla="*/ 407759 h 799117"/>
                <a:gd name="csX13" fmla="*/ 4665 w 1461222"/>
                <a:gd name="csY13" fmla="*/ 779051 h 799117"/>
                <a:gd name="csX14" fmla="*/ 365613 w 1461222"/>
                <a:gd name="csY14" fmla="*/ 799106 h 799117"/>
                <a:gd name="csX15" fmla="*/ 842867 w 1461222"/>
                <a:gd name="csY15" fmla="*/ 775042 h 799117"/>
                <a:gd name="csX16" fmla="*/ 1183761 w 1461222"/>
                <a:gd name="csY16" fmla="*/ 799106 h 799117"/>
                <a:gd name="csX17" fmla="*/ 1336161 w 1461222"/>
                <a:gd name="csY17" fmla="*/ 775042 h 799117"/>
                <a:gd name="csX18" fmla="*/ 1461222 w 1461222"/>
                <a:gd name="csY18" fmla="*/ 775753 h 799117"/>
                <a:gd name="csX0" fmla="*/ 1452466 w 1461222"/>
                <a:gd name="csY0" fmla="*/ 141379 h 799114"/>
                <a:gd name="csX1" fmla="*/ 1356212 w 1461222"/>
                <a:gd name="csY1" fmla="*/ 141378 h 799114"/>
                <a:gd name="csX2" fmla="*/ 1326564 w 1461222"/>
                <a:gd name="csY2" fmla="*/ 331183 h 799114"/>
                <a:gd name="csX3" fmla="*/ 1252563 w 1461222"/>
                <a:gd name="csY3" fmla="*/ 493217 h 799114"/>
                <a:gd name="csX4" fmla="*/ 936368 w 1461222"/>
                <a:gd name="csY4" fmla="*/ 587221 h 799114"/>
                <a:gd name="csX5" fmla="*/ 688540 w 1461222"/>
                <a:gd name="csY5" fmla="*/ 484671 h 799114"/>
                <a:gd name="csX6" fmla="*/ 654357 w 1461222"/>
                <a:gd name="csY6" fmla="*/ 288118 h 799114"/>
                <a:gd name="csX7" fmla="*/ 782544 w 1461222"/>
                <a:gd name="csY7" fmla="*/ 279572 h 799114"/>
                <a:gd name="csX8" fmla="*/ 876548 w 1461222"/>
                <a:gd name="csY8" fmla="*/ 313755 h 799114"/>
                <a:gd name="csX9" fmla="*/ 970551 w 1461222"/>
                <a:gd name="csY9" fmla="*/ 151385 h 799114"/>
                <a:gd name="csX10" fmla="*/ 637265 w 1461222"/>
                <a:gd name="csY10" fmla="*/ 6107 h 799114"/>
                <a:gd name="csX11" fmla="*/ 227067 w 1461222"/>
                <a:gd name="csY11" fmla="*/ 65927 h 799114"/>
                <a:gd name="csX12" fmla="*/ 107426 w 1461222"/>
                <a:gd name="csY12" fmla="*/ 407759 h 799114"/>
                <a:gd name="csX13" fmla="*/ 4665 w 1461222"/>
                <a:gd name="csY13" fmla="*/ 779051 h 799114"/>
                <a:gd name="csX14" fmla="*/ 365613 w 1461222"/>
                <a:gd name="csY14" fmla="*/ 799106 h 799114"/>
                <a:gd name="csX15" fmla="*/ 842867 w 1461222"/>
                <a:gd name="csY15" fmla="*/ 775042 h 799114"/>
                <a:gd name="csX16" fmla="*/ 1183761 w 1461222"/>
                <a:gd name="csY16" fmla="*/ 799106 h 799114"/>
                <a:gd name="csX17" fmla="*/ 1336161 w 1461222"/>
                <a:gd name="csY17" fmla="*/ 775042 h 799114"/>
                <a:gd name="csX18" fmla="*/ 1461222 w 1461222"/>
                <a:gd name="csY18" fmla="*/ 775753 h 799114"/>
                <a:gd name="csX0" fmla="*/ 1447801 w 1456557"/>
                <a:gd name="csY0" fmla="*/ 141379 h 799114"/>
                <a:gd name="csX1" fmla="*/ 1351547 w 1456557"/>
                <a:gd name="csY1" fmla="*/ 141378 h 799114"/>
                <a:gd name="csX2" fmla="*/ 1321899 w 1456557"/>
                <a:gd name="csY2" fmla="*/ 331183 h 799114"/>
                <a:gd name="csX3" fmla="*/ 1247898 w 1456557"/>
                <a:gd name="csY3" fmla="*/ 493217 h 799114"/>
                <a:gd name="csX4" fmla="*/ 931703 w 1456557"/>
                <a:gd name="csY4" fmla="*/ 587221 h 799114"/>
                <a:gd name="csX5" fmla="*/ 683875 w 1456557"/>
                <a:gd name="csY5" fmla="*/ 484671 h 799114"/>
                <a:gd name="csX6" fmla="*/ 649692 w 1456557"/>
                <a:gd name="csY6" fmla="*/ 288118 h 799114"/>
                <a:gd name="csX7" fmla="*/ 777879 w 1456557"/>
                <a:gd name="csY7" fmla="*/ 279572 h 799114"/>
                <a:gd name="csX8" fmla="*/ 871883 w 1456557"/>
                <a:gd name="csY8" fmla="*/ 313755 h 799114"/>
                <a:gd name="csX9" fmla="*/ 965886 w 1456557"/>
                <a:gd name="csY9" fmla="*/ 151385 h 799114"/>
                <a:gd name="csX10" fmla="*/ 632600 w 1456557"/>
                <a:gd name="csY10" fmla="*/ 6107 h 799114"/>
                <a:gd name="csX11" fmla="*/ 222402 w 1456557"/>
                <a:gd name="csY11" fmla="*/ 65927 h 799114"/>
                <a:gd name="csX12" fmla="*/ 102761 w 1456557"/>
                <a:gd name="csY12" fmla="*/ 407759 h 799114"/>
                <a:gd name="csX13" fmla="*/ 0 w 1456557"/>
                <a:gd name="csY13" fmla="*/ 779051 h 799114"/>
                <a:gd name="csX14" fmla="*/ 360948 w 1456557"/>
                <a:gd name="csY14" fmla="*/ 799106 h 799114"/>
                <a:gd name="csX15" fmla="*/ 838202 w 1456557"/>
                <a:gd name="csY15" fmla="*/ 775042 h 799114"/>
                <a:gd name="csX16" fmla="*/ 1179096 w 1456557"/>
                <a:gd name="csY16" fmla="*/ 799106 h 799114"/>
                <a:gd name="csX17" fmla="*/ 1331496 w 1456557"/>
                <a:gd name="csY17" fmla="*/ 775042 h 799114"/>
                <a:gd name="csX18" fmla="*/ 1456557 w 1456557"/>
                <a:gd name="csY18" fmla="*/ 775753 h 799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456557" h="799114">
                  <a:moveTo>
                    <a:pt x="1447801" y="141379"/>
                  </a:moveTo>
                  <a:cubicBezTo>
                    <a:pt x="1398228" y="145059"/>
                    <a:pt x="1362504" y="141160"/>
                    <a:pt x="1351547" y="141378"/>
                  </a:cubicBezTo>
                  <a:cubicBezTo>
                    <a:pt x="1340590" y="141596"/>
                    <a:pt x="1354548" y="273880"/>
                    <a:pt x="1321899" y="331183"/>
                  </a:cubicBezTo>
                  <a:cubicBezTo>
                    <a:pt x="1289250" y="388486"/>
                    <a:pt x="1312931" y="450544"/>
                    <a:pt x="1247898" y="493217"/>
                  </a:cubicBezTo>
                  <a:cubicBezTo>
                    <a:pt x="1182865" y="535890"/>
                    <a:pt x="1025707" y="588645"/>
                    <a:pt x="931703" y="587221"/>
                  </a:cubicBezTo>
                  <a:cubicBezTo>
                    <a:pt x="837699" y="585797"/>
                    <a:pt x="730877" y="534521"/>
                    <a:pt x="683875" y="484671"/>
                  </a:cubicBezTo>
                  <a:cubicBezTo>
                    <a:pt x="636873" y="434821"/>
                    <a:pt x="634025" y="322301"/>
                    <a:pt x="649692" y="288118"/>
                  </a:cubicBezTo>
                  <a:cubicBezTo>
                    <a:pt x="665359" y="253935"/>
                    <a:pt x="740847" y="275299"/>
                    <a:pt x="777879" y="279572"/>
                  </a:cubicBezTo>
                  <a:lnTo>
                    <a:pt x="871883" y="313755"/>
                  </a:lnTo>
                  <a:cubicBezTo>
                    <a:pt x="903217" y="292391"/>
                    <a:pt x="1005766" y="202660"/>
                    <a:pt x="965886" y="151385"/>
                  </a:cubicBezTo>
                  <a:cubicBezTo>
                    <a:pt x="926006" y="100110"/>
                    <a:pt x="756514" y="20350"/>
                    <a:pt x="632600" y="6107"/>
                  </a:cubicBezTo>
                  <a:cubicBezTo>
                    <a:pt x="508686" y="-8136"/>
                    <a:pt x="310708" y="-1015"/>
                    <a:pt x="222402" y="65927"/>
                  </a:cubicBezTo>
                  <a:cubicBezTo>
                    <a:pt x="134096" y="132869"/>
                    <a:pt x="139828" y="288905"/>
                    <a:pt x="102761" y="407759"/>
                  </a:cubicBezTo>
                  <a:cubicBezTo>
                    <a:pt x="65694" y="526613"/>
                    <a:pt x="1753" y="641638"/>
                    <a:pt x="0" y="779051"/>
                  </a:cubicBezTo>
                  <a:cubicBezTo>
                    <a:pt x="155074" y="758999"/>
                    <a:pt x="221248" y="799774"/>
                    <a:pt x="360948" y="799106"/>
                  </a:cubicBezTo>
                  <a:cubicBezTo>
                    <a:pt x="500648" y="798438"/>
                    <a:pt x="701844" y="775042"/>
                    <a:pt x="838202" y="775042"/>
                  </a:cubicBezTo>
                  <a:cubicBezTo>
                    <a:pt x="974560" y="775042"/>
                    <a:pt x="1096880" y="799106"/>
                    <a:pt x="1179096" y="799106"/>
                  </a:cubicBezTo>
                  <a:cubicBezTo>
                    <a:pt x="1261312" y="799106"/>
                    <a:pt x="1285253" y="778934"/>
                    <a:pt x="1331496" y="775042"/>
                  </a:cubicBezTo>
                  <a:cubicBezTo>
                    <a:pt x="1377739" y="771150"/>
                    <a:pt x="1410859" y="772842"/>
                    <a:pt x="1456557" y="775753"/>
                  </a:cubicBezTo>
                </a:path>
              </a:pathLst>
            </a:custGeom>
            <a:solidFill>
              <a:schemeClr val="accent6">
                <a:lumMod val="7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1780F6C1-B379-DFF4-25A1-DD932437E7BE}"/>
                </a:ext>
              </a:extLst>
            </p:cNvPr>
            <p:cNvSpPr/>
            <p:nvPr/>
          </p:nvSpPr>
          <p:spPr>
            <a:xfrm flipH="1">
              <a:off x="4747418" y="931952"/>
              <a:ext cx="1265640" cy="48708"/>
            </a:xfrm>
            <a:custGeom>
              <a:avLst/>
              <a:gdLst>
                <a:gd name="csX0" fmla="*/ 0 w 1213503"/>
                <a:gd name="csY0" fmla="*/ 0 h 188007"/>
                <a:gd name="csX1" fmla="*/ 316194 w 1213503"/>
                <a:gd name="csY1" fmla="*/ 188007 h 188007"/>
                <a:gd name="csX2" fmla="*/ 931492 w 1213503"/>
                <a:gd name="csY2" fmla="*/ 128187 h 188007"/>
                <a:gd name="csX3" fmla="*/ 1213503 w 1213503"/>
                <a:gd name="csY3" fmla="*/ 145278 h 188007"/>
                <a:gd name="csX0" fmla="*/ 0 w 1213503"/>
                <a:gd name="csY0" fmla="*/ 0 h 191862"/>
                <a:gd name="csX1" fmla="*/ 316194 w 1213503"/>
                <a:gd name="csY1" fmla="*/ 188007 h 191862"/>
                <a:gd name="csX2" fmla="*/ 931492 w 1213503"/>
                <a:gd name="csY2" fmla="*/ 128187 h 191862"/>
                <a:gd name="csX3" fmla="*/ 1213503 w 1213503"/>
                <a:gd name="csY3" fmla="*/ 145278 h 191862"/>
                <a:gd name="csX0" fmla="*/ 0 w 1213503"/>
                <a:gd name="csY0" fmla="*/ 0 h 191395"/>
                <a:gd name="csX1" fmla="*/ 316194 w 1213503"/>
                <a:gd name="csY1" fmla="*/ 188007 h 191395"/>
                <a:gd name="csX2" fmla="*/ 931492 w 1213503"/>
                <a:gd name="csY2" fmla="*/ 128187 h 191395"/>
                <a:gd name="csX3" fmla="*/ 1213503 w 1213503"/>
                <a:gd name="csY3" fmla="*/ 145278 h 191395"/>
                <a:gd name="csX0" fmla="*/ 0 w 1265640"/>
                <a:gd name="csY0" fmla="*/ 48673 h 82132"/>
                <a:gd name="csX1" fmla="*/ 368331 w 1265640"/>
                <a:gd name="csY1" fmla="*/ 60217 h 82132"/>
                <a:gd name="csX2" fmla="*/ 983629 w 1265640"/>
                <a:gd name="csY2" fmla="*/ 397 h 82132"/>
                <a:gd name="csX3" fmla="*/ 1265640 w 1265640"/>
                <a:gd name="csY3" fmla="*/ 17488 h 82132"/>
                <a:gd name="csX0" fmla="*/ 0 w 1265640"/>
                <a:gd name="csY0" fmla="*/ 48673 h 61275"/>
                <a:gd name="csX1" fmla="*/ 368331 w 1265640"/>
                <a:gd name="csY1" fmla="*/ 60217 h 61275"/>
                <a:gd name="csX2" fmla="*/ 983629 w 1265640"/>
                <a:gd name="csY2" fmla="*/ 397 h 61275"/>
                <a:gd name="csX3" fmla="*/ 1265640 w 1265640"/>
                <a:gd name="csY3" fmla="*/ 17488 h 61275"/>
                <a:gd name="csX0" fmla="*/ 0 w 1265640"/>
                <a:gd name="csY0" fmla="*/ 48708 h 48708"/>
                <a:gd name="csX1" fmla="*/ 608962 w 1265640"/>
                <a:gd name="csY1" fmla="*/ 36188 h 48708"/>
                <a:gd name="csX2" fmla="*/ 983629 w 1265640"/>
                <a:gd name="csY2" fmla="*/ 432 h 48708"/>
                <a:gd name="csX3" fmla="*/ 1265640 w 1265640"/>
                <a:gd name="csY3" fmla="*/ 17523 h 487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65640" h="48708">
                  <a:moveTo>
                    <a:pt x="0" y="48708"/>
                  </a:moveTo>
                  <a:cubicBezTo>
                    <a:pt x="173577" y="27156"/>
                    <a:pt x="445024" y="44234"/>
                    <a:pt x="608962" y="36188"/>
                  </a:cubicBezTo>
                  <a:cubicBezTo>
                    <a:pt x="772900" y="28142"/>
                    <a:pt x="874183" y="3543"/>
                    <a:pt x="983629" y="432"/>
                  </a:cubicBezTo>
                  <a:cubicBezTo>
                    <a:pt x="1093075" y="-2679"/>
                    <a:pt x="1171636" y="11826"/>
                    <a:pt x="1265640" y="17523"/>
                  </a:cubicBezTo>
                </a:path>
              </a:pathLst>
            </a:custGeom>
            <a:noFill/>
            <a:ln w="31750"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ight Arrow 36">
              <a:extLst>
                <a:ext uri="{FF2B5EF4-FFF2-40B4-BE49-F238E27FC236}">
                  <a16:creationId xmlns:a16="http://schemas.microsoft.com/office/drawing/2014/main" id="{DEE05E4F-C763-BAE8-D46B-6A966A913CE1}"/>
                </a:ext>
              </a:extLst>
            </p:cNvPr>
            <p:cNvSpPr/>
            <p:nvPr/>
          </p:nvSpPr>
          <p:spPr>
            <a:xfrm>
              <a:off x="8118041" y="194752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A56E9CA-2FDA-ED04-A2EA-A3690A6E13AC}"/>
                </a:ext>
              </a:extLst>
            </p:cNvPr>
            <p:cNvGrpSpPr/>
            <p:nvPr/>
          </p:nvGrpSpPr>
          <p:grpSpPr>
            <a:xfrm>
              <a:off x="179390" y="4153592"/>
              <a:ext cx="8661864" cy="2515858"/>
              <a:chOff x="168716" y="770027"/>
              <a:chExt cx="8661864" cy="251585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9FFACCB-F2D2-0F23-EB2D-B4924A86AFE6}"/>
                  </a:ext>
                </a:extLst>
              </p:cNvPr>
              <p:cNvSpPr/>
              <p:nvPr/>
            </p:nvSpPr>
            <p:spPr>
              <a:xfrm>
                <a:off x="189380" y="1989705"/>
                <a:ext cx="8641200" cy="1296180"/>
              </a:xfrm>
              <a:prstGeom prst="rect">
                <a:avLst/>
              </a:prstGeom>
              <a:gradFill flip="none" rotWithShape="1">
                <a:gsLst>
                  <a:gs pos="0">
                    <a:srgbClr val="FFC000"/>
                  </a:gs>
                  <a:gs pos="100000">
                    <a:srgbClr val="FFFF00"/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3062B907-0A0F-5D27-0D8E-7C3BDAD70101}"/>
                  </a:ext>
                </a:extLst>
              </p:cNvPr>
              <p:cNvSpPr/>
              <p:nvPr/>
            </p:nvSpPr>
            <p:spPr>
              <a:xfrm>
                <a:off x="168716" y="770027"/>
                <a:ext cx="8639993" cy="1217614"/>
              </a:xfrm>
              <a:custGeom>
                <a:avLst/>
                <a:gdLst>
                  <a:gd name="csX0" fmla="*/ 0 w 8622707"/>
                  <a:gd name="csY0" fmla="*/ 213645 h 316195"/>
                  <a:gd name="csX1" fmla="*/ 470019 w 8622707"/>
                  <a:gd name="csY1" fmla="*/ 213645 h 316195"/>
                  <a:gd name="csX2" fmla="*/ 632389 w 8622707"/>
                  <a:gd name="csY2" fmla="*/ 196554 h 316195"/>
                  <a:gd name="csX3" fmla="*/ 717847 w 8622707"/>
                  <a:gd name="csY3" fmla="*/ 188008 h 316195"/>
                  <a:gd name="csX4" fmla="*/ 803305 w 8622707"/>
                  <a:gd name="csY4" fmla="*/ 179462 h 316195"/>
                  <a:gd name="csX5" fmla="*/ 1452785 w 8622707"/>
                  <a:gd name="csY5" fmla="*/ 162371 h 316195"/>
                  <a:gd name="csX6" fmla="*/ 1546789 w 8622707"/>
                  <a:gd name="csY6" fmla="*/ 145279 h 316195"/>
                  <a:gd name="csX7" fmla="*/ 1580972 w 8622707"/>
                  <a:gd name="csY7" fmla="*/ 136733 h 316195"/>
                  <a:gd name="csX8" fmla="*/ 1615156 w 8622707"/>
                  <a:gd name="csY8" fmla="*/ 145279 h 316195"/>
                  <a:gd name="csX9" fmla="*/ 1640793 w 8622707"/>
                  <a:gd name="csY9" fmla="*/ 162371 h 316195"/>
                  <a:gd name="csX10" fmla="*/ 1700614 w 8622707"/>
                  <a:gd name="csY10" fmla="*/ 188008 h 316195"/>
                  <a:gd name="csX11" fmla="*/ 1862984 w 8622707"/>
                  <a:gd name="csY11" fmla="*/ 205100 h 316195"/>
                  <a:gd name="csX12" fmla="*/ 1922804 w 8622707"/>
                  <a:gd name="csY12" fmla="*/ 213645 h 316195"/>
                  <a:gd name="csX13" fmla="*/ 1956987 w 8622707"/>
                  <a:gd name="csY13" fmla="*/ 222191 h 316195"/>
                  <a:gd name="csX14" fmla="*/ 2076628 w 8622707"/>
                  <a:gd name="csY14" fmla="*/ 230737 h 316195"/>
                  <a:gd name="csX15" fmla="*/ 2281728 w 8622707"/>
                  <a:gd name="csY15" fmla="*/ 222191 h 316195"/>
                  <a:gd name="csX16" fmla="*/ 2444098 w 8622707"/>
                  <a:gd name="csY16" fmla="*/ 213645 h 316195"/>
                  <a:gd name="csX17" fmla="*/ 2709017 w 8622707"/>
                  <a:gd name="csY17" fmla="*/ 222191 h 316195"/>
                  <a:gd name="csX18" fmla="*/ 2820113 w 8622707"/>
                  <a:gd name="csY18" fmla="*/ 230737 h 316195"/>
                  <a:gd name="csX19" fmla="*/ 3050849 w 8622707"/>
                  <a:gd name="csY19" fmla="*/ 213645 h 316195"/>
                  <a:gd name="csX20" fmla="*/ 3085032 w 8622707"/>
                  <a:gd name="csY20" fmla="*/ 205100 h 316195"/>
                  <a:gd name="csX21" fmla="*/ 3418318 w 8622707"/>
                  <a:gd name="csY21" fmla="*/ 188008 h 316195"/>
                  <a:gd name="csX22" fmla="*/ 3512322 w 8622707"/>
                  <a:gd name="csY22" fmla="*/ 162371 h 316195"/>
                  <a:gd name="csX23" fmla="*/ 3683238 w 8622707"/>
                  <a:gd name="csY23" fmla="*/ 170916 h 316195"/>
                  <a:gd name="csX24" fmla="*/ 3717421 w 8622707"/>
                  <a:gd name="csY24" fmla="*/ 179462 h 316195"/>
                  <a:gd name="csX25" fmla="*/ 3828516 w 8622707"/>
                  <a:gd name="csY25" fmla="*/ 205100 h 316195"/>
                  <a:gd name="csX26" fmla="*/ 3999432 w 8622707"/>
                  <a:gd name="csY26" fmla="*/ 196554 h 316195"/>
                  <a:gd name="csX27" fmla="*/ 4025070 w 8622707"/>
                  <a:gd name="csY27" fmla="*/ 188008 h 316195"/>
                  <a:gd name="csX28" fmla="*/ 4076344 w 8622707"/>
                  <a:gd name="csY28" fmla="*/ 179462 h 316195"/>
                  <a:gd name="csX29" fmla="*/ 4101982 w 8622707"/>
                  <a:gd name="csY29" fmla="*/ 170916 h 316195"/>
                  <a:gd name="csX30" fmla="*/ 4153257 w 8622707"/>
                  <a:gd name="csY30" fmla="*/ 162371 h 316195"/>
                  <a:gd name="csX31" fmla="*/ 4298535 w 8622707"/>
                  <a:gd name="csY31" fmla="*/ 145279 h 316195"/>
                  <a:gd name="csX32" fmla="*/ 4469451 w 8622707"/>
                  <a:gd name="csY32" fmla="*/ 153825 h 316195"/>
                  <a:gd name="csX33" fmla="*/ 4503634 w 8622707"/>
                  <a:gd name="csY33" fmla="*/ 162371 h 316195"/>
                  <a:gd name="csX34" fmla="*/ 4546363 w 8622707"/>
                  <a:gd name="csY34" fmla="*/ 170916 h 316195"/>
                  <a:gd name="csX35" fmla="*/ 4640367 w 8622707"/>
                  <a:gd name="csY35" fmla="*/ 179462 h 316195"/>
                  <a:gd name="csX36" fmla="*/ 4666004 w 8622707"/>
                  <a:gd name="csY36" fmla="*/ 188008 h 316195"/>
                  <a:gd name="csX37" fmla="*/ 4700187 w 8622707"/>
                  <a:gd name="csY37" fmla="*/ 205100 h 316195"/>
                  <a:gd name="csX38" fmla="*/ 4734371 w 8622707"/>
                  <a:gd name="csY38" fmla="*/ 213645 h 316195"/>
                  <a:gd name="csX39" fmla="*/ 4777100 w 8622707"/>
                  <a:gd name="csY39" fmla="*/ 230737 h 316195"/>
                  <a:gd name="csX40" fmla="*/ 4862557 w 8622707"/>
                  <a:gd name="csY40" fmla="*/ 247829 h 316195"/>
                  <a:gd name="csX41" fmla="*/ 4905286 w 8622707"/>
                  <a:gd name="csY41" fmla="*/ 256374 h 316195"/>
                  <a:gd name="csX42" fmla="*/ 4948015 w 8622707"/>
                  <a:gd name="csY42" fmla="*/ 273466 h 316195"/>
                  <a:gd name="csX43" fmla="*/ 5033473 w 8622707"/>
                  <a:gd name="csY43" fmla="*/ 290558 h 316195"/>
                  <a:gd name="csX44" fmla="*/ 5153114 w 8622707"/>
                  <a:gd name="csY44" fmla="*/ 307649 h 316195"/>
                  <a:gd name="csX45" fmla="*/ 5580404 w 8622707"/>
                  <a:gd name="csY45" fmla="*/ 299103 h 316195"/>
                  <a:gd name="csX46" fmla="*/ 5640225 w 8622707"/>
                  <a:gd name="csY46" fmla="*/ 282012 h 316195"/>
                  <a:gd name="csX47" fmla="*/ 5708591 w 8622707"/>
                  <a:gd name="csY47" fmla="*/ 264920 h 316195"/>
                  <a:gd name="csX48" fmla="*/ 5776957 w 8622707"/>
                  <a:gd name="csY48" fmla="*/ 247829 h 316195"/>
                  <a:gd name="csX49" fmla="*/ 5922236 w 8622707"/>
                  <a:gd name="csY49" fmla="*/ 230737 h 316195"/>
                  <a:gd name="csX50" fmla="*/ 5990602 w 8622707"/>
                  <a:gd name="csY50" fmla="*/ 222191 h 316195"/>
                  <a:gd name="csX51" fmla="*/ 6041877 w 8622707"/>
                  <a:gd name="csY51" fmla="*/ 188008 h 316195"/>
                  <a:gd name="csX52" fmla="*/ 6076060 w 8622707"/>
                  <a:gd name="csY52" fmla="*/ 162371 h 316195"/>
                  <a:gd name="csX53" fmla="*/ 6101698 w 8622707"/>
                  <a:gd name="csY53" fmla="*/ 136733 h 316195"/>
                  <a:gd name="csX54" fmla="*/ 6161518 w 8622707"/>
                  <a:gd name="csY54" fmla="*/ 119642 h 316195"/>
                  <a:gd name="csX55" fmla="*/ 6306797 w 8622707"/>
                  <a:gd name="csY55" fmla="*/ 136733 h 316195"/>
                  <a:gd name="csX56" fmla="*/ 6332434 w 8622707"/>
                  <a:gd name="csY56" fmla="*/ 145279 h 316195"/>
                  <a:gd name="csX57" fmla="*/ 6409346 w 8622707"/>
                  <a:gd name="csY57" fmla="*/ 162371 h 316195"/>
                  <a:gd name="csX58" fmla="*/ 6460621 w 8622707"/>
                  <a:gd name="csY58" fmla="*/ 179462 h 316195"/>
                  <a:gd name="csX59" fmla="*/ 6511896 w 8622707"/>
                  <a:gd name="csY59" fmla="*/ 188008 h 316195"/>
                  <a:gd name="csX60" fmla="*/ 6631537 w 8622707"/>
                  <a:gd name="csY60" fmla="*/ 213645 h 316195"/>
                  <a:gd name="csX61" fmla="*/ 6716995 w 8622707"/>
                  <a:gd name="csY61" fmla="*/ 222191 h 316195"/>
                  <a:gd name="csX62" fmla="*/ 6759724 w 8622707"/>
                  <a:gd name="csY62" fmla="*/ 230737 h 316195"/>
                  <a:gd name="csX63" fmla="*/ 7169922 w 8622707"/>
                  <a:gd name="csY63" fmla="*/ 247829 h 316195"/>
                  <a:gd name="csX64" fmla="*/ 7187014 w 8622707"/>
                  <a:gd name="csY64" fmla="*/ 273466 h 316195"/>
                  <a:gd name="csX65" fmla="*/ 7298109 w 8622707"/>
                  <a:gd name="csY65" fmla="*/ 247829 h 316195"/>
                  <a:gd name="csX66" fmla="*/ 7323746 w 8622707"/>
                  <a:gd name="csY66" fmla="*/ 222191 h 316195"/>
                  <a:gd name="csX67" fmla="*/ 7417750 w 8622707"/>
                  <a:gd name="csY67" fmla="*/ 102550 h 316195"/>
                  <a:gd name="csX68" fmla="*/ 7469025 w 8622707"/>
                  <a:gd name="csY68" fmla="*/ 34184 h 316195"/>
                  <a:gd name="csX69" fmla="*/ 7528845 w 8622707"/>
                  <a:gd name="csY69" fmla="*/ 0 h 316195"/>
                  <a:gd name="csX70" fmla="*/ 7605757 w 8622707"/>
                  <a:gd name="csY70" fmla="*/ 42729 h 316195"/>
                  <a:gd name="csX71" fmla="*/ 7631395 w 8622707"/>
                  <a:gd name="csY71" fmla="*/ 68367 h 316195"/>
                  <a:gd name="csX72" fmla="*/ 7657032 w 8622707"/>
                  <a:gd name="csY72" fmla="*/ 85458 h 316195"/>
                  <a:gd name="csX73" fmla="*/ 7682670 w 8622707"/>
                  <a:gd name="csY73" fmla="*/ 111096 h 316195"/>
                  <a:gd name="csX74" fmla="*/ 7716853 w 8622707"/>
                  <a:gd name="csY74" fmla="*/ 136733 h 316195"/>
                  <a:gd name="csX75" fmla="*/ 7742490 w 8622707"/>
                  <a:gd name="csY75" fmla="*/ 162371 h 316195"/>
                  <a:gd name="csX76" fmla="*/ 7802311 w 8622707"/>
                  <a:gd name="csY76" fmla="*/ 205100 h 316195"/>
                  <a:gd name="csX77" fmla="*/ 7827948 w 8622707"/>
                  <a:gd name="csY77" fmla="*/ 239283 h 316195"/>
                  <a:gd name="csX78" fmla="*/ 7853585 w 8622707"/>
                  <a:gd name="csY78" fmla="*/ 256374 h 316195"/>
                  <a:gd name="csX79" fmla="*/ 7887769 w 8622707"/>
                  <a:gd name="csY79" fmla="*/ 290558 h 316195"/>
                  <a:gd name="csX80" fmla="*/ 7921952 w 8622707"/>
                  <a:gd name="csY80" fmla="*/ 299103 h 316195"/>
                  <a:gd name="csX81" fmla="*/ 7964681 w 8622707"/>
                  <a:gd name="csY81" fmla="*/ 316195 h 316195"/>
                  <a:gd name="csX82" fmla="*/ 8109959 w 8622707"/>
                  <a:gd name="csY82" fmla="*/ 299103 h 316195"/>
                  <a:gd name="csX83" fmla="*/ 8161234 w 8622707"/>
                  <a:gd name="csY83" fmla="*/ 282012 h 316195"/>
                  <a:gd name="csX84" fmla="*/ 8323604 w 8622707"/>
                  <a:gd name="csY84" fmla="*/ 290558 h 316195"/>
                  <a:gd name="csX85" fmla="*/ 8485974 w 8622707"/>
                  <a:gd name="csY85" fmla="*/ 282012 h 316195"/>
                  <a:gd name="csX86" fmla="*/ 8622707 w 8622707"/>
                  <a:gd name="csY86" fmla="*/ 282012 h 316195"/>
                  <a:gd name="csX0" fmla="*/ 0 w 8635679"/>
                  <a:gd name="csY0" fmla="*/ 213645 h 316195"/>
                  <a:gd name="csX1" fmla="*/ 470019 w 8635679"/>
                  <a:gd name="csY1" fmla="*/ 213645 h 316195"/>
                  <a:gd name="csX2" fmla="*/ 632389 w 8635679"/>
                  <a:gd name="csY2" fmla="*/ 196554 h 316195"/>
                  <a:gd name="csX3" fmla="*/ 717847 w 8635679"/>
                  <a:gd name="csY3" fmla="*/ 188008 h 316195"/>
                  <a:gd name="csX4" fmla="*/ 803305 w 8635679"/>
                  <a:gd name="csY4" fmla="*/ 179462 h 316195"/>
                  <a:gd name="csX5" fmla="*/ 1452785 w 8635679"/>
                  <a:gd name="csY5" fmla="*/ 162371 h 316195"/>
                  <a:gd name="csX6" fmla="*/ 1546789 w 8635679"/>
                  <a:gd name="csY6" fmla="*/ 145279 h 316195"/>
                  <a:gd name="csX7" fmla="*/ 1580972 w 8635679"/>
                  <a:gd name="csY7" fmla="*/ 136733 h 316195"/>
                  <a:gd name="csX8" fmla="*/ 1615156 w 8635679"/>
                  <a:gd name="csY8" fmla="*/ 145279 h 316195"/>
                  <a:gd name="csX9" fmla="*/ 1640793 w 8635679"/>
                  <a:gd name="csY9" fmla="*/ 162371 h 316195"/>
                  <a:gd name="csX10" fmla="*/ 1700614 w 8635679"/>
                  <a:gd name="csY10" fmla="*/ 188008 h 316195"/>
                  <a:gd name="csX11" fmla="*/ 1862984 w 8635679"/>
                  <a:gd name="csY11" fmla="*/ 205100 h 316195"/>
                  <a:gd name="csX12" fmla="*/ 1922804 w 8635679"/>
                  <a:gd name="csY12" fmla="*/ 213645 h 316195"/>
                  <a:gd name="csX13" fmla="*/ 1956987 w 8635679"/>
                  <a:gd name="csY13" fmla="*/ 222191 h 316195"/>
                  <a:gd name="csX14" fmla="*/ 2076628 w 8635679"/>
                  <a:gd name="csY14" fmla="*/ 230737 h 316195"/>
                  <a:gd name="csX15" fmla="*/ 2281728 w 8635679"/>
                  <a:gd name="csY15" fmla="*/ 222191 h 316195"/>
                  <a:gd name="csX16" fmla="*/ 2444098 w 8635679"/>
                  <a:gd name="csY16" fmla="*/ 213645 h 316195"/>
                  <a:gd name="csX17" fmla="*/ 2709017 w 8635679"/>
                  <a:gd name="csY17" fmla="*/ 222191 h 316195"/>
                  <a:gd name="csX18" fmla="*/ 2820113 w 8635679"/>
                  <a:gd name="csY18" fmla="*/ 230737 h 316195"/>
                  <a:gd name="csX19" fmla="*/ 3050849 w 8635679"/>
                  <a:gd name="csY19" fmla="*/ 213645 h 316195"/>
                  <a:gd name="csX20" fmla="*/ 3085032 w 8635679"/>
                  <a:gd name="csY20" fmla="*/ 205100 h 316195"/>
                  <a:gd name="csX21" fmla="*/ 3418318 w 8635679"/>
                  <a:gd name="csY21" fmla="*/ 188008 h 316195"/>
                  <a:gd name="csX22" fmla="*/ 3512322 w 8635679"/>
                  <a:gd name="csY22" fmla="*/ 162371 h 316195"/>
                  <a:gd name="csX23" fmla="*/ 3683238 w 8635679"/>
                  <a:gd name="csY23" fmla="*/ 170916 h 316195"/>
                  <a:gd name="csX24" fmla="*/ 3717421 w 8635679"/>
                  <a:gd name="csY24" fmla="*/ 179462 h 316195"/>
                  <a:gd name="csX25" fmla="*/ 3828516 w 8635679"/>
                  <a:gd name="csY25" fmla="*/ 205100 h 316195"/>
                  <a:gd name="csX26" fmla="*/ 3999432 w 8635679"/>
                  <a:gd name="csY26" fmla="*/ 196554 h 316195"/>
                  <a:gd name="csX27" fmla="*/ 4025070 w 8635679"/>
                  <a:gd name="csY27" fmla="*/ 188008 h 316195"/>
                  <a:gd name="csX28" fmla="*/ 4076344 w 8635679"/>
                  <a:gd name="csY28" fmla="*/ 179462 h 316195"/>
                  <a:gd name="csX29" fmla="*/ 4101982 w 8635679"/>
                  <a:gd name="csY29" fmla="*/ 170916 h 316195"/>
                  <a:gd name="csX30" fmla="*/ 4153257 w 8635679"/>
                  <a:gd name="csY30" fmla="*/ 162371 h 316195"/>
                  <a:gd name="csX31" fmla="*/ 4298535 w 8635679"/>
                  <a:gd name="csY31" fmla="*/ 145279 h 316195"/>
                  <a:gd name="csX32" fmla="*/ 4469451 w 8635679"/>
                  <a:gd name="csY32" fmla="*/ 153825 h 316195"/>
                  <a:gd name="csX33" fmla="*/ 4503634 w 8635679"/>
                  <a:gd name="csY33" fmla="*/ 162371 h 316195"/>
                  <a:gd name="csX34" fmla="*/ 4546363 w 8635679"/>
                  <a:gd name="csY34" fmla="*/ 170916 h 316195"/>
                  <a:gd name="csX35" fmla="*/ 4640367 w 8635679"/>
                  <a:gd name="csY35" fmla="*/ 179462 h 316195"/>
                  <a:gd name="csX36" fmla="*/ 4666004 w 8635679"/>
                  <a:gd name="csY36" fmla="*/ 188008 h 316195"/>
                  <a:gd name="csX37" fmla="*/ 4700187 w 8635679"/>
                  <a:gd name="csY37" fmla="*/ 205100 h 316195"/>
                  <a:gd name="csX38" fmla="*/ 4734371 w 8635679"/>
                  <a:gd name="csY38" fmla="*/ 213645 h 316195"/>
                  <a:gd name="csX39" fmla="*/ 4777100 w 8635679"/>
                  <a:gd name="csY39" fmla="*/ 230737 h 316195"/>
                  <a:gd name="csX40" fmla="*/ 4862557 w 8635679"/>
                  <a:gd name="csY40" fmla="*/ 247829 h 316195"/>
                  <a:gd name="csX41" fmla="*/ 4905286 w 8635679"/>
                  <a:gd name="csY41" fmla="*/ 256374 h 316195"/>
                  <a:gd name="csX42" fmla="*/ 4948015 w 8635679"/>
                  <a:gd name="csY42" fmla="*/ 273466 h 316195"/>
                  <a:gd name="csX43" fmla="*/ 5033473 w 8635679"/>
                  <a:gd name="csY43" fmla="*/ 290558 h 316195"/>
                  <a:gd name="csX44" fmla="*/ 5153114 w 8635679"/>
                  <a:gd name="csY44" fmla="*/ 307649 h 316195"/>
                  <a:gd name="csX45" fmla="*/ 5580404 w 8635679"/>
                  <a:gd name="csY45" fmla="*/ 299103 h 316195"/>
                  <a:gd name="csX46" fmla="*/ 5640225 w 8635679"/>
                  <a:gd name="csY46" fmla="*/ 282012 h 316195"/>
                  <a:gd name="csX47" fmla="*/ 5708591 w 8635679"/>
                  <a:gd name="csY47" fmla="*/ 264920 h 316195"/>
                  <a:gd name="csX48" fmla="*/ 5776957 w 8635679"/>
                  <a:gd name="csY48" fmla="*/ 247829 h 316195"/>
                  <a:gd name="csX49" fmla="*/ 5922236 w 8635679"/>
                  <a:gd name="csY49" fmla="*/ 230737 h 316195"/>
                  <a:gd name="csX50" fmla="*/ 5990602 w 8635679"/>
                  <a:gd name="csY50" fmla="*/ 222191 h 316195"/>
                  <a:gd name="csX51" fmla="*/ 6041877 w 8635679"/>
                  <a:gd name="csY51" fmla="*/ 188008 h 316195"/>
                  <a:gd name="csX52" fmla="*/ 6076060 w 8635679"/>
                  <a:gd name="csY52" fmla="*/ 162371 h 316195"/>
                  <a:gd name="csX53" fmla="*/ 6101698 w 8635679"/>
                  <a:gd name="csY53" fmla="*/ 136733 h 316195"/>
                  <a:gd name="csX54" fmla="*/ 6161518 w 8635679"/>
                  <a:gd name="csY54" fmla="*/ 119642 h 316195"/>
                  <a:gd name="csX55" fmla="*/ 6306797 w 8635679"/>
                  <a:gd name="csY55" fmla="*/ 136733 h 316195"/>
                  <a:gd name="csX56" fmla="*/ 6332434 w 8635679"/>
                  <a:gd name="csY56" fmla="*/ 145279 h 316195"/>
                  <a:gd name="csX57" fmla="*/ 6409346 w 8635679"/>
                  <a:gd name="csY57" fmla="*/ 162371 h 316195"/>
                  <a:gd name="csX58" fmla="*/ 6460621 w 8635679"/>
                  <a:gd name="csY58" fmla="*/ 179462 h 316195"/>
                  <a:gd name="csX59" fmla="*/ 6511896 w 8635679"/>
                  <a:gd name="csY59" fmla="*/ 188008 h 316195"/>
                  <a:gd name="csX60" fmla="*/ 6631537 w 8635679"/>
                  <a:gd name="csY60" fmla="*/ 213645 h 316195"/>
                  <a:gd name="csX61" fmla="*/ 6716995 w 8635679"/>
                  <a:gd name="csY61" fmla="*/ 222191 h 316195"/>
                  <a:gd name="csX62" fmla="*/ 6759724 w 8635679"/>
                  <a:gd name="csY62" fmla="*/ 230737 h 316195"/>
                  <a:gd name="csX63" fmla="*/ 7169922 w 8635679"/>
                  <a:gd name="csY63" fmla="*/ 247829 h 316195"/>
                  <a:gd name="csX64" fmla="*/ 7187014 w 8635679"/>
                  <a:gd name="csY64" fmla="*/ 273466 h 316195"/>
                  <a:gd name="csX65" fmla="*/ 7298109 w 8635679"/>
                  <a:gd name="csY65" fmla="*/ 247829 h 316195"/>
                  <a:gd name="csX66" fmla="*/ 7323746 w 8635679"/>
                  <a:gd name="csY66" fmla="*/ 222191 h 316195"/>
                  <a:gd name="csX67" fmla="*/ 7417750 w 8635679"/>
                  <a:gd name="csY67" fmla="*/ 102550 h 316195"/>
                  <a:gd name="csX68" fmla="*/ 7469025 w 8635679"/>
                  <a:gd name="csY68" fmla="*/ 34184 h 316195"/>
                  <a:gd name="csX69" fmla="*/ 7528845 w 8635679"/>
                  <a:gd name="csY69" fmla="*/ 0 h 316195"/>
                  <a:gd name="csX70" fmla="*/ 7605757 w 8635679"/>
                  <a:gd name="csY70" fmla="*/ 42729 h 316195"/>
                  <a:gd name="csX71" fmla="*/ 7631395 w 8635679"/>
                  <a:gd name="csY71" fmla="*/ 68367 h 316195"/>
                  <a:gd name="csX72" fmla="*/ 7657032 w 8635679"/>
                  <a:gd name="csY72" fmla="*/ 85458 h 316195"/>
                  <a:gd name="csX73" fmla="*/ 7682670 w 8635679"/>
                  <a:gd name="csY73" fmla="*/ 111096 h 316195"/>
                  <a:gd name="csX74" fmla="*/ 7716853 w 8635679"/>
                  <a:gd name="csY74" fmla="*/ 136733 h 316195"/>
                  <a:gd name="csX75" fmla="*/ 7742490 w 8635679"/>
                  <a:gd name="csY75" fmla="*/ 162371 h 316195"/>
                  <a:gd name="csX76" fmla="*/ 7802311 w 8635679"/>
                  <a:gd name="csY76" fmla="*/ 205100 h 316195"/>
                  <a:gd name="csX77" fmla="*/ 7827948 w 8635679"/>
                  <a:gd name="csY77" fmla="*/ 239283 h 316195"/>
                  <a:gd name="csX78" fmla="*/ 7853585 w 8635679"/>
                  <a:gd name="csY78" fmla="*/ 256374 h 316195"/>
                  <a:gd name="csX79" fmla="*/ 7887769 w 8635679"/>
                  <a:gd name="csY79" fmla="*/ 290558 h 316195"/>
                  <a:gd name="csX80" fmla="*/ 7921952 w 8635679"/>
                  <a:gd name="csY80" fmla="*/ 299103 h 316195"/>
                  <a:gd name="csX81" fmla="*/ 7964681 w 8635679"/>
                  <a:gd name="csY81" fmla="*/ 316195 h 316195"/>
                  <a:gd name="csX82" fmla="*/ 8109959 w 8635679"/>
                  <a:gd name="csY82" fmla="*/ 299103 h 316195"/>
                  <a:gd name="csX83" fmla="*/ 8161234 w 8635679"/>
                  <a:gd name="csY83" fmla="*/ 282012 h 316195"/>
                  <a:gd name="csX84" fmla="*/ 8323604 w 8635679"/>
                  <a:gd name="csY84" fmla="*/ 290558 h 316195"/>
                  <a:gd name="csX85" fmla="*/ 8485974 w 8635679"/>
                  <a:gd name="csY85" fmla="*/ 282012 h 316195"/>
                  <a:gd name="csX86" fmla="*/ 8622707 w 8635679"/>
                  <a:gd name="csY86" fmla="*/ 282012 h 316195"/>
                  <a:gd name="csX87" fmla="*/ 8631253 w 8635679"/>
                  <a:gd name="csY87" fmla="*/ 290558 h 316195"/>
                  <a:gd name="csX0" fmla="*/ 0 w 8639993"/>
                  <a:gd name="csY0" fmla="*/ 213645 h 1213503"/>
                  <a:gd name="csX1" fmla="*/ 470019 w 8639993"/>
                  <a:gd name="csY1" fmla="*/ 213645 h 1213503"/>
                  <a:gd name="csX2" fmla="*/ 632389 w 8639993"/>
                  <a:gd name="csY2" fmla="*/ 196554 h 1213503"/>
                  <a:gd name="csX3" fmla="*/ 717847 w 8639993"/>
                  <a:gd name="csY3" fmla="*/ 188008 h 1213503"/>
                  <a:gd name="csX4" fmla="*/ 803305 w 8639993"/>
                  <a:gd name="csY4" fmla="*/ 179462 h 1213503"/>
                  <a:gd name="csX5" fmla="*/ 1452785 w 8639993"/>
                  <a:gd name="csY5" fmla="*/ 162371 h 1213503"/>
                  <a:gd name="csX6" fmla="*/ 1546789 w 8639993"/>
                  <a:gd name="csY6" fmla="*/ 145279 h 1213503"/>
                  <a:gd name="csX7" fmla="*/ 1580972 w 8639993"/>
                  <a:gd name="csY7" fmla="*/ 136733 h 1213503"/>
                  <a:gd name="csX8" fmla="*/ 1615156 w 8639993"/>
                  <a:gd name="csY8" fmla="*/ 145279 h 1213503"/>
                  <a:gd name="csX9" fmla="*/ 1640793 w 8639993"/>
                  <a:gd name="csY9" fmla="*/ 162371 h 1213503"/>
                  <a:gd name="csX10" fmla="*/ 1700614 w 8639993"/>
                  <a:gd name="csY10" fmla="*/ 188008 h 1213503"/>
                  <a:gd name="csX11" fmla="*/ 1862984 w 8639993"/>
                  <a:gd name="csY11" fmla="*/ 205100 h 1213503"/>
                  <a:gd name="csX12" fmla="*/ 1922804 w 8639993"/>
                  <a:gd name="csY12" fmla="*/ 213645 h 1213503"/>
                  <a:gd name="csX13" fmla="*/ 1956987 w 8639993"/>
                  <a:gd name="csY13" fmla="*/ 222191 h 1213503"/>
                  <a:gd name="csX14" fmla="*/ 2076628 w 8639993"/>
                  <a:gd name="csY14" fmla="*/ 230737 h 1213503"/>
                  <a:gd name="csX15" fmla="*/ 2281728 w 8639993"/>
                  <a:gd name="csY15" fmla="*/ 222191 h 1213503"/>
                  <a:gd name="csX16" fmla="*/ 2444098 w 8639993"/>
                  <a:gd name="csY16" fmla="*/ 213645 h 1213503"/>
                  <a:gd name="csX17" fmla="*/ 2709017 w 8639993"/>
                  <a:gd name="csY17" fmla="*/ 222191 h 1213503"/>
                  <a:gd name="csX18" fmla="*/ 2820113 w 8639993"/>
                  <a:gd name="csY18" fmla="*/ 230737 h 1213503"/>
                  <a:gd name="csX19" fmla="*/ 3050849 w 8639993"/>
                  <a:gd name="csY19" fmla="*/ 213645 h 1213503"/>
                  <a:gd name="csX20" fmla="*/ 3085032 w 8639993"/>
                  <a:gd name="csY20" fmla="*/ 205100 h 1213503"/>
                  <a:gd name="csX21" fmla="*/ 3418318 w 8639993"/>
                  <a:gd name="csY21" fmla="*/ 188008 h 1213503"/>
                  <a:gd name="csX22" fmla="*/ 3512322 w 8639993"/>
                  <a:gd name="csY22" fmla="*/ 162371 h 1213503"/>
                  <a:gd name="csX23" fmla="*/ 3683238 w 8639993"/>
                  <a:gd name="csY23" fmla="*/ 170916 h 1213503"/>
                  <a:gd name="csX24" fmla="*/ 3717421 w 8639993"/>
                  <a:gd name="csY24" fmla="*/ 179462 h 1213503"/>
                  <a:gd name="csX25" fmla="*/ 3828516 w 8639993"/>
                  <a:gd name="csY25" fmla="*/ 205100 h 1213503"/>
                  <a:gd name="csX26" fmla="*/ 3999432 w 8639993"/>
                  <a:gd name="csY26" fmla="*/ 196554 h 1213503"/>
                  <a:gd name="csX27" fmla="*/ 4025070 w 8639993"/>
                  <a:gd name="csY27" fmla="*/ 188008 h 1213503"/>
                  <a:gd name="csX28" fmla="*/ 4076344 w 8639993"/>
                  <a:gd name="csY28" fmla="*/ 179462 h 1213503"/>
                  <a:gd name="csX29" fmla="*/ 4101982 w 8639993"/>
                  <a:gd name="csY29" fmla="*/ 170916 h 1213503"/>
                  <a:gd name="csX30" fmla="*/ 4153257 w 8639993"/>
                  <a:gd name="csY30" fmla="*/ 162371 h 1213503"/>
                  <a:gd name="csX31" fmla="*/ 4298535 w 8639993"/>
                  <a:gd name="csY31" fmla="*/ 145279 h 1213503"/>
                  <a:gd name="csX32" fmla="*/ 4469451 w 8639993"/>
                  <a:gd name="csY32" fmla="*/ 153825 h 1213503"/>
                  <a:gd name="csX33" fmla="*/ 4503634 w 8639993"/>
                  <a:gd name="csY33" fmla="*/ 162371 h 1213503"/>
                  <a:gd name="csX34" fmla="*/ 4546363 w 8639993"/>
                  <a:gd name="csY34" fmla="*/ 170916 h 1213503"/>
                  <a:gd name="csX35" fmla="*/ 4640367 w 8639993"/>
                  <a:gd name="csY35" fmla="*/ 179462 h 1213503"/>
                  <a:gd name="csX36" fmla="*/ 4666004 w 8639993"/>
                  <a:gd name="csY36" fmla="*/ 188008 h 1213503"/>
                  <a:gd name="csX37" fmla="*/ 4700187 w 8639993"/>
                  <a:gd name="csY37" fmla="*/ 205100 h 1213503"/>
                  <a:gd name="csX38" fmla="*/ 4734371 w 8639993"/>
                  <a:gd name="csY38" fmla="*/ 213645 h 1213503"/>
                  <a:gd name="csX39" fmla="*/ 4777100 w 8639993"/>
                  <a:gd name="csY39" fmla="*/ 230737 h 1213503"/>
                  <a:gd name="csX40" fmla="*/ 4862557 w 8639993"/>
                  <a:gd name="csY40" fmla="*/ 247829 h 1213503"/>
                  <a:gd name="csX41" fmla="*/ 4905286 w 8639993"/>
                  <a:gd name="csY41" fmla="*/ 256374 h 1213503"/>
                  <a:gd name="csX42" fmla="*/ 4948015 w 8639993"/>
                  <a:gd name="csY42" fmla="*/ 273466 h 1213503"/>
                  <a:gd name="csX43" fmla="*/ 5033473 w 8639993"/>
                  <a:gd name="csY43" fmla="*/ 290558 h 1213503"/>
                  <a:gd name="csX44" fmla="*/ 5153114 w 8639993"/>
                  <a:gd name="csY44" fmla="*/ 307649 h 1213503"/>
                  <a:gd name="csX45" fmla="*/ 5580404 w 8639993"/>
                  <a:gd name="csY45" fmla="*/ 299103 h 1213503"/>
                  <a:gd name="csX46" fmla="*/ 5640225 w 8639993"/>
                  <a:gd name="csY46" fmla="*/ 282012 h 1213503"/>
                  <a:gd name="csX47" fmla="*/ 5708591 w 8639993"/>
                  <a:gd name="csY47" fmla="*/ 264920 h 1213503"/>
                  <a:gd name="csX48" fmla="*/ 5776957 w 8639993"/>
                  <a:gd name="csY48" fmla="*/ 247829 h 1213503"/>
                  <a:gd name="csX49" fmla="*/ 5922236 w 8639993"/>
                  <a:gd name="csY49" fmla="*/ 230737 h 1213503"/>
                  <a:gd name="csX50" fmla="*/ 5990602 w 8639993"/>
                  <a:gd name="csY50" fmla="*/ 222191 h 1213503"/>
                  <a:gd name="csX51" fmla="*/ 6041877 w 8639993"/>
                  <a:gd name="csY51" fmla="*/ 188008 h 1213503"/>
                  <a:gd name="csX52" fmla="*/ 6076060 w 8639993"/>
                  <a:gd name="csY52" fmla="*/ 162371 h 1213503"/>
                  <a:gd name="csX53" fmla="*/ 6101698 w 8639993"/>
                  <a:gd name="csY53" fmla="*/ 136733 h 1213503"/>
                  <a:gd name="csX54" fmla="*/ 6161518 w 8639993"/>
                  <a:gd name="csY54" fmla="*/ 119642 h 1213503"/>
                  <a:gd name="csX55" fmla="*/ 6306797 w 8639993"/>
                  <a:gd name="csY55" fmla="*/ 136733 h 1213503"/>
                  <a:gd name="csX56" fmla="*/ 6332434 w 8639993"/>
                  <a:gd name="csY56" fmla="*/ 145279 h 1213503"/>
                  <a:gd name="csX57" fmla="*/ 6409346 w 8639993"/>
                  <a:gd name="csY57" fmla="*/ 162371 h 1213503"/>
                  <a:gd name="csX58" fmla="*/ 6460621 w 8639993"/>
                  <a:gd name="csY58" fmla="*/ 179462 h 1213503"/>
                  <a:gd name="csX59" fmla="*/ 6511896 w 8639993"/>
                  <a:gd name="csY59" fmla="*/ 188008 h 1213503"/>
                  <a:gd name="csX60" fmla="*/ 6631537 w 8639993"/>
                  <a:gd name="csY60" fmla="*/ 213645 h 1213503"/>
                  <a:gd name="csX61" fmla="*/ 6716995 w 8639993"/>
                  <a:gd name="csY61" fmla="*/ 222191 h 1213503"/>
                  <a:gd name="csX62" fmla="*/ 6759724 w 8639993"/>
                  <a:gd name="csY62" fmla="*/ 230737 h 1213503"/>
                  <a:gd name="csX63" fmla="*/ 7169922 w 8639993"/>
                  <a:gd name="csY63" fmla="*/ 247829 h 1213503"/>
                  <a:gd name="csX64" fmla="*/ 7187014 w 8639993"/>
                  <a:gd name="csY64" fmla="*/ 273466 h 1213503"/>
                  <a:gd name="csX65" fmla="*/ 7298109 w 8639993"/>
                  <a:gd name="csY65" fmla="*/ 247829 h 1213503"/>
                  <a:gd name="csX66" fmla="*/ 7323746 w 8639993"/>
                  <a:gd name="csY66" fmla="*/ 222191 h 1213503"/>
                  <a:gd name="csX67" fmla="*/ 7417750 w 8639993"/>
                  <a:gd name="csY67" fmla="*/ 102550 h 1213503"/>
                  <a:gd name="csX68" fmla="*/ 7469025 w 8639993"/>
                  <a:gd name="csY68" fmla="*/ 34184 h 1213503"/>
                  <a:gd name="csX69" fmla="*/ 7528845 w 8639993"/>
                  <a:gd name="csY69" fmla="*/ 0 h 1213503"/>
                  <a:gd name="csX70" fmla="*/ 7605757 w 8639993"/>
                  <a:gd name="csY70" fmla="*/ 42729 h 1213503"/>
                  <a:gd name="csX71" fmla="*/ 7631395 w 8639993"/>
                  <a:gd name="csY71" fmla="*/ 68367 h 1213503"/>
                  <a:gd name="csX72" fmla="*/ 7657032 w 8639993"/>
                  <a:gd name="csY72" fmla="*/ 85458 h 1213503"/>
                  <a:gd name="csX73" fmla="*/ 7682670 w 8639993"/>
                  <a:gd name="csY73" fmla="*/ 111096 h 1213503"/>
                  <a:gd name="csX74" fmla="*/ 7716853 w 8639993"/>
                  <a:gd name="csY74" fmla="*/ 136733 h 1213503"/>
                  <a:gd name="csX75" fmla="*/ 7742490 w 8639993"/>
                  <a:gd name="csY75" fmla="*/ 162371 h 1213503"/>
                  <a:gd name="csX76" fmla="*/ 7802311 w 8639993"/>
                  <a:gd name="csY76" fmla="*/ 205100 h 1213503"/>
                  <a:gd name="csX77" fmla="*/ 7827948 w 8639993"/>
                  <a:gd name="csY77" fmla="*/ 239283 h 1213503"/>
                  <a:gd name="csX78" fmla="*/ 7853585 w 8639993"/>
                  <a:gd name="csY78" fmla="*/ 256374 h 1213503"/>
                  <a:gd name="csX79" fmla="*/ 7887769 w 8639993"/>
                  <a:gd name="csY79" fmla="*/ 290558 h 1213503"/>
                  <a:gd name="csX80" fmla="*/ 7921952 w 8639993"/>
                  <a:gd name="csY80" fmla="*/ 299103 h 1213503"/>
                  <a:gd name="csX81" fmla="*/ 7964681 w 8639993"/>
                  <a:gd name="csY81" fmla="*/ 316195 h 1213503"/>
                  <a:gd name="csX82" fmla="*/ 8109959 w 8639993"/>
                  <a:gd name="csY82" fmla="*/ 299103 h 1213503"/>
                  <a:gd name="csX83" fmla="*/ 8161234 w 8639993"/>
                  <a:gd name="csY83" fmla="*/ 282012 h 1213503"/>
                  <a:gd name="csX84" fmla="*/ 8323604 w 8639993"/>
                  <a:gd name="csY84" fmla="*/ 290558 h 1213503"/>
                  <a:gd name="csX85" fmla="*/ 8485974 w 8639993"/>
                  <a:gd name="csY85" fmla="*/ 282012 h 1213503"/>
                  <a:gd name="csX86" fmla="*/ 8622707 w 8639993"/>
                  <a:gd name="csY86" fmla="*/ 282012 h 1213503"/>
                  <a:gd name="csX87" fmla="*/ 8639799 w 8639993"/>
                  <a:gd name="csY87" fmla="*/ 1213503 h 1213503"/>
                  <a:gd name="csX0" fmla="*/ 0 w 8639993"/>
                  <a:gd name="csY0" fmla="*/ 213645 h 1277787"/>
                  <a:gd name="csX1" fmla="*/ 470019 w 8639993"/>
                  <a:gd name="csY1" fmla="*/ 213645 h 1277787"/>
                  <a:gd name="csX2" fmla="*/ 632389 w 8639993"/>
                  <a:gd name="csY2" fmla="*/ 196554 h 1277787"/>
                  <a:gd name="csX3" fmla="*/ 717847 w 8639993"/>
                  <a:gd name="csY3" fmla="*/ 188008 h 1277787"/>
                  <a:gd name="csX4" fmla="*/ 803305 w 8639993"/>
                  <a:gd name="csY4" fmla="*/ 179462 h 1277787"/>
                  <a:gd name="csX5" fmla="*/ 1452785 w 8639993"/>
                  <a:gd name="csY5" fmla="*/ 162371 h 1277787"/>
                  <a:gd name="csX6" fmla="*/ 1546789 w 8639993"/>
                  <a:gd name="csY6" fmla="*/ 145279 h 1277787"/>
                  <a:gd name="csX7" fmla="*/ 1580972 w 8639993"/>
                  <a:gd name="csY7" fmla="*/ 136733 h 1277787"/>
                  <a:gd name="csX8" fmla="*/ 1615156 w 8639993"/>
                  <a:gd name="csY8" fmla="*/ 145279 h 1277787"/>
                  <a:gd name="csX9" fmla="*/ 1640793 w 8639993"/>
                  <a:gd name="csY9" fmla="*/ 162371 h 1277787"/>
                  <a:gd name="csX10" fmla="*/ 1700614 w 8639993"/>
                  <a:gd name="csY10" fmla="*/ 188008 h 1277787"/>
                  <a:gd name="csX11" fmla="*/ 1862984 w 8639993"/>
                  <a:gd name="csY11" fmla="*/ 205100 h 1277787"/>
                  <a:gd name="csX12" fmla="*/ 1922804 w 8639993"/>
                  <a:gd name="csY12" fmla="*/ 213645 h 1277787"/>
                  <a:gd name="csX13" fmla="*/ 1956987 w 8639993"/>
                  <a:gd name="csY13" fmla="*/ 222191 h 1277787"/>
                  <a:gd name="csX14" fmla="*/ 2076628 w 8639993"/>
                  <a:gd name="csY14" fmla="*/ 230737 h 1277787"/>
                  <a:gd name="csX15" fmla="*/ 2281728 w 8639993"/>
                  <a:gd name="csY15" fmla="*/ 222191 h 1277787"/>
                  <a:gd name="csX16" fmla="*/ 2444098 w 8639993"/>
                  <a:gd name="csY16" fmla="*/ 213645 h 1277787"/>
                  <a:gd name="csX17" fmla="*/ 2709017 w 8639993"/>
                  <a:gd name="csY17" fmla="*/ 222191 h 1277787"/>
                  <a:gd name="csX18" fmla="*/ 2820113 w 8639993"/>
                  <a:gd name="csY18" fmla="*/ 230737 h 1277787"/>
                  <a:gd name="csX19" fmla="*/ 3050849 w 8639993"/>
                  <a:gd name="csY19" fmla="*/ 213645 h 1277787"/>
                  <a:gd name="csX20" fmla="*/ 3085032 w 8639993"/>
                  <a:gd name="csY20" fmla="*/ 205100 h 1277787"/>
                  <a:gd name="csX21" fmla="*/ 3418318 w 8639993"/>
                  <a:gd name="csY21" fmla="*/ 188008 h 1277787"/>
                  <a:gd name="csX22" fmla="*/ 3512322 w 8639993"/>
                  <a:gd name="csY22" fmla="*/ 162371 h 1277787"/>
                  <a:gd name="csX23" fmla="*/ 3683238 w 8639993"/>
                  <a:gd name="csY23" fmla="*/ 170916 h 1277787"/>
                  <a:gd name="csX24" fmla="*/ 3717421 w 8639993"/>
                  <a:gd name="csY24" fmla="*/ 179462 h 1277787"/>
                  <a:gd name="csX25" fmla="*/ 3828516 w 8639993"/>
                  <a:gd name="csY25" fmla="*/ 205100 h 1277787"/>
                  <a:gd name="csX26" fmla="*/ 3999432 w 8639993"/>
                  <a:gd name="csY26" fmla="*/ 196554 h 1277787"/>
                  <a:gd name="csX27" fmla="*/ 4025070 w 8639993"/>
                  <a:gd name="csY27" fmla="*/ 188008 h 1277787"/>
                  <a:gd name="csX28" fmla="*/ 4076344 w 8639993"/>
                  <a:gd name="csY28" fmla="*/ 179462 h 1277787"/>
                  <a:gd name="csX29" fmla="*/ 4101982 w 8639993"/>
                  <a:gd name="csY29" fmla="*/ 170916 h 1277787"/>
                  <a:gd name="csX30" fmla="*/ 4153257 w 8639993"/>
                  <a:gd name="csY30" fmla="*/ 162371 h 1277787"/>
                  <a:gd name="csX31" fmla="*/ 4298535 w 8639993"/>
                  <a:gd name="csY31" fmla="*/ 145279 h 1277787"/>
                  <a:gd name="csX32" fmla="*/ 4469451 w 8639993"/>
                  <a:gd name="csY32" fmla="*/ 153825 h 1277787"/>
                  <a:gd name="csX33" fmla="*/ 4503634 w 8639993"/>
                  <a:gd name="csY33" fmla="*/ 162371 h 1277787"/>
                  <a:gd name="csX34" fmla="*/ 4546363 w 8639993"/>
                  <a:gd name="csY34" fmla="*/ 170916 h 1277787"/>
                  <a:gd name="csX35" fmla="*/ 4640367 w 8639993"/>
                  <a:gd name="csY35" fmla="*/ 179462 h 1277787"/>
                  <a:gd name="csX36" fmla="*/ 4666004 w 8639993"/>
                  <a:gd name="csY36" fmla="*/ 188008 h 1277787"/>
                  <a:gd name="csX37" fmla="*/ 4700187 w 8639993"/>
                  <a:gd name="csY37" fmla="*/ 205100 h 1277787"/>
                  <a:gd name="csX38" fmla="*/ 4734371 w 8639993"/>
                  <a:gd name="csY38" fmla="*/ 213645 h 1277787"/>
                  <a:gd name="csX39" fmla="*/ 4777100 w 8639993"/>
                  <a:gd name="csY39" fmla="*/ 230737 h 1277787"/>
                  <a:gd name="csX40" fmla="*/ 4862557 w 8639993"/>
                  <a:gd name="csY40" fmla="*/ 247829 h 1277787"/>
                  <a:gd name="csX41" fmla="*/ 4905286 w 8639993"/>
                  <a:gd name="csY41" fmla="*/ 256374 h 1277787"/>
                  <a:gd name="csX42" fmla="*/ 4948015 w 8639993"/>
                  <a:gd name="csY42" fmla="*/ 273466 h 1277787"/>
                  <a:gd name="csX43" fmla="*/ 5033473 w 8639993"/>
                  <a:gd name="csY43" fmla="*/ 290558 h 1277787"/>
                  <a:gd name="csX44" fmla="*/ 5153114 w 8639993"/>
                  <a:gd name="csY44" fmla="*/ 307649 h 1277787"/>
                  <a:gd name="csX45" fmla="*/ 5580404 w 8639993"/>
                  <a:gd name="csY45" fmla="*/ 299103 h 1277787"/>
                  <a:gd name="csX46" fmla="*/ 5640225 w 8639993"/>
                  <a:gd name="csY46" fmla="*/ 282012 h 1277787"/>
                  <a:gd name="csX47" fmla="*/ 5708591 w 8639993"/>
                  <a:gd name="csY47" fmla="*/ 264920 h 1277787"/>
                  <a:gd name="csX48" fmla="*/ 5776957 w 8639993"/>
                  <a:gd name="csY48" fmla="*/ 247829 h 1277787"/>
                  <a:gd name="csX49" fmla="*/ 5922236 w 8639993"/>
                  <a:gd name="csY49" fmla="*/ 230737 h 1277787"/>
                  <a:gd name="csX50" fmla="*/ 5990602 w 8639993"/>
                  <a:gd name="csY50" fmla="*/ 222191 h 1277787"/>
                  <a:gd name="csX51" fmla="*/ 6041877 w 8639993"/>
                  <a:gd name="csY51" fmla="*/ 188008 h 1277787"/>
                  <a:gd name="csX52" fmla="*/ 6076060 w 8639993"/>
                  <a:gd name="csY52" fmla="*/ 162371 h 1277787"/>
                  <a:gd name="csX53" fmla="*/ 6101698 w 8639993"/>
                  <a:gd name="csY53" fmla="*/ 136733 h 1277787"/>
                  <a:gd name="csX54" fmla="*/ 6161518 w 8639993"/>
                  <a:gd name="csY54" fmla="*/ 119642 h 1277787"/>
                  <a:gd name="csX55" fmla="*/ 6306797 w 8639993"/>
                  <a:gd name="csY55" fmla="*/ 136733 h 1277787"/>
                  <a:gd name="csX56" fmla="*/ 6332434 w 8639993"/>
                  <a:gd name="csY56" fmla="*/ 145279 h 1277787"/>
                  <a:gd name="csX57" fmla="*/ 6409346 w 8639993"/>
                  <a:gd name="csY57" fmla="*/ 162371 h 1277787"/>
                  <a:gd name="csX58" fmla="*/ 6460621 w 8639993"/>
                  <a:gd name="csY58" fmla="*/ 179462 h 1277787"/>
                  <a:gd name="csX59" fmla="*/ 6511896 w 8639993"/>
                  <a:gd name="csY59" fmla="*/ 188008 h 1277787"/>
                  <a:gd name="csX60" fmla="*/ 6631537 w 8639993"/>
                  <a:gd name="csY60" fmla="*/ 213645 h 1277787"/>
                  <a:gd name="csX61" fmla="*/ 6716995 w 8639993"/>
                  <a:gd name="csY61" fmla="*/ 222191 h 1277787"/>
                  <a:gd name="csX62" fmla="*/ 6759724 w 8639993"/>
                  <a:gd name="csY62" fmla="*/ 230737 h 1277787"/>
                  <a:gd name="csX63" fmla="*/ 7169922 w 8639993"/>
                  <a:gd name="csY63" fmla="*/ 247829 h 1277787"/>
                  <a:gd name="csX64" fmla="*/ 7187014 w 8639993"/>
                  <a:gd name="csY64" fmla="*/ 273466 h 1277787"/>
                  <a:gd name="csX65" fmla="*/ 7298109 w 8639993"/>
                  <a:gd name="csY65" fmla="*/ 247829 h 1277787"/>
                  <a:gd name="csX66" fmla="*/ 7323746 w 8639993"/>
                  <a:gd name="csY66" fmla="*/ 222191 h 1277787"/>
                  <a:gd name="csX67" fmla="*/ 7417750 w 8639993"/>
                  <a:gd name="csY67" fmla="*/ 102550 h 1277787"/>
                  <a:gd name="csX68" fmla="*/ 7469025 w 8639993"/>
                  <a:gd name="csY68" fmla="*/ 34184 h 1277787"/>
                  <a:gd name="csX69" fmla="*/ 7528845 w 8639993"/>
                  <a:gd name="csY69" fmla="*/ 0 h 1277787"/>
                  <a:gd name="csX70" fmla="*/ 7605757 w 8639993"/>
                  <a:gd name="csY70" fmla="*/ 42729 h 1277787"/>
                  <a:gd name="csX71" fmla="*/ 7631395 w 8639993"/>
                  <a:gd name="csY71" fmla="*/ 68367 h 1277787"/>
                  <a:gd name="csX72" fmla="*/ 7657032 w 8639993"/>
                  <a:gd name="csY72" fmla="*/ 85458 h 1277787"/>
                  <a:gd name="csX73" fmla="*/ 7682670 w 8639993"/>
                  <a:gd name="csY73" fmla="*/ 111096 h 1277787"/>
                  <a:gd name="csX74" fmla="*/ 7716853 w 8639993"/>
                  <a:gd name="csY74" fmla="*/ 136733 h 1277787"/>
                  <a:gd name="csX75" fmla="*/ 7742490 w 8639993"/>
                  <a:gd name="csY75" fmla="*/ 162371 h 1277787"/>
                  <a:gd name="csX76" fmla="*/ 7802311 w 8639993"/>
                  <a:gd name="csY76" fmla="*/ 205100 h 1277787"/>
                  <a:gd name="csX77" fmla="*/ 7827948 w 8639993"/>
                  <a:gd name="csY77" fmla="*/ 239283 h 1277787"/>
                  <a:gd name="csX78" fmla="*/ 7853585 w 8639993"/>
                  <a:gd name="csY78" fmla="*/ 256374 h 1277787"/>
                  <a:gd name="csX79" fmla="*/ 7887769 w 8639993"/>
                  <a:gd name="csY79" fmla="*/ 290558 h 1277787"/>
                  <a:gd name="csX80" fmla="*/ 7921952 w 8639993"/>
                  <a:gd name="csY80" fmla="*/ 299103 h 1277787"/>
                  <a:gd name="csX81" fmla="*/ 7964681 w 8639993"/>
                  <a:gd name="csY81" fmla="*/ 316195 h 1277787"/>
                  <a:gd name="csX82" fmla="*/ 8109959 w 8639993"/>
                  <a:gd name="csY82" fmla="*/ 299103 h 1277787"/>
                  <a:gd name="csX83" fmla="*/ 8161234 w 8639993"/>
                  <a:gd name="csY83" fmla="*/ 282012 h 1277787"/>
                  <a:gd name="csX84" fmla="*/ 8323604 w 8639993"/>
                  <a:gd name="csY84" fmla="*/ 290558 h 1277787"/>
                  <a:gd name="csX85" fmla="*/ 8485974 w 8639993"/>
                  <a:gd name="csY85" fmla="*/ 282012 h 1277787"/>
                  <a:gd name="csX86" fmla="*/ 8622707 w 8639993"/>
                  <a:gd name="csY86" fmla="*/ 282012 h 1277787"/>
                  <a:gd name="csX87" fmla="*/ 8639799 w 8639993"/>
                  <a:gd name="csY87" fmla="*/ 1213503 h 1277787"/>
                  <a:gd name="csX88" fmla="*/ 8631253 w 8639993"/>
                  <a:gd name="csY88" fmla="*/ 1196412 h 1277787"/>
                  <a:gd name="csX0" fmla="*/ 0 w 8639993"/>
                  <a:gd name="csY0" fmla="*/ 213645 h 1262509"/>
                  <a:gd name="csX1" fmla="*/ 470019 w 8639993"/>
                  <a:gd name="csY1" fmla="*/ 213645 h 1262509"/>
                  <a:gd name="csX2" fmla="*/ 632389 w 8639993"/>
                  <a:gd name="csY2" fmla="*/ 196554 h 1262509"/>
                  <a:gd name="csX3" fmla="*/ 717847 w 8639993"/>
                  <a:gd name="csY3" fmla="*/ 188008 h 1262509"/>
                  <a:gd name="csX4" fmla="*/ 803305 w 8639993"/>
                  <a:gd name="csY4" fmla="*/ 179462 h 1262509"/>
                  <a:gd name="csX5" fmla="*/ 1452785 w 8639993"/>
                  <a:gd name="csY5" fmla="*/ 162371 h 1262509"/>
                  <a:gd name="csX6" fmla="*/ 1546789 w 8639993"/>
                  <a:gd name="csY6" fmla="*/ 145279 h 1262509"/>
                  <a:gd name="csX7" fmla="*/ 1580972 w 8639993"/>
                  <a:gd name="csY7" fmla="*/ 136733 h 1262509"/>
                  <a:gd name="csX8" fmla="*/ 1615156 w 8639993"/>
                  <a:gd name="csY8" fmla="*/ 145279 h 1262509"/>
                  <a:gd name="csX9" fmla="*/ 1640793 w 8639993"/>
                  <a:gd name="csY9" fmla="*/ 162371 h 1262509"/>
                  <a:gd name="csX10" fmla="*/ 1700614 w 8639993"/>
                  <a:gd name="csY10" fmla="*/ 188008 h 1262509"/>
                  <a:gd name="csX11" fmla="*/ 1862984 w 8639993"/>
                  <a:gd name="csY11" fmla="*/ 205100 h 1262509"/>
                  <a:gd name="csX12" fmla="*/ 1922804 w 8639993"/>
                  <a:gd name="csY12" fmla="*/ 213645 h 1262509"/>
                  <a:gd name="csX13" fmla="*/ 1956987 w 8639993"/>
                  <a:gd name="csY13" fmla="*/ 222191 h 1262509"/>
                  <a:gd name="csX14" fmla="*/ 2076628 w 8639993"/>
                  <a:gd name="csY14" fmla="*/ 230737 h 1262509"/>
                  <a:gd name="csX15" fmla="*/ 2281728 w 8639993"/>
                  <a:gd name="csY15" fmla="*/ 222191 h 1262509"/>
                  <a:gd name="csX16" fmla="*/ 2444098 w 8639993"/>
                  <a:gd name="csY16" fmla="*/ 213645 h 1262509"/>
                  <a:gd name="csX17" fmla="*/ 2709017 w 8639993"/>
                  <a:gd name="csY17" fmla="*/ 222191 h 1262509"/>
                  <a:gd name="csX18" fmla="*/ 2820113 w 8639993"/>
                  <a:gd name="csY18" fmla="*/ 230737 h 1262509"/>
                  <a:gd name="csX19" fmla="*/ 3050849 w 8639993"/>
                  <a:gd name="csY19" fmla="*/ 213645 h 1262509"/>
                  <a:gd name="csX20" fmla="*/ 3085032 w 8639993"/>
                  <a:gd name="csY20" fmla="*/ 205100 h 1262509"/>
                  <a:gd name="csX21" fmla="*/ 3418318 w 8639993"/>
                  <a:gd name="csY21" fmla="*/ 188008 h 1262509"/>
                  <a:gd name="csX22" fmla="*/ 3512322 w 8639993"/>
                  <a:gd name="csY22" fmla="*/ 162371 h 1262509"/>
                  <a:gd name="csX23" fmla="*/ 3683238 w 8639993"/>
                  <a:gd name="csY23" fmla="*/ 170916 h 1262509"/>
                  <a:gd name="csX24" fmla="*/ 3717421 w 8639993"/>
                  <a:gd name="csY24" fmla="*/ 179462 h 1262509"/>
                  <a:gd name="csX25" fmla="*/ 3828516 w 8639993"/>
                  <a:gd name="csY25" fmla="*/ 205100 h 1262509"/>
                  <a:gd name="csX26" fmla="*/ 3999432 w 8639993"/>
                  <a:gd name="csY26" fmla="*/ 196554 h 1262509"/>
                  <a:gd name="csX27" fmla="*/ 4025070 w 8639993"/>
                  <a:gd name="csY27" fmla="*/ 188008 h 1262509"/>
                  <a:gd name="csX28" fmla="*/ 4076344 w 8639993"/>
                  <a:gd name="csY28" fmla="*/ 179462 h 1262509"/>
                  <a:gd name="csX29" fmla="*/ 4101982 w 8639993"/>
                  <a:gd name="csY29" fmla="*/ 170916 h 1262509"/>
                  <a:gd name="csX30" fmla="*/ 4153257 w 8639993"/>
                  <a:gd name="csY30" fmla="*/ 162371 h 1262509"/>
                  <a:gd name="csX31" fmla="*/ 4298535 w 8639993"/>
                  <a:gd name="csY31" fmla="*/ 145279 h 1262509"/>
                  <a:gd name="csX32" fmla="*/ 4469451 w 8639993"/>
                  <a:gd name="csY32" fmla="*/ 153825 h 1262509"/>
                  <a:gd name="csX33" fmla="*/ 4503634 w 8639993"/>
                  <a:gd name="csY33" fmla="*/ 162371 h 1262509"/>
                  <a:gd name="csX34" fmla="*/ 4546363 w 8639993"/>
                  <a:gd name="csY34" fmla="*/ 170916 h 1262509"/>
                  <a:gd name="csX35" fmla="*/ 4640367 w 8639993"/>
                  <a:gd name="csY35" fmla="*/ 179462 h 1262509"/>
                  <a:gd name="csX36" fmla="*/ 4666004 w 8639993"/>
                  <a:gd name="csY36" fmla="*/ 188008 h 1262509"/>
                  <a:gd name="csX37" fmla="*/ 4700187 w 8639993"/>
                  <a:gd name="csY37" fmla="*/ 205100 h 1262509"/>
                  <a:gd name="csX38" fmla="*/ 4734371 w 8639993"/>
                  <a:gd name="csY38" fmla="*/ 213645 h 1262509"/>
                  <a:gd name="csX39" fmla="*/ 4777100 w 8639993"/>
                  <a:gd name="csY39" fmla="*/ 230737 h 1262509"/>
                  <a:gd name="csX40" fmla="*/ 4862557 w 8639993"/>
                  <a:gd name="csY40" fmla="*/ 247829 h 1262509"/>
                  <a:gd name="csX41" fmla="*/ 4905286 w 8639993"/>
                  <a:gd name="csY41" fmla="*/ 256374 h 1262509"/>
                  <a:gd name="csX42" fmla="*/ 4948015 w 8639993"/>
                  <a:gd name="csY42" fmla="*/ 273466 h 1262509"/>
                  <a:gd name="csX43" fmla="*/ 5033473 w 8639993"/>
                  <a:gd name="csY43" fmla="*/ 290558 h 1262509"/>
                  <a:gd name="csX44" fmla="*/ 5153114 w 8639993"/>
                  <a:gd name="csY44" fmla="*/ 307649 h 1262509"/>
                  <a:gd name="csX45" fmla="*/ 5580404 w 8639993"/>
                  <a:gd name="csY45" fmla="*/ 299103 h 1262509"/>
                  <a:gd name="csX46" fmla="*/ 5640225 w 8639993"/>
                  <a:gd name="csY46" fmla="*/ 282012 h 1262509"/>
                  <a:gd name="csX47" fmla="*/ 5708591 w 8639993"/>
                  <a:gd name="csY47" fmla="*/ 264920 h 1262509"/>
                  <a:gd name="csX48" fmla="*/ 5776957 w 8639993"/>
                  <a:gd name="csY48" fmla="*/ 247829 h 1262509"/>
                  <a:gd name="csX49" fmla="*/ 5922236 w 8639993"/>
                  <a:gd name="csY49" fmla="*/ 230737 h 1262509"/>
                  <a:gd name="csX50" fmla="*/ 5990602 w 8639993"/>
                  <a:gd name="csY50" fmla="*/ 222191 h 1262509"/>
                  <a:gd name="csX51" fmla="*/ 6041877 w 8639993"/>
                  <a:gd name="csY51" fmla="*/ 188008 h 1262509"/>
                  <a:gd name="csX52" fmla="*/ 6076060 w 8639993"/>
                  <a:gd name="csY52" fmla="*/ 162371 h 1262509"/>
                  <a:gd name="csX53" fmla="*/ 6101698 w 8639993"/>
                  <a:gd name="csY53" fmla="*/ 136733 h 1262509"/>
                  <a:gd name="csX54" fmla="*/ 6161518 w 8639993"/>
                  <a:gd name="csY54" fmla="*/ 119642 h 1262509"/>
                  <a:gd name="csX55" fmla="*/ 6306797 w 8639993"/>
                  <a:gd name="csY55" fmla="*/ 136733 h 1262509"/>
                  <a:gd name="csX56" fmla="*/ 6332434 w 8639993"/>
                  <a:gd name="csY56" fmla="*/ 145279 h 1262509"/>
                  <a:gd name="csX57" fmla="*/ 6409346 w 8639993"/>
                  <a:gd name="csY57" fmla="*/ 162371 h 1262509"/>
                  <a:gd name="csX58" fmla="*/ 6460621 w 8639993"/>
                  <a:gd name="csY58" fmla="*/ 179462 h 1262509"/>
                  <a:gd name="csX59" fmla="*/ 6511896 w 8639993"/>
                  <a:gd name="csY59" fmla="*/ 188008 h 1262509"/>
                  <a:gd name="csX60" fmla="*/ 6631537 w 8639993"/>
                  <a:gd name="csY60" fmla="*/ 213645 h 1262509"/>
                  <a:gd name="csX61" fmla="*/ 6716995 w 8639993"/>
                  <a:gd name="csY61" fmla="*/ 222191 h 1262509"/>
                  <a:gd name="csX62" fmla="*/ 6759724 w 8639993"/>
                  <a:gd name="csY62" fmla="*/ 230737 h 1262509"/>
                  <a:gd name="csX63" fmla="*/ 7169922 w 8639993"/>
                  <a:gd name="csY63" fmla="*/ 247829 h 1262509"/>
                  <a:gd name="csX64" fmla="*/ 7187014 w 8639993"/>
                  <a:gd name="csY64" fmla="*/ 273466 h 1262509"/>
                  <a:gd name="csX65" fmla="*/ 7298109 w 8639993"/>
                  <a:gd name="csY65" fmla="*/ 247829 h 1262509"/>
                  <a:gd name="csX66" fmla="*/ 7323746 w 8639993"/>
                  <a:gd name="csY66" fmla="*/ 222191 h 1262509"/>
                  <a:gd name="csX67" fmla="*/ 7417750 w 8639993"/>
                  <a:gd name="csY67" fmla="*/ 102550 h 1262509"/>
                  <a:gd name="csX68" fmla="*/ 7469025 w 8639993"/>
                  <a:gd name="csY68" fmla="*/ 34184 h 1262509"/>
                  <a:gd name="csX69" fmla="*/ 7528845 w 8639993"/>
                  <a:gd name="csY69" fmla="*/ 0 h 1262509"/>
                  <a:gd name="csX70" fmla="*/ 7605757 w 8639993"/>
                  <a:gd name="csY70" fmla="*/ 42729 h 1262509"/>
                  <a:gd name="csX71" fmla="*/ 7631395 w 8639993"/>
                  <a:gd name="csY71" fmla="*/ 68367 h 1262509"/>
                  <a:gd name="csX72" fmla="*/ 7657032 w 8639993"/>
                  <a:gd name="csY72" fmla="*/ 85458 h 1262509"/>
                  <a:gd name="csX73" fmla="*/ 7682670 w 8639993"/>
                  <a:gd name="csY73" fmla="*/ 111096 h 1262509"/>
                  <a:gd name="csX74" fmla="*/ 7716853 w 8639993"/>
                  <a:gd name="csY74" fmla="*/ 136733 h 1262509"/>
                  <a:gd name="csX75" fmla="*/ 7742490 w 8639993"/>
                  <a:gd name="csY75" fmla="*/ 162371 h 1262509"/>
                  <a:gd name="csX76" fmla="*/ 7802311 w 8639993"/>
                  <a:gd name="csY76" fmla="*/ 205100 h 1262509"/>
                  <a:gd name="csX77" fmla="*/ 7827948 w 8639993"/>
                  <a:gd name="csY77" fmla="*/ 239283 h 1262509"/>
                  <a:gd name="csX78" fmla="*/ 7853585 w 8639993"/>
                  <a:gd name="csY78" fmla="*/ 256374 h 1262509"/>
                  <a:gd name="csX79" fmla="*/ 7887769 w 8639993"/>
                  <a:gd name="csY79" fmla="*/ 290558 h 1262509"/>
                  <a:gd name="csX80" fmla="*/ 7921952 w 8639993"/>
                  <a:gd name="csY80" fmla="*/ 299103 h 1262509"/>
                  <a:gd name="csX81" fmla="*/ 7964681 w 8639993"/>
                  <a:gd name="csY81" fmla="*/ 316195 h 1262509"/>
                  <a:gd name="csX82" fmla="*/ 8109959 w 8639993"/>
                  <a:gd name="csY82" fmla="*/ 299103 h 1262509"/>
                  <a:gd name="csX83" fmla="*/ 8161234 w 8639993"/>
                  <a:gd name="csY83" fmla="*/ 282012 h 1262509"/>
                  <a:gd name="csX84" fmla="*/ 8323604 w 8639993"/>
                  <a:gd name="csY84" fmla="*/ 290558 h 1262509"/>
                  <a:gd name="csX85" fmla="*/ 8485974 w 8639993"/>
                  <a:gd name="csY85" fmla="*/ 282012 h 1262509"/>
                  <a:gd name="csX86" fmla="*/ 8622707 w 8639993"/>
                  <a:gd name="csY86" fmla="*/ 282012 h 1262509"/>
                  <a:gd name="csX87" fmla="*/ 8639799 w 8639993"/>
                  <a:gd name="csY87" fmla="*/ 1213503 h 1262509"/>
                  <a:gd name="csX88" fmla="*/ 1093863 w 8639993"/>
                  <a:gd name="csY88" fmla="*/ 1110954 h 1262509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1187865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230736 h 1282034"/>
                  <a:gd name="csX0" fmla="*/ 630330 w 9270323"/>
                  <a:gd name="csY0" fmla="*/ 213645 h 1282034"/>
                  <a:gd name="csX1" fmla="*/ 1100349 w 9270323"/>
                  <a:gd name="csY1" fmla="*/ 213645 h 1282034"/>
                  <a:gd name="csX2" fmla="*/ 1262719 w 9270323"/>
                  <a:gd name="csY2" fmla="*/ 196554 h 1282034"/>
                  <a:gd name="csX3" fmla="*/ 1348177 w 9270323"/>
                  <a:gd name="csY3" fmla="*/ 188008 h 1282034"/>
                  <a:gd name="csX4" fmla="*/ 1433635 w 9270323"/>
                  <a:gd name="csY4" fmla="*/ 179462 h 1282034"/>
                  <a:gd name="csX5" fmla="*/ 2083115 w 9270323"/>
                  <a:gd name="csY5" fmla="*/ 162371 h 1282034"/>
                  <a:gd name="csX6" fmla="*/ 2177119 w 9270323"/>
                  <a:gd name="csY6" fmla="*/ 145279 h 1282034"/>
                  <a:gd name="csX7" fmla="*/ 2211302 w 9270323"/>
                  <a:gd name="csY7" fmla="*/ 136733 h 1282034"/>
                  <a:gd name="csX8" fmla="*/ 2245486 w 9270323"/>
                  <a:gd name="csY8" fmla="*/ 145279 h 1282034"/>
                  <a:gd name="csX9" fmla="*/ 2271123 w 9270323"/>
                  <a:gd name="csY9" fmla="*/ 162371 h 1282034"/>
                  <a:gd name="csX10" fmla="*/ 2330944 w 9270323"/>
                  <a:gd name="csY10" fmla="*/ 188008 h 1282034"/>
                  <a:gd name="csX11" fmla="*/ 2493314 w 9270323"/>
                  <a:gd name="csY11" fmla="*/ 205100 h 1282034"/>
                  <a:gd name="csX12" fmla="*/ 2553134 w 9270323"/>
                  <a:gd name="csY12" fmla="*/ 213645 h 1282034"/>
                  <a:gd name="csX13" fmla="*/ 2587317 w 9270323"/>
                  <a:gd name="csY13" fmla="*/ 222191 h 1282034"/>
                  <a:gd name="csX14" fmla="*/ 2706958 w 9270323"/>
                  <a:gd name="csY14" fmla="*/ 230737 h 1282034"/>
                  <a:gd name="csX15" fmla="*/ 2912058 w 9270323"/>
                  <a:gd name="csY15" fmla="*/ 222191 h 1282034"/>
                  <a:gd name="csX16" fmla="*/ 3074428 w 9270323"/>
                  <a:gd name="csY16" fmla="*/ 213645 h 1282034"/>
                  <a:gd name="csX17" fmla="*/ 3339347 w 9270323"/>
                  <a:gd name="csY17" fmla="*/ 222191 h 1282034"/>
                  <a:gd name="csX18" fmla="*/ 3450443 w 9270323"/>
                  <a:gd name="csY18" fmla="*/ 230737 h 1282034"/>
                  <a:gd name="csX19" fmla="*/ 3681179 w 9270323"/>
                  <a:gd name="csY19" fmla="*/ 213645 h 1282034"/>
                  <a:gd name="csX20" fmla="*/ 3715362 w 9270323"/>
                  <a:gd name="csY20" fmla="*/ 205100 h 1282034"/>
                  <a:gd name="csX21" fmla="*/ 4048648 w 9270323"/>
                  <a:gd name="csY21" fmla="*/ 188008 h 1282034"/>
                  <a:gd name="csX22" fmla="*/ 4142652 w 9270323"/>
                  <a:gd name="csY22" fmla="*/ 162371 h 1282034"/>
                  <a:gd name="csX23" fmla="*/ 4313568 w 9270323"/>
                  <a:gd name="csY23" fmla="*/ 170916 h 1282034"/>
                  <a:gd name="csX24" fmla="*/ 4347751 w 9270323"/>
                  <a:gd name="csY24" fmla="*/ 179462 h 1282034"/>
                  <a:gd name="csX25" fmla="*/ 4458846 w 9270323"/>
                  <a:gd name="csY25" fmla="*/ 205100 h 1282034"/>
                  <a:gd name="csX26" fmla="*/ 4629762 w 9270323"/>
                  <a:gd name="csY26" fmla="*/ 196554 h 1282034"/>
                  <a:gd name="csX27" fmla="*/ 4655400 w 9270323"/>
                  <a:gd name="csY27" fmla="*/ 188008 h 1282034"/>
                  <a:gd name="csX28" fmla="*/ 4706674 w 9270323"/>
                  <a:gd name="csY28" fmla="*/ 179462 h 1282034"/>
                  <a:gd name="csX29" fmla="*/ 4732312 w 9270323"/>
                  <a:gd name="csY29" fmla="*/ 170916 h 1282034"/>
                  <a:gd name="csX30" fmla="*/ 4783587 w 9270323"/>
                  <a:gd name="csY30" fmla="*/ 162371 h 1282034"/>
                  <a:gd name="csX31" fmla="*/ 4928865 w 9270323"/>
                  <a:gd name="csY31" fmla="*/ 145279 h 1282034"/>
                  <a:gd name="csX32" fmla="*/ 5099781 w 9270323"/>
                  <a:gd name="csY32" fmla="*/ 153825 h 1282034"/>
                  <a:gd name="csX33" fmla="*/ 5133964 w 9270323"/>
                  <a:gd name="csY33" fmla="*/ 162371 h 1282034"/>
                  <a:gd name="csX34" fmla="*/ 5176693 w 9270323"/>
                  <a:gd name="csY34" fmla="*/ 170916 h 1282034"/>
                  <a:gd name="csX35" fmla="*/ 5270697 w 9270323"/>
                  <a:gd name="csY35" fmla="*/ 179462 h 1282034"/>
                  <a:gd name="csX36" fmla="*/ 5296334 w 9270323"/>
                  <a:gd name="csY36" fmla="*/ 188008 h 1282034"/>
                  <a:gd name="csX37" fmla="*/ 5330517 w 9270323"/>
                  <a:gd name="csY37" fmla="*/ 205100 h 1282034"/>
                  <a:gd name="csX38" fmla="*/ 5364701 w 9270323"/>
                  <a:gd name="csY38" fmla="*/ 213645 h 1282034"/>
                  <a:gd name="csX39" fmla="*/ 5407430 w 9270323"/>
                  <a:gd name="csY39" fmla="*/ 230737 h 1282034"/>
                  <a:gd name="csX40" fmla="*/ 5492887 w 9270323"/>
                  <a:gd name="csY40" fmla="*/ 247829 h 1282034"/>
                  <a:gd name="csX41" fmla="*/ 5535616 w 9270323"/>
                  <a:gd name="csY41" fmla="*/ 256374 h 1282034"/>
                  <a:gd name="csX42" fmla="*/ 5578345 w 9270323"/>
                  <a:gd name="csY42" fmla="*/ 273466 h 1282034"/>
                  <a:gd name="csX43" fmla="*/ 5663803 w 9270323"/>
                  <a:gd name="csY43" fmla="*/ 290558 h 1282034"/>
                  <a:gd name="csX44" fmla="*/ 5783444 w 9270323"/>
                  <a:gd name="csY44" fmla="*/ 307649 h 1282034"/>
                  <a:gd name="csX45" fmla="*/ 6210734 w 9270323"/>
                  <a:gd name="csY45" fmla="*/ 299103 h 1282034"/>
                  <a:gd name="csX46" fmla="*/ 6270555 w 9270323"/>
                  <a:gd name="csY46" fmla="*/ 282012 h 1282034"/>
                  <a:gd name="csX47" fmla="*/ 6338921 w 9270323"/>
                  <a:gd name="csY47" fmla="*/ 264920 h 1282034"/>
                  <a:gd name="csX48" fmla="*/ 6407287 w 9270323"/>
                  <a:gd name="csY48" fmla="*/ 247829 h 1282034"/>
                  <a:gd name="csX49" fmla="*/ 6552566 w 9270323"/>
                  <a:gd name="csY49" fmla="*/ 230737 h 1282034"/>
                  <a:gd name="csX50" fmla="*/ 6620932 w 9270323"/>
                  <a:gd name="csY50" fmla="*/ 222191 h 1282034"/>
                  <a:gd name="csX51" fmla="*/ 6672207 w 9270323"/>
                  <a:gd name="csY51" fmla="*/ 188008 h 1282034"/>
                  <a:gd name="csX52" fmla="*/ 6706390 w 9270323"/>
                  <a:gd name="csY52" fmla="*/ 162371 h 1282034"/>
                  <a:gd name="csX53" fmla="*/ 6732028 w 9270323"/>
                  <a:gd name="csY53" fmla="*/ 136733 h 1282034"/>
                  <a:gd name="csX54" fmla="*/ 6791848 w 9270323"/>
                  <a:gd name="csY54" fmla="*/ 119642 h 1282034"/>
                  <a:gd name="csX55" fmla="*/ 6937127 w 9270323"/>
                  <a:gd name="csY55" fmla="*/ 136733 h 1282034"/>
                  <a:gd name="csX56" fmla="*/ 6962764 w 9270323"/>
                  <a:gd name="csY56" fmla="*/ 145279 h 1282034"/>
                  <a:gd name="csX57" fmla="*/ 7039676 w 9270323"/>
                  <a:gd name="csY57" fmla="*/ 162371 h 1282034"/>
                  <a:gd name="csX58" fmla="*/ 7090951 w 9270323"/>
                  <a:gd name="csY58" fmla="*/ 179462 h 1282034"/>
                  <a:gd name="csX59" fmla="*/ 7142226 w 9270323"/>
                  <a:gd name="csY59" fmla="*/ 188008 h 1282034"/>
                  <a:gd name="csX60" fmla="*/ 7261867 w 9270323"/>
                  <a:gd name="csY60" fmla="*/ 213645 h 1282034"/>
                  <a:gd name="csX61" fmla="*/ 7347325 w 9270323"/>
                  <a:gd name="csY61" fmla="*/ 222191 h 1282034"/>
                  <a:gd name="csX62" fmla="*/ 7390054 w 9270323"/>
                  <a:gd name="csY62" fmla="*/ 230737 h 1282034"/>
                  <a:gd name="csX63" fmla="*/ 7800252 w 9270323"/>
                  <a:gd name="csY63" fmla="*/ 247829 h 1282034"/>
                  <a:gd name="csX64" fmla="*/ 7817344 w 9270323"/>
                  <a:gd name="csY64" fmla="*/ 273466 h 1282034"/>
                  <a:gd name="csX65" fmla="*/ 7928439 w 9270323"/>
                  <a:gd name="csY65" fmla="*/ 247829 h 1282034"/>
                  <a:gd name="csX66" fmla="*/ 7954076 w 9270323"/>
                  <a:gd name="csY66" fmla="*/ 222191 h 1282034"/>
                  <a:gd name="csX67" fmla="*/ 8048080 w 9270323"/>
                  <a:gd name="csY67" fmla="*/ 102550 h 1282034"/>
                  <a:gd name="csX68" fmla="*/ 8099355 w 9270323"/>
                  <a:gd name="csY68" fmla="*/ 34184 h 1282034"/>
                  <a:gd name="csX69" fmla="*/ 8159175 w 9270323"/>
                  <a:gd name="csY69" fmla="*/ 0 h 1282034"/>
                  <a:gd name="csX70" fmla="*/ 8236087 w 9270323"/>
                  <a:gd name="csY70" fmla="*/ 42729 h 1282034"/>
                  <a:gd name="csX71" fmla="*/ 8261725 w 9270323"/>
                  <a:gd name="csY71" fmla="*/ 68367 h 1282034"/>
                  <a:gd name="csX72" fmla="*/ 8287362 w 9270323"/>
                  <a:gd name="csY72" fmla="*/ 85458 h 1282034"/>
                  <a:gd name="csX73" fmla="*/ 8313000 w 9270323"/>
                  <a:gd name="csY73" fmla="*/ 111096 h 1282034"/>
                  <a:gd name="csX74" fmla="*/ 8347183 w 9270323"/>
                  <a:gd name="csY74" fmla="*/ 136733 h 1282034"/>
                  <a:gd name="csX75" fmla="*/ 8372820 w 9270323"/>
                  <a:gd name="csY75" fmla="*/ 162371 h 1282034"/>
                  <a:gd name="csX76" fmla="*/ 8432641 w 9270323"/>
                  <a:gd name="csY76" fmla="*/ 205100 h 1282034"/>
                  <a:gd name="csX77" fmla="*/ 8458278 w 9270323"/>
                  <a:gd name="csY77" fmla="*/ 239283 h 1282034"/>
                  <a:gd name="csX78" fmla="*/ 8483915 w 9270323"/>
                  <a:gd name="csY78" fmla="*/ 256374 h 1282034"/>
                  <a:gd name="csX79" fmla="*/ 8518099 w 9270323"/>
                  <a:gd name="csY79" fmla="*/ 290558 h 1282034"/>
                  <a:gd name="csX80" fmla="*/ 8552282 w 9270323"/>
                  <a:gd name="csY80" fmla="*/ 299103 h 1282034"/>
                  <a:gd name="csX81" fmla="*/ 8595011 w 9270323"/>
                  <a:gd name="csY81" fmla="*/ 316195 h 1282034"/>
                  <a:gd name="csX82" fmla="*/ 8740289 w 9270323"/>
                  <a:gd name="csY82" fmla="*/ 299103 h 1282034"/>
                  <a:gd name="csX83" fmla="*/ 8791564 w 9270323"/>
                  <a:gd name="csY83" fmla="*/ 282012 h 1282034"/>
                  <a:gd name="csX84" fmla="*/ 8953934 w 9270323"/>
                  <a:gd name="csY84" fmla="*/ 290558 h 1282034"/>
                  <a:gd name="csX85" fmla="*/ 9116304 w 9270323"/>
                  <a:gd name="csY85" fmla="*/ 282012 h 1282034"/>
                  <a:gd name="csX86" fmla="*/ 9253037 w 9270323"/>
                  <a:gd name="csY86" fmla="*/ 282012 h 1282034"/>
                  <a:gd name="csX87" fmla="*/ 9270129 w 9270323"/>
                  <a:gd name="csY87" fmla="*/ 1213503 h 1282034"/>
                  <a:gd name="csX88" fmla="*/ 638877 w 9270323"/>
                  <a:gd name="csY88" fmla="*/ 1213504 h 1282034"/>
                  <a:gd name="csX89" fmla="*/ 638877 w 9270323"/>
                  <a:gd name="csY89" fmla="*/ 222190 h 1282034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89" fmla="*/ 8547 w 8639993"/>
                  <a:gd name="csY89" fmla="*/ 222190 h 1282034"/>
                  <a:gd name="csX0" fmla="*/ 0 w 8639993"/>
                  <a:gd name="csY0" fmla="*/ 213645 h 1217614"/>
                  <a:gd name="csX1" fmla="*/ 470019 w 8639993"/>
                  <a:gd name="csY1" fmla="*/ 213645 h 1217614"/>
                  <a:gd name="csX2" fmla="*/ 632389 w 8639993"/>
                  <a:gd name="csY2" fmla="*/ 196554 h 1217614"/>
                  <a:gd name="csX3" fmla="*/ 717847 w 8639993"/>
                  <a:gd name="csY3" fmla="*/ 188008 h 1217614"/>
                  <a:gd name="csX4" fmla="*/ 803305 w 8639993"/>
                  <a:gd name="csY4" fmla="*/ 179462 h 1217614"/>
                  <a:gd name="csX5" fmla="*/ 1452785 w 8639993"/>
                  <a:gd name="csY5" fmla="*/ 162371 h 1217614"/>
                  <a:gd name="csX6" fmla="*/ 1546789 w 8639993"/>
                  <a:gd name="csY6" fmla="*/ 145279 h 1217614"/>
                  <a:gd name="csX7" fmla="*/ 1580972 w 8639993"/>
                  <a:gd name="csY7" fmla="*/ 136733 h 1217614"/>
                  <a:gd name="csX8" fmla="*/ 1615156 w 8639993"/>
                  <a:gd name="csY8" fmla="*/ 145279 h 1217614"/>
                  <a:gd name="csX9" fmla="*/ 1640793 w 8639993"/>
                  <a:gd name="csY9" fmla="*/ 162371 h 1217614"/>
                  <a:gd name="csX10" fmla="*/ 1700614 w 8639993"/>
                  <a:gd name="csY10" fmla="*/ 188008 h 1217614"/>
                  <a:gd name="csX11" fmla="*/ 1862984 w 8639993"/>
                  <a:gd name="csY11" fmla="*/ 205100 h 1217614"/>
                  <a:gd name="csX12" fmla="*/ 1922804 w 8639993"/>
                  <a:gd name="csY12" fmla="*/ 213645 h 1217614"/>
                  <a:gd name="csX13" fmla="*/ 1956987 w 8639993"/>
                  <a:gd name="csY13" fmla="*/ 222191 h 1217614"/>
                  <a:gd name="csX14" fmla="*/ 2076628 w 8639993"/>
                  <a:gd name="csY14" fmla="*/ 230737 h 1217614"/>
                  <a:gd name="csX15" fmla="*/ 2281728 w 8639993"/>
                  <a:gd name="csY15" fmla="*/ 222191 h 1217614"/>
                  <a:gd name="csX16" fmla="*/ 2444098 w 8639993"/>
                  <a:gd name="csY16" fmla="*/ 213645 h 1217614"/>
                  <a:gd name="csX17" fmla="*/ 2709017 w 8639993"/>
                  <a:gd name="csY17" fmla="*/ 222191 h 1217614"/>
                  <a:gd name="csX18" fmla="*/ 2820113 w 8639993"/>
                  <a:gd name="csY18" fmla="*/ 230737 h 1217614"/>
                  <a:gd name="csX19" fmla="*/ 3050849 w 8639993"/>
                  <a:gd name="csY19" fmla="*/ 213645 h 1217614"/>
                  <a:gd name="csX20" fmla="*/ 3085032 w 8639993"/>
                  <a:gd name="csY20" fmla="*/ 205100 h 1217614"/>
                  <a:gd name="csX21" fmla="*/ 3418318 w 8639993"/>
                  <a:gd name="csY21" fmla="*/ 188008 h 1217614"/>
                  <a:gd name="csX22" fmla="*/ 3512322 w 8639993"/>
                  <a:gd name="csY22" fmla="*/ 162371 h 1217614"/>
                  <a:gd name="csX23" fmla="*/ 3683238 w 8639993"/>
                  <a:gd name="csY23" fmla="*/ 170916 h 1217614"/>
                  <a:gd name="csX24" fmla="*/ 3717421 w 8639993"/>
                  <a:gd name="csY24" fmla="*/ 179462 h 1217614"/>
                  <a:gd name="csX25" fmla="*/ 3828516 w 8639993"/>
                  <a:gd name="csY25" fmla="*/ 205100 h 1217614"/>
                  <a:gd name="csX26" fmla="*/ 3999432 w 8639993"/>
                  <a:gd name="csY26" fmla="*/ 196554 h 1217614"/>
                  <a:gd name="csX27" fmla="*/ 4025070 w 8639993"/>
                  <a:gd name="csY27" fmla="*/ 188008 h 1217614"/>
                  <a:gd name="csX28" fmla="*/ 4076344 w 8639993"/>
                  <a:gd name="csY28" fmla="*/ 179462 h 1217614"/>
                  <a:gd name="csX29" fmla="*/ 4101982 w 8639993"/>
                  <a:gd name="csY29" fmla="*/ 170916 h 1217614"/>
                  <a:gd name="csX30" fmla="*/ 4153257 w 8639993"/>
                  <a:gd name="csY30" fmla="*/ 162371 h 1217614"/>
                  <a:gd name="csX31" fmla="*/ 4298535 w 8639993"/>
                  <a:gd name="csY31" fmla="*/ 145279 h 1217614"/>
                  <a:gd name="csX32" fmla="*/ 4469451 w 8639993"/>
                  <a:gd name="csY32" fmla="*/ 153825 h 1217614"/>
                  <a:gd name="csX33" fmla="*/ 4503634 w 8639993"/>
                  <a:gd name="csY33" fmla="*/ 162371 h 1217614"/>
                  <a:gd name="csX34" fmla="*/ 4546363 w 8639993"/>
                  <a:gd name="csY34" fmla="*/ 170916 h 1217614"/>
                  <a:gd name="csX35" fmla="*/ 4640367 w 8639993"/>
                  <a:gd name="csY35" fmla="*/ 179462 h 1217614"/>
                  <a:gd name="csX36" fmla="*/ 4666004 w 8639993"/>
                  <a:gd name="csY36" fmla="*/ 188008 h 1217614"/>
                  <a:gd name="csX37" fmla="*/ 4700187 w 8639993"/>
                  <a:gd name="csY37" fmla="*/ 205100 h 1217614"/>
                  <a:gd name="csX38" fmla="*/ 4734371 w 8639993"/>
                  <a:gd name="csY38" fmla="*/ 213645 h 1217614"/>
                  <a:gd name="csX39" fmla="*/ 4777100 w 8639993"/>
                  <a:gd name="csY39" fmla="*/ 230737 h 1217614"/>
                  <a:gd name="csX40" fmla="*/ 4862557 w 8639993"/>
                  <a:gd name="csY40" fmla="*/ 247829 h 1217614"/>
                  <a:gd name="csX41" fmla="*/ 4905286 w 8639993"/>
                  <a:gd name="csY41" fmla="*/ 256374 h 1217614"/>
                  <a:gd name="csX42" fmla="*/ 4948015 w 8639993"/>
                  <a:gd name="csY42" fmla="*/ 273466 h 1217614"/>
                  <a:gd name="csX43" fmla="*/ 5033473 w 8639993"/>
                  <a:gd name="csY43" fmla="*/ 290558 h 1217614"/>
                  <a:gd name="csX44" fmla="*/ 5153114 w 8639993"/>
                  <a:gd name="csY44" fmla="*/ 307649 h 1217614"/>
                  <a:gd name="csX45" fmla="*/ 5580404 w 8639993"/>
                  <a:gd name="csY45" fmla="*/ 299103 h 1217614"/>
                  <a:gd name="csX46" fmla="*/ 5640225 w 8639993"/>
                  <a:gd name="csY46" fmla="*/ 282012 h 1217614"/>
                  <a:gd name="csX47" fmla="*/ 5708591 w 8639993"/>
                  <a:gd name="csY47" fmla="*/ 264920 h 1217614"/>
                  <a:gd name="csX48" fmla="*/ 5776957 w 8639993"/>
                  <a:gd name="csY48" fmla="*/ 247829 h 1217614"/>
                  <a:gd name="csX49" fmla="*/ 5922236 w 8639993"/>
                  <a:gd name="csY49" fmla="*/ 230737 h 1217614"/>
                  <a:gd name="csX50" fmla="*/ 5990602 w 8639993"/>
                  <a:gd name="csY50" fmla="*/ 222191 h 1217614"/>
                  <a:gd name="csX51" fmla="*/ 6041877 w 8639993"/>
                  <a:gd name="csY51" fmla="*/ 188008 h 1217614"/>
                  <a:gd name="csX52" fmla="*/ 6076060 w 8639993"/>
                  <a:gd name="csY52" fmla="*/ 162371 h 1217614"/>
                  <a:gd name="csX53" fmla="*/ 6101698 w 8639993"/>
                  <a:gd name="csY53" fmla="*/ 136733 h 1217614"/>
                  <a:gd name="csX54" fmla="*/ 6161518 w 8639993"/>
                  <a:gd name="csY54" fmla="*/ 119642 h 1217614"/>
                  <a:gd name="csX55" fmla="*/ 6306797 w 8639993"/>
                  <a:gd name="csY55" fmla="*/ 136733 h 1217614"/>
                  <a:gd name="csX56" fmla="*/ 6332434 w 8639993"/>
                  <a:gd name="csY56" fmla="*/ 145279 h 1217614"/>
                  <a:gd name="csX57" fmla="*/ 6409346 w 8639993"/>
                  <a:gd name="csY57" fmla="*/ 162371 h 1217614"/>
                  <a:gd name="csX58" fmla="*/ 6460621 w 8639993"/>
                  <a:gd name="csY58" fmla="*/ 179462 h 1217614"/>
                  <a:gd name="csX59" fmla="*/ 6511896 w 8639993"/>
                  <a:gd name="csY59" fmla="*/ 188008 h 1217614"/>
                  <a:gd name="csX60" fmla="*/ 6631537 w 8639993"/>
                  <a:gd name="csY60" fmla="*/ 213645 h 1217614"/>
                  <a:gd name="csX61" fmla="*/ 6716995 w 8639993"/>
                  <a:gd name="csY61" fmla="*/ 222191 h 1217614"/>
                  <a:gd name="csX62" fmla="*/ 6759724 w 8639993"/>
                  <a:gd name="csY62" fmla="*/ 230737 h 1217614"/>
                  <a:gd name="csX63" fmla="*/ 7169922 w 8639993"/>
                  <a:gd name="csY63" fmla="*/ 247829 h 1217614"/>
                  <a:gd name="csX64" fmla="*/ 7187014 w 8639993"/>
                  <a:gd name="csY64" fmla="*/ 273466 h 1217614"/>
                  <a:gd name="csX65" fmla="*/ 7298109 w 8639993"/>
                  <a:gd name="csY65" fmla="*/ 247829 h 1217614"/>
                  <a:gd name="csX66" fmla="*/ 7323746 w 8639993"/>
                  <a:gd name="csY66" fmla="*/ 222191 h 1217614"/>
                  <a:gd name="csX67" fmla="*/ 7417750 w 8639993"/>
                  <a:gd name="csY67" fmla="*/ 102550 h 1217614"/>
                  <a:gd name="csX68" fmla="*/ 7469025 w 8639993"/>
                  <a:gd name="csY68" fmla="*/ 34184 h 1217614"/>
                  <a:gd name="csX69" fmla="*/ 7528845 w 8639993"/>
                  <a:gd name="csY69" fmla="*/ 0 h 1217614"/>
                  <a:gd name="csX70" fmla="*/ 7605757 w 8639993"/>
                  <a:gd name="csY70" fmla="*/ 42729 h 1217614"/>
                  <a:gd name="csX71" fmla="*/ 7631395 w 8639993"/>
                  <a:gd name="csY71" fmla="*/ 68367 h 1217614"/>
                  <a:gd name="csX72" fmla="*/ 7657032 w 8639993"/>
                  <a:gd name="csY72" fmla="*/ 85458 h 1217614"/>
                  <a:gd name="csX73" fmla="*/ 7682670 w 8639993"/>
                  <a:gd name="csY73" fmla="*/ 111096 h 1217614"/>
                  <a:gd name="csX74" fmla="*/ 7716853 w 8639993"/>
                  <a:gd name="csY74" fmla="*/ 136733 h 1217614"/>
                  <a:gd name="csX75" fmla="*/ 7742490 w 8639993"/>
                  <a:gd name="csY75" fmla="*/ 162371 h 1217614"/>
                  <a:gd name="csX76" fmla="*/ 7802311 w 8639993"/>
                  <a:gd name="csY76" fmla="*/ 205100 h 1217614"/>
                  <a:gd name="csX77" fmla="*/ 7827948 w 8639993"/>
                  <a:gd name="csY77" fmla="*/ 239283 h 1217614"/>
                  <a:gd name="csX78" fmla="*/ 7853585 w 8639993"/>
                  <a:gd name="csY78" fmla="*/ 256374 h 1217614"/>
                  <a:gd name="csX79" fmla="*/ 7887769 w 8639993"/>
                  <a:gd name="csY79" fmla="*/ 290558 h 1217614"/>
                  <a:gd name="csX80" fmla="*/ 7921952 w 8639993"/>
                  <a:gd name="csY80" fmla="*/ 299103 h 1217614"/>
                  <a:gd name="csX81" fmla="*/ 7964681 w 8639993"/>
                  <a:gd name="csY81" fmla="*/ 316195 h 1217614"/>
                  <a:gd name="csX82" fmla="*/ 8109959 w 8639993"/>
                  <a:gd name="csY82" fmla="*/ 299103 h 1217614"/>
                  <a:gd name="csX83" fmla="*/ 8161234 w 8639993"/>
                  <a:gd name="csY83" fmla="*/ 282012 h 1217614"/>
                  <a:gd name="csX84" fmla="*/ 8323604 w 8639993"/>
                  <a:gd name="csY84" fmla="*/ 290558 h 1217614"/>
                  <a:gd name="csX85" fmla="*/ 8485974 w 8639993"/>
                  <a:gd name="csY85" fmla="*/ 282012 h 1217614"/>
                  <a:gd name="csX86" fmla="*/ 8622707 w 8639993"/>
                  <a:gd name="csY86" fmla="*/ 282012 h 1217614"/>
                  <a:gd name="csX87" fmla="*/ 8639799 w 8639993"/>
                  <a:gd name="csY87" fmla="*/ 1213503 h 1217614"/>
                  <a:gd name="csX88" fmla="*/ 8547 w 8639993"/>
                  <a:gd name="csY88" fmla="*/ 1213504 h 1217614"/>
                  <a:gd name="csX89" fmla="*/ 8547 w 8639993"/>
                  <a:gd name="csY89" fmla="*/ 222190 h 1217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8639993" h="1217614">
                    <a:moveTo>
                      <a:pt x="0" y="213645"/>
                    </a:moveTo>
                    <a:cubicBezTo>
                      <a:pt x="197557" y="233401"/>
                      <a:pt x="126185" y="229762"/>
                      <a:pt x="470019" y="213645"/>
                    </a:cubicBezTo>
                    <a:cubicBezTo>
                      <a:pt x="524382" y="211097"/>
                      <a:pt x="578256" y="202154"/>
                      <a:pt x="632389" y="196554"/>
                    </a:cubicBezTo>
                    <a:lnTo>
                      <a:pt x="717847" y="188008"/>
                    </a:lnTo>
                    <a:cubicBezTo>
                      <a:pt x="746333" y="185159"/>
                      <a:pt x="774706" y="180762"/>
                      <a:pt x="803305" y="179462"/>
                    </a:cubicBezTo>
                    <a:cubicBezTo>
                      <a:pt x="1145005" y="163930"/>
                      <a:pt x="928590" y="172077"/>
                      <a:pt x="1452785" y="162371"/>
                    </a:cubicBezTo>
                    <a:cubicBezTo>
                      <a:pt x="1489891" y="156187"/>
                      <a:pt x="1510957" y="153242"/>
                      <a:pt x="1546789" y="145279"/>
                    </a:cubicBezTo>
                    <a:cubicBezTo>
                      <a:pt x="1558254" y="142731"/>
                      <a:pt x="1569578" y="139582"/>
                      <a:pt x="1580972" y="136733"/>
                    </a:cubicBezTo>
                    <a:cubicBezTo>
                      <a:pt x="1592367" y="139582"/>
                      <a:pt x="1604360" y="140652"/>
                      <a:pt x="1615156" y="145279"/>
                    </a:cubicBezTo>
                    <a:cubicBezTo>
                      <a:pt x="1624596" y="149325"/>
                      <a:pt x="1631876" y="157275"/>
                      <a:pt x="1640793" y="162371"/>
                    </a:cubicBezTo>
                    <a:cubicBezTo>
                      <a:pt x="1663580" y="175392"/>
                      <a:pt x="1676646" y="181160"/>
                      <a:pt x="1700614" y="188008"/>
                    </a:cubicBezTo>
                    <a:cubicBezTo>
                      <a:pt x="1763996" y="206118"/>
                      <a:pt x="1768093" y="198774"/>
                      <a:pt x="1862984" y="205100"/>
                    </a:cubicBezTo>
                    <a:cubicBezTo>
                      <a:pt x="1882924" y="207948"/>
                      <a:pt x="1902986" y="210042"/>
                      <a:pt x="1922804" y="213645"/>
                    </a:cubicBezTo>
                    <a:cubicBezTo>
                      <a:pt x="1934360" y="215746"/>
                      <a:pt x="1945314" y="220894"/>
                      <a:pt x="1956987" y="222191"/>
                    </a:cubicBezTo>
                    <a:cubicBezTo>
                      <a:pt x="1996724" y="226606"/>
                      <a:pt x="2036748" y="227888"/>
                      <a:pt x="2076628" y="230737"/>
                    </a:cubicBezTo>
                    <a:lnTo>
                      <a:pt x="2281728" y="222191"/>
                    </a:lnTo>
                    <a:cubicBezTo>
                      <a:pt x="2335868" y="219673"/>
                      <a:pt x="2389900" y="213645"/>
                      <a:pt x="2444098" y="213645"/>
                    </a:cubicBezTo>
                    <a:cubicBezTo>
                      <a:pt x="2532450" y="213645"/>
                      <a:pt x="2620711" y="219342"/>
                      <a:pt x="2709017" y="222191"/>
                    </a:cubicBezTo>
                    <a:cubicBezTo>
                      <a:pt x="2746049" y="225040"/>
                      <a:pt x="2782972" y="230737"/>
                      <a:pt x="2820113" y="230737"/>
                    </a:cubicBezTo>
                    <a:cubicBezTo>
                      <a:pt x="2909903" y="230737"/>
                      <a:pt x="2967999" y="222851"/>
                      <a:pt x="3050849" y="213645"/>
                    </a:cubicBezTo>
                    <a:cubicBezTo>
                      <a:pt x="3062243" y="210797"/>
                      <a:pt x="3073447" y="207031"/>
                      <a:pt x="3085032" y="205100"/>
                    </a:cubicBezTo>
                    <a:cubicBezTo>
                      <a:pt x="3192705" y="187155"/>
                      <a:pt x="3316504" y="191292"/>
                      <a:pt x="3418318" y="188008"/>
                    </a:cubicBezTo>
                    <a:cubicBezTo>
                      <a:pt x="3495424" y="168731"/>
                      <a:pt x="3464400" y="178344"/>
                      <a:pt x="3512322" y="162371"/>
                    </a:cubicBezTo>
                    <a:cubicBezTo>
                      <a:pt x="3569294" y="165219"/>
                      <a:pt x="3626392" y="166179"/>
                      <a:pt x="3683238" y="170916"/>
                    </a:cubicBezTo>
                    <a:cubicBezTo>
                      <a:pt x="3694942" y="171891"/>
                      <a:pt x="3705937" y="177001"/>
                      <a:pt x="3717421" y="179462"/>
                    </a:cubicBezTo>
                    <a:cubicBezTo>
                      <a:pt x="3823027" y="202092"/>
                      <a:pt x="3771811" y="186198"/>
                      <a:pt x="3828516" y="205100"/>
                    </a:cubicBezTo>
                    <a:cubicBezTo>
                      <a:pt x="3885488" y="202251"/>
                      <a:pt x="3942603" y="201496"/>
                      <a:pt x="3999432" y="196554"/>
                    </a:cubicBezTo>
                    <a:cubicBezTo>
                      <a:pt x="4008406" y="195774"/>
                      <a:pt x="4016276" y="189962"/>
                      <a:pt x="4025070" y="188008"/>
                    </a:cubicBezTo>
                    <a:cubicBezTo>
                      <a:pt x="4041984" y="184249"/>
                      <a:pt x="4059430" y="183221"/>
                      <a:pt x="4076344" y="179462"/>
                    </a:cubicBezTo>
                    <a:cubicBezTo>
                      <a:pt x="4085138" y="177508"/>
                      <a:pt x="4093188" y="172870"/>
                      <a:pt x="4101982" y="170916"/>
                    </a:cubicBezTo>
                    <a:cubicBezTo>
                      <a:pt x="4118897" y="167157"/>
                      <a:pt x="4136131" y="165006"/>
                      <a:pt x="4153257" y="162371"/>
                    </a:cubicBezTo>
                    <a:cubicBezTo>
                      <a:pt x="4223439" y="151574"/>
                      <a:pt x="4218587" y="153274"/>
                      <a:pt x="4298535" y="145279"/>
                    </a:cubicBezTo>
                    <a:cubicBezTo>
                      <a:pt x="4355507" y="148128"/>
                      <a:pt x="4412605" y="149088"/>
                      <a:pt x="4469451" y="153825"/>
                    </a:cubicBezTo>
                    <a:cubicBezTo>
                      <a:pt x="4481155" y="154800"/>
                      <a:pt x="4492169" y="159823"/>
                      <a:pt x="4503634" y="162371"/>
                    </a:cubicBezTo>
                    <a:cubicBezTo>
                      <a:pt x="4517813" y="165522"/>
                      <a:pt x="4531950" y="169114"/>
                      <a:pt x="4546363" y="170916"/>
                    </a:cubicBezTo>
                    <a:cubicBezTo>
                      <a:pt x="4577584" y="174818"/>
                      <a:pt x="4609032" y="176613"/>
                      <a:pt x="4640367" y="179462"/>
                    </a:cubicBezTo>
                    <a:cubicBezTo>
                      <a:pt x="4648913" y="182311"/>
                      <a:pt x="4657724" y="184459"/>
                      <a:pt x="4666004" y="188008"/>
                    </a:cubicBezTo>
                    <a:cubicBezTo>
                      <a:pt x="4677713" y="193026"/>
                      <a:pt x="4688259" y="200627"/>
                      <a:pt x="4700187" y="205100"/>
                    </a:cubicBezTo>
                    <a:cubicBezTo>
                      <a:pt x="4711184" y="209224"/>
                      <a:pt x="4723228" y="209931"/>
                      <a:pt x="4734371" y="213645"/>
                    </a:cubicBezTo>
                    <a:cubicBezTo>
                      <a:pt x="4748924" y="218496"/>
                      <a:pt x="4762278" y="226784"/>
                      <a:pt x="4777100" y="230737"/>
                    </a:cubicBezTo>
                    <a:cubicBezTo>
                      <a:pt x="4805169" y="238222"/>
                      <a:pt x="4834071" y="242132"/>
                      <a:pt x="4862557" y="247829"/>
                    </a:cubicBezTo>
                    <a:lnTo>
                      <a:pt x="4905286" y="256374"/>
                    </a:lnTo>
                    <a:cubicBezTo>
                      <a:pt x="4919529" y="262071"/>
                      <a:pt x="4933193" y="269513"/>
                      <a:pt x="4948015" y="273466"/>
                    </a:cubicBezTo>
                    <a:cubicBezTo>
                      <a:pt x="4976084" y="280951"/>
                      <a:pt x="5004987" y="284861"/>
                      <a:pt x="5033473" y="290558"/>
                    </a:cubicBezTo>
                    <a:cubicBezTo>
                      <a:pt x="5101484" y="304160"/>
                      <a:pt x="5061787" y="297501"/>
                      <a:pt x="5153114" y="307649"/>
                    </a:cubicBezTo>
                    <a:cubicBezTo>
                      <a:pt x="5295544" y="304800"/>
                      <a:pt x="5438142" y="306590"/>
                      <a:pt x="5580404" y="299103"/>
                    </a:cubicBezTo>
                    <a:cubicBezTo>
                      <a:pt x="5601114" y="298013"/>
                      <a:pt x="5620187" y="287355"/>
                      <a:pt x="5640225" y="282012"/>
                    </a:cubicBezTo>
                    <a:cubicBezTo>
                      <a:pt x="5662922" y="275960"/>
                      <a:pt x="5685802" y="270617"/>
                      <a:pt x="5708591" y="264920"/>
                    </a:cubicBezTo>
                    <a:cubicBezTo>
                      <a:pt x="5708617" y="264913"/>
                      <a:pt x="5776930" y="247834"/>
                      <a:pt x="5776957" y="247829"/>
                    </a:cubicBezTo>
                    <a:cubicBezTo>
                      <a:pt x="5861581" y="230904"/>
                      <a:pt x="5785707" y="244390"/>
                      <a:pt x="5922236" y="230737"/>
                    </a:cubicBezTo>
                    <a:cubicBezTo>
                      <a:pt x="5945088" y="228452"/>
                      <a:pt x="5967813" y="225040"/>
                      <a:pt x="5990602" y="222191"/>
                    </a:cubicBezTo>
                    <a:cubicBezTo>
                      <a:pt x="6034212" y="207654"/>
                      <a:pt x="6001141" y="222925"/>
                      <a:pt x="6041877" y="188008"/>
                    </a:cubicBezTo>
                    <a:cubicBezTo>
                      <a:pt x="6052691" y="178739"/>
                      <a:pt x="6065246" y="171640"/>
                      <a:pt x="6076060" y="162371"/>
                    </a:cubicBezTo>
                    <a:cubicBezTo>
                      <a:pt x="6085236" y="154506"/>
                      <a:pt x="6091642" y="143437"/>
                      <a:pt x="6101698" y="136733"/>
                    </a:cubicBezTo>
                    <a:cubicBezTo>
                      <a:pt x="6109056" y="131827"/>
                      <a:pt x="6156956" y="120782"/>
                      <a:pt x="6161518" y="119642"/>
                    </a:cubicBezTo>
                    <a:cubicBezTo>
                      <a:pt x="6224443" y="124885"/>
                      <a:pt x="6253341" y="123369"/>
                      <a:pt x="6306797" y="136733"/>
                    </a:cubicBezTo>
                    <a:cubicBezTo>
                      <a:pt x="6315536" y="138918"/>
                      <a:pt x="6323695" y="143094"/>
                      <a:pt x="6332434" y="145279"/>
                    </a:cubicBezTo>
                    <a:cubicBezTo>
                      <a:pt x="6381241" y="157481"/>
                      <a:pt x="6365470" y="149208"/>
                      <a:pt x="6409346" y="162371"/>
                    </a:cubicBezTo>
                    <a:cubicBezTo>
                      <a:pt x="6426602" y="167548"/>
                      <a:pt x="6442850" y="176500"/>
                      <a:pt x="6460621" y="179462"/>
                    </a:cubicBezTo>
                    <a:cubicBezTo>
                      <a:pt x="6477713" y="182311"/>
                      <a:pt x="6494953" y="184377"/>
                      <a:pt x="6511896" y="188008"/>
                    </a:cubicBezTo>
                    <a:cubicBezTo>
                      <a:pt x="6584062" y="203472"/>
                      <a:pt x="6566689" y="205539"/>
                      <a:pt x="6631537" y="213645"/>
                    </a:cubicBezTo>
                    <a:cubicBezTo>
                      <a:pt x="6659944" y="217196"/>
                      <a:pt x="6688618" y="218407"/>
                      <a:pt x="6716995" y="222191"/>
                    </a:cubicBezTo>
                    <a:cubicBezTo>
                      <a:pt x="6731393" y="224111"/>
                      <a:pt x="6745242" y="229623"/>
                      <a:pt x="6759724" y="230737"/>
                    </a:cubicBezTo>
                    <a:cubicBezTo>
                      <a:pt x="6827733" y="235969"/>
                      <a:pt x="7121369" y="246031"/>
                      <a:pt x="7169922" y="247829"/>
                    </a:cubicBezTo>
                    <a:cubicBezTo>
                      <a:pt x="7175619" y="256375"/>
                      <a:pt x="7176883" y="271778"/>
                      <a:pt x="7187014" y="273466"/>
                    </a:cubicBezTo>
                    <a:cubicBezTo>
                      <a:pt x="7234196" y="281329"/>
                      <a:pt x="7266049" y="274545"/>
                      <a:pt x="7298109" y="247829"/>
                    </a:cubicBezTo>
                    <a:cubicBezTo>
                      <a:pt x="7307393" y="240092"/>
                      <a:pt x="7315939" y="231417"/>
                      <a:pt x="7323746" y="222191"/>
                    </a:cubicBezTo>
                    <a:cubicBezTo>
                      <a:pt x="7366251" y="171957"/>
                      <a:pt x="7383796" y="147822"/>
                      <a:pt x="7417750" y="102550"/>
                    </a:cubicBezTo>
                    <a:cubicBezTo>
                      <a:pt x="7417752" y="102547"/>
                      <a:pt x="7469022" y="34186"/>
                      <a:pt x="7469025" y="34184"/>
                    </a:cubicBezTo>
                    <a:cubicBezTo>
                      <a:pt x="7505262" y="10025"/>
                      <a:pt x="7485476" y="21685"/>
                      <a:pt x="7528845" y="0"/>
                    </a:cubicBezTo>
                    <a:cubicBezTo>
                      <a:pt x="7561084" y="10746"/>
                      <a:pt x="7576372" y="13344"/>
                      <a:pt x="7605757" y="42729"/>
                    </a:cubicBezTo>
                    <a:cubicBezTo>
                      <a:pt x="7614303" y="51275"/>
                      <a:pt x="7622110" y="60630"/>
                      <a:pt x="7631395" y="68367"/>
                    </a:cubicBezTo>
                    <a:cubicBezTo>
                      <a:pt x="7639285" y="74942"/>
                      <a:pt x="7649142" y="78883"/>
                      <a:pt x="7657032" y="85458"/>
                    </a:cubicBezTo>
                    <a:cubicBezTo>
                      <a:pt x="7666317" y="93195"/>
                      <a:pt x="7673494" y="103231"/>
                      <a:pt x="7682670" y="111096"/>
                    </a:cubicBezTo>
                    <a:cubicBezTo>
                      <a:pt x="7693484" y="120365"/>
                      <a:pt x="7706039" y="127464"/>
                      <a:pt x="7716853" y="136733"/>
                    </a:cubicBezTo>
                    <a:cubicBezTo>
                      <a:pt x="7726029" y="144598"/>
                      <a:pt x="7733206" y="154634"/>
                      <a:pt x="7742490" y="162371"/>
                    </a:cubicBezTo>
                    <a:cubicBezTo>
                      <a:pt x="7771616" y="186643"/>
                      <a:pt x="7771509" y="174297"/>
                      <a:pt x="7802311" y="205100"/>
                    </a:cubicBezTo>
                    <a:cubicBezTo>
                      <a:pt x="7812382" y="215171"/>
                      <a:pt x="7817877" y="229212"/>
                      <a:pt x="7827948" y="239283"/>
                    </a:cubicBezTo>
                    <a:cubicBezTo>
                      <a:pt x="7835210" y="246545"/>
                      <a:pt x="7845787" y="249690"/>
                      <a:pt x="7853585" y="256374"/>
                    </a:cubicBezTo>
                    <a:cubicBezTo>
                      <a:pt x="7865820" y="266861"/>
                      <a:pt x="7874104" y="282017"/>
                      <a:pt x="7887769" y="290558"/>
                    </a:cubicBezTo>
                    <a:cubicBezTo>
                      <a:pt x="7897729" y="296783"/>
                      <a:pt x="7910810" y="295389"/>
                      <a:pt x="7921952" y="299103"/>
                    </a:cubicBezTo>
                    <a:cubicBezTo>
                      <a:pt x="7936505" y="303954"/>
                      <a:pt x="7950438" y="310498"/>
                      <a:pt x="7964681" y="316195"/>
                    </a:cubicBezTo>
                    <a:cubicBezTo>
                      <a:pt x="8037729" y="310576"/>
                      <a:pt x="8055478" y="315447"/>
                      <a:pt x="8109959" y="299103"/>
                    </a:cubicBezTo>
                    <a:cubicBezTo>
                      <a:pt x="8127215" y="293926"/>
                      <a:pt x="8161234" y="282012"/>
                      <a:pt x="8161234" y="282012"/>
                    </a:cubicBezTo>
                    <a:cubicBezTo>
                      <a:pt x="8215357" y="284861"/>
                      <a:pt x="8269406" y="290558"/>
                      <a:pt x="8323604" y="290558"/>
                    </a:cubicBezTo>
                    <a:cubicBezTo>
                      <a:pt x="8377802" y="290558"/>
                      <a:pt x="8431798" y="283560"/>
                      <a:pt x="8485974" y="282012"/>
                    </a:cubicBezTo>
                    <a:cubicBezTo>
                      <a:pt x="8531533" y="280710"/>
                      <a:pt x="8577129" y="282012"/>
                      <a:pt x="8622707" y="282012"/>
                    </a:cubicBezTo>
                    <a:cubicBezTo>
                      <a:pt x="8646920" y="283436"/>
                      <a:pt x="8638019" y="1211723"/>
                      <a:pt x="8639799" y="1213503"/>
                    </a:cubicBezTo>
                    <a:cubicBezTo>
                      <a:pt x="7949014" y="1220624"/>
                      <a:pt x="10327" y="1217065"/>
                      <a:pt x="8547" y="1213504"/>
                    </a:cubicBezTo>
                    <a:cubicBezTo>
                      <a:pt x="8548" y="799032"/>
                      <a:pt x="4986" y="227532"/>
                      <a:pt x="8547" y="222190"/>
                    </a:cubicBezTo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6000">
                    <a:srgbClr val="D4D4D4">
                      <a:alpha val="59000"/>
                    </a:srgbClr>
                  </a:gs>
                  <a:gs pos="100000">
                    <a:schemeClr val="bg1">
                      <a:lumMod val="5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7EBEA98-9A96-8A94-4432-0B9948841F4A}"/>
                </a:ext>
              </a:extLst>
            </p:cNvPr>
            <p:cNvSpPr txBox="1"/>
            <p:nvPr/>
          </p:nvSpPr>
          <p:spPr>
            <a:xfrm>
              <a:off x="125329" y="3507496"/>
              <a:ext cx="21957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Bentoniet</a:t>
              </a:r>
              <a:r>
                <a:rPr lang="en-US" dirty="0"/>
                <a:t> </a:t>
              </a:r>
              <a:r>
                <a:rPr lang="en-US" dirty="0" err="1"/>
                <a:t>injecteren</a:t>
              </a:r>
              <a:endParaRPr lang="en-US" dirty="0"/>
            </a:p>
            <a:p>
              <a:r>
                <a:rPr lang="en-US" dirty="0"/>
                <a:t> </a:t>
              </a:r>
              <a:r>
                <a:rPr lang="en-US" dirty="0" err="1"/>
                <a:t>onder</a:t>
              </a:r>
              <a:r>
                <a:rPr lang="en-US" dirty="0"/>
                <a:t> het </a:t>
              </a:r>
              <a:r>
                <a:rPr lang="en-US" dirty="0" err="1"/>
                <a:t>slib</a:t>
              </a:r>
              <a:r>
                <a:rPr lang="en-US" dirty="0"/>
                <a:t> ??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6355074-594C-AF9B-9117-6A7E79F37330}"/>
                </a:ext>
              </a:extLst>
            </p:cNvPr>
            <p:cNvSpPr txBox="1"/>
            <p:nvPr/>
          </p:nvSpPr>
          <p:spPr>
            <a:xfrm>
              <a:off x="4757097" y="3459605"/>
              <a:ext cx="3620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Bentoniet</a:t>
              </a:r>
              <a:r>
                <a:rPr lang="en-US" dirty="0"/>
                <a:t> </a:t>
              </a:r>
              <a:r>
                <a:rPr lang="en-US" dirty="0" err="1"/>
                <a:t>injecteren</a:t>
              </a:r>
              <a:r>
                <a:rPr lang="en-US" dirty="0"/>
                <a:t> op </a:t>
              </a:r>
              <a:r>
                <a:rPr lang="en-US" dirty="0" err="1"/>
                <a:t>decmeters</a:t>
              </a:r>
              <a:endParaRPr lang="en-US" dirty="0"/>
            </a:p>
            <a:p>
              <a:r>
                <a:rPr lang="en-US" dirty="0" err="1"/>
                <a:t>onder</a:t>
              </a:r>
              <a:r>
                <a:rPr lang="en-US" dirty="0"/>
                <a:t> de </a:t>
              </a:r>
              <a:r>
                <a:rPr lang="en-US" dirty="0" err="1"/>
                <a:t>zandbodem</a:t>
              </a:r>
              <a:endParaRPr lang="en-US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7BBE8AC-23FD-ACB7-B76C-2B484A4CE3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2219" y="3429000"/>
              <a:ext cx="1255661" cy="19422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79A95B2-8D6C-AB3E-62AB-E6FC64F786CB}"/>
                </a:ext>
              </a:extLst>
            </p:cNvPr>
            <p:cNvGrpSpPr/>
            <p:nvPr/>
          </p:nvGrpSpPr>
          <p:grpSpPr>
            <a:xfrm>
              <a:off x="179389" y="3396343"/>
              <a:ext cx="3543525" cy="2007519"/>
              <a:chOff x="179389" y="3396343"/>
              <a:chExt cx="3543525" cy="2007519"/>
            </a:xfrm>
          </p:grpSpPr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A666D5A4-398E-C0D3-4B92-84F9AFAE5527}"/>
                  </a:ext>
                </a:extLst>
              </p:cNvPr>
              <p:cNvSpPr/>
              <p:nvPr/>
            </p:nvSpPr>
            <p:spPr>
              <a:xfrm flipH="1" flipV="1">
                <a:off x="179389" y="4996345"/>
                <a:ext cx="2272829" cy="407517"/>
              </a:xfrm>
              <a:custGeom>
                <a:avLst/>
                <a:gdLst>
                  <a:gd name="csX0" fmla="*/ 1615859 w 1658588"/>
                  <a:gd name="csY0" fmla="*/ 42729 h 376015"/>
                  <a:gd name="csX1" fmla="*/ 1573130 w 1658588"/>
                  <a:gd name="csY1" fmla="*/ 51275 h 376015"/>
                  <a:gd name="csX2" fmla="*/ 1256936 w 1658588"/>
                  <a:gd name="csY2" fmla="*/ 34183 h 376015"/>
                  <a:gd name="csX3" fmla="*/ 1231298 w 1658588"/>
                  <a:gd name="csY3" fmla="*/ 17092 h 376015"/>
                  <a:gd name="csX4" fmla="*/ 1162932 w 1658588"/>
                  <a:gd name="csY4" fmla="*/ 0 h 376015"/>
                  <a:gd name="csX5" fmla="*/ 1111657 w 1658588"/>
                  <a:gd name="csY5" fmla="*/ 8546 h 376015"/>
                  <a:gd name="csX6" fmla="*/ 1086020 w 1658588"/>
                  <a:gd name="csY6" fmla="*/ 34183 h 376015"/>
                  <a:gd name="csX7" fmla="*/ 1060382 w 1658588"/>
                  <a:gd name="csY7" fmla="*/ 51275 h 376015"/>
                  <a:gd name="csX8" fmla="*/ 872375 w 1658588"/>
                  <a:gd name="csY8" fmla="*/ 42729 h 376015"/>
                  <a:gd name="csX9" fmla="*/ 812554 w 1658588"/>
                  <a:gd name="csY9" fmla="*/ 25637 h 376015"/>
                  <a:gd name="csX10" fmla="*/ 539089 w 1658588"/>
                  <a:gd name="csY10" fmla="*/ 34183 h 376015"/>
                  <a:gd name="csX11" fmla="*/ 521997 w 1658588"/>
                  <a:gd name="csY11" fmla="*/ 59821 h 376015"/>
                  <a:gd name="csX12" fmla="*/ 496360 w 1658588"/>
                  <a:gd name="csY12" fmla="*/ 76912 h 376015"/>
                  <a:gd name="csX13" fmla="*/ 410902 w 1658588"/>
                  <a:gd name="csY13" fmla="*/ 59821 h 376015"/>
                  <a:gd name="csX14" fmla="*/ 359627 w 1658588"/>
                  <a:gd name="csY14" fmla="*/ 25637 h 376015"/>
                  <a:gd name="csX15" fmla="*/ 333990 w 1658588"/>
                  <a:gd name="csY15" fmla="*/ 8546 h 376015"/>
                  <a:gd name="csX16" fmla="*/ 214349 w 1658588"/>
                  <a:gd name="csY16" fmla="*/ 34183 h 376015"/>
                  <a:gd name="csX17" fmla="*/ 188711 w 1658588"/>
                  <a:gd name="csY17" fmla="*/ 42729 h 376015"/>
                  <a:gd name="csX18" fmla="*/ 86162 w 1658588"/>
                  <a:gd name="csY18" fmla="*/ 34183 h 376015"/>
                  <a:gd name="csX19" fmla="*/ 60524 w 1658588"/>
                  <a:gd name="csY19" fmla="*/ 25637 h 376015"/>
                  <a:gd name="csX20" fmla="*/ 26341 w 1658588"/>
                  <a:gd name="csY20" fmla="*/ 17092 h 376015"/>
                  <a:gd name="csX21" fmla="*/ 704 w 1658588"/>
                  <a:gd name="csY21" fmla="*/ 34183 h 376015"/>
                  <a:gd name="csX22" fmla="*/ 9250 w 1658588"/>
                  <a:gd name="csY22" fmla="*/ 59821 h 376015"/>
                  <a:gd name="csX23" fmla="*/ 34887 w 1658588"/>
                  <a:gd name="csY23" fmla="*/ 179462 h 376015"/>
                  <a:gd name="csX24" fmla="*/ 43433 w 1658588"/>
                  <a:gd name="csY24" fmla="*/ 205099 h 376015"/>
                  <a:gd name="csX25" fmla="*/ 94708 w 1658588"/>
                  <a:gd name="csY25" fmla="*/ 222191 h 376015"/>
                  <a:gd name="csX26" fmla="*/ 145982 w 1658588"/>
                  <a:gd name="csY26" fmla="*/ 239282 h 376015"/>
                  <a:gd name="csX27" fmla="*/ 171620 w 1658588"/>
                  <a:gd name="csY27" fmla="*/ 247828 h 376015"/>
                  <a:gd name="csX28" fmla="*/ 222894 w 1658588"/>
                  <a:gd name="csY28" fmla="*/ 256374 h 376015"/>
                  <a:gd name="csX29" fmla="*/ 265623 w 1658588"/>
                  <a:gd name="csY29" fmla="*/ 264920 h 376015"/>
                  <a:gd name="csX30" fmla="*/ 316898 w 1658588"/>
                  <a:gd name="csY30" fmla="*/ 282011 h 376015"/>
                  <a:gd name="csX31" fmla="*/ 368173 w 1658588"/>
                  <a:gd name="csY31" fmla="*/ 316195 h 376015"/>
                  <a:gd name="csX32" fmla="*/ 410902 w 1658588"/>
                  <a:gd name="csY32" fmla="*/ 350378 h 376015"/>
                  <a:gd name="csX33" fmla="*/ 470722 w 1658588"/>
                  <a:gd name="csY33" fmla="*/ 376015 h 376015"/>
                  <a:gd name="csX34" fmla="*/ 547635 w 1658588"/>
                  <a:gd name="csY34" fmla="*/ 367469 h 376015"/>
                  <a:gd name="csX35" fmla="*/ 641638 w 1658588"/>
                  <a:gd name="csY35" fmla="*/ 358923 h 376015"/>
                  <a:gd name="csX36" fmla="*/ 692913 w 1658588"/>
                  <a:gd name="csY36" fmla="*/ 341832 h 376015"/>
                  <a:gd name="csX37" fmla="*/ 761279 w 1658588"/>
                  <a:gd name="csY37" fmla="*/ 299103 h 376015"/>
                  <a:gd name="csX38" fmla="*/ 949287 w 1658588"/>
                  <a:gd name="csY38" fmla="*/ 307649 h 376015"/>
                  <a:gd name="csX39" fmla="*/ 1009108 w 1658588"/>
                  <a:gd name="csY39" fmla="*/ 324740 h 376015"/>
                  <a:gd name="csX40" fmla="*/ 1043291 w 1658588"/>
                  <a:gd name="csY40" fmla="*/ 341832 h 376015"/>
                  <a:gd name="csX41" fmla="*/ 1120203 w 1658588"/>
                  <a:gd name="csY41" fmla="*/ 367469 h 376015"/>
                  <a:gd name="csX42" fmla="*/ 1265481 w 1658588"/>
                  <a:gd name="csY42" fmla="*/ 350378 h 376015"/>
                  <a:gd name="csX43" fmla="*/ 1299665 w 1658588"/>
                  <a:gd name="csY43" fmla="*/ 333286 h 376015"/>
                  <a:gd name="csX44" fmla="*/ 1350939 w 1658588"/>
                  <a:gd name="csY44" fmla="*/ 299103 h 376015"/>
                  <a:gd name="csX45" fmla="*/ 1538947 w 1658588"/>
                  <a:gd name="csY45" fmla="*/ 299103 h 376015"/>
                  <a:gd name="csX46" fmla="*/ 1607313 w 1658588"/>
                  <a:gd name="csY46" fmla="*/ 282011 h 376015"/>
                  <a:gd name="csX47" fmla="*/ 1658588 w 1658588"/>
                  <a:gd name="csY47" fmla="*/ 264920 h 376015"/>
                  <a:gd name="csX48" fmla="*/ 1632951 w 1658588"/>
                  <a:gd name="csY48" fmla="*/ 256374 h 376015"/>
                  <a:gd name="csX49" fmla="*/ 1607313 w 1658588"/>
                  <a:gd name="csY49" fmla="*/ 264920 h 376015"/>
                  <a:gd name="csX0" fmla="*/ 1634460 w 1677189"/>
                  <a:gd name="csY0" fmla="*/ 42729 h 376015"/>
                  <a:gd name="csX1" fmla="*/ 1591731 w 1677189"/>
                  <a:gd name="csY1" fmla="*/ 51275 h 376015"/>
                  <a:gd name="csX2" fmla="*/ 1275537 w 1677189"/>
                  <a:gd name="csY2" fmla="*/ 34183 h 376015"/>
                  <a:gd name="csX3" fmla="*/ 1249899 w 1677189"/>
                  <a:gd name="csY3" fmla="*/ 17092 h 376015"/>
                  <a:gd name="csX4" fmla="*/ 1181533 w 1677189"/>
                  <a:gd name="csY4" fmla="*/ 0 h 376015"/>
                  <a:gd name="csX5" fmla="*/ 1130258 w 1677189"/>
                  <a:gd name="csY5" fmla="*/ 8546 h 376015"/>
                  <a:gd name="csX6" fmla="*/ 1104621 w 1677189"/>
                  <a:gd name="csY6" fmla="*/ 34183 h 376015"/>
                  <a:gd name="csX7" fmla="*/ 1078983 w 1677189"/>
                  <a:gd name="csY7" fmla="*/ 51275 h 376015"/>
                  <a:gd name="csX8" fmla="*/ 890976 w 1677189"/>
                  <a:gd name="csY8" fmla="*/ 42729 h 376015"/>
                  <a:gd name="csX9" fmla="*/ 831155 w 1677189"/>
                  <a:gd name="csY9" fmla="*/ 25637 h 376015"/>
                  <a:gd name="csX10" fmla="*/ 557690 w 1677189"/>
                  <a:gd name="csY10" fmla="*/ 34183 h 376015"/>
                  <a:gd name="csX11" fmla="*/ 540598 w 1677189"/>
                  <a:gd name="csY11" fmla="*/ 59821 h 376015"/>
                  <a:gd name="csX12" fmla="*/ 514961 w 1677189"/>
                  <a:gd name="csY12" fmla="*/ 76912 h 376015"/>
                  <a:gd name="csX13" fmla="*/ 429503 w 1677189"/>
                  <a:gd name="csY13" fmla="*/ 59821 h 376015"/>
                  <a:gd name="csX14" fmla="*/ 378228 w 1677189"/>
                  <a:gd name="csY14" fmla="*/ 25637 h 376015"/>
                  <a:gd name="csX15" fmla="*/ 352591 w 1677189"/>
                  <a:gd name="csY15" fmla="*/ 8546 h 376015"/>
                  <a:gd name="csX16" fmla="*/ 232950 w 1677189"/>
                  <a:gd name="csY16" fmla="*/ 34183 h 376015"/>
                  <a:gd name="csX17" fmla="*/ 207312 w 1677189"/>
                  <a:gd name="csY17" fmla="*/ 42729 h 376015"/>
                  <a:gd name="csX18" fmla="*/ 104763 w 1677189"/>
                  <a:gd name="csY18" fmla="*/ 34183 h 376015"/>
                  <a:gd name="csX19" fmla="*/ 79125 w 1677189"/>
                  <a:gd name="csY19" fmla="*/ 25637 h 376015"/>
                  <a:gd name="csX20" fmla="*/ 44942 w 1677189"/>
                  <a:gd name="csY20" fmla="*/ 17092 h 376015"/>
                  <a:gd name="csX21" fmla="*/ 19305 w 1677189"/>
                  <a:gd name="csY21" fmla="*/ 34183 h 376015"/>
                  <a:gd name="csX22" fmla="*/ 27851 w 1677189"/>
                  <a:gd name="csY22" fmla="*/ 59821 h 376015"/>
                  <a:gd name="csX23" fmla="*/ 9372 w 1677189"/>
                  <a:gd name="csY23" fmla="*/ 195505 h 376015"/>
                  <a:gd name="csX24" fmla="*/ 62034 w 1677189"/>
                  <a:gd name="csY24" fmla="*/ 205099 h 376015"/>
                  <a:gd name="csX25" fmla="*/ 113309 w 1677189"/>
                  <a:gd name="csY25" fmla="*/ 222191 h 376015"/>
                  <a:gd name="csX26" fmla="*/ 164583 w 1677189"/>
                  <a:gd name="csY26" fmla="*/ 239282 h 376015"/>
                  <a:gd name="csX27" fmla="*/ 190221 w 1677189"/>
                  <a:gd name="csY27" fmla="*/ 247828 h 376015"/>
                  <a:gd name="csX28" fmla="*/ 241495 w 1677189"/>
                  <a:gd name="csY28" fmla="*/ 256374 h 376015"/>
                  <a:gd name="csX29" fmla="*/ 284224 w 1677189"/>
                  <a:gd name="csY29" fmla="*/ 264920 h 376015"/>
                  <a:gd name="csX30" fmla="*/ 335499 w 1677189"/>
                  <a:gd name="csY30" fmla="*/ 282011 h 376015"/>
                  <a:gd name="csX31" fmla="*/ 386774 w 1677189"/>
                  <a:gd name="csY31" fmla="*/ 316195 h 376015"/>
                  <a:gd name="csX32" fmla="*/ 429503 w 1677189"/>
                  <a:gd name="csY32" fmla="*/ 350378 h 376015"/>
                  <a:gd name="csX33" fmla="*/ 489323 w 1677189"/>
                  <a:gd name="csY33" fmla="*/ 376015 h 376015"/>
                  <a:gd name="csX34" fmla="*/ 566236 w 1677189"/>
                  <a:gd name="csY34" fmla="*/ 367469 h 376015"/>
                  <a:gd name="csX35" fmla="*/ 660239 w 1677189"/>
                  <a:gd name="csY35" fmla="*/ 358923 h 376015"/>
                  <a:gd name="csX36" fmla="*/ 711514 w 1677189"/>
                  <a:gd name="csY36" fmla="*/ 341832 h 376015"/>
                  <a:gd name="csX37" fmla="*/ 779880 w 1677189"/>
                  <a:gd name="csY37" fmla="*/ 299103 h 376015"/>
                  <a:gd name="csX38" fmla="*/ 967888 w 1677189"/>
                  <a:gd name="csY38" fmla="*/ 307649 h 376015"/>
                  <a:gd name="csX39" fmla="*/ 1027709 w 1677189"/>
                  <a:gd name="csY39" fmla="*/ 324740 h 376015"/>
                  <a:gd name="csX40" fmla="*/ 1061892 w 1677189"/>
                  <a:gd name="csY40" fmla="*/ 341832 h 376015"/>
                  <a:gd name="csX41" fmla="*/ 1138804 w 1677189"/>
                  <a:gd name="csY41" fmla="*/ 367469 h 376015"/>
                  <a:gd name="csX42" fmla="*/ 1284082 w 1677189"/>
                  <a:gd name="csY42" fmla="*/ 350378 h 376015"/>
                  <a:gd name="csX43" fmla="*/ 1318266 w 1677189"/>
                  <a:gd name="csY43" fmla="*/ 333286 h 376015"/>
                  <a:gd name="csX44" fmla="*/ 1369540 w 1677189"/>
                  <a:gd name="csY44" fmla="*/ 299103 h 376015"/>
                  <a:gd name="csX45" fmla="*/ 1557548 w 1677189"/>
                  <a:gd name="csY45" fmla="*/ 299103 h 376015"/>
                  <a:gd name="csX46" fmla="*/ 1625914 w 1677189"/>
                  <a:gd name="csY46" fmla="*/ 282011 h 376015"/>
                  <a:gd name="csX47" fmla="*/ 1677189 w 1677189"/>
                  <a:gd name="csY47" fmla="*/ 264920 h 376015"/>
                  <a:gd name="csX48" fmla="*/ 1651552 w 1677189"/>
                  <a:gd name="csY48" fmla="*/ 256374 h 376015"/>
                  <a:gd name="csX49" fmla="*/ 1625914 w 1677189"/>
                  <a:gd name="csY49" fmla="*/ 264920 h 376015"/>
                  <a:gd name="csX0" fmla="*/ 1634460 w 1677189"/>
                  <a:gd name="csY0" fmla="*/ 43591 h 376877"/>
                  <a:gd name="csX1" fmla="*/ 1571678 w 1677189"/>
                  <a:gd name="csY1" fmla="*/ 0 h 376877"/>
                  <a:gd name="csX2" fmla="*/ 1275537 w 1677189"/>
                  <a:gd name="csY2" fmla="*/ 35045 h 376877"/>
                  <a:gd name="csX3" fmla="*/ 1249899 w 1677189"/>
                  <a:gd name="csY3" fmla="*/ 17954 h 376877"/>
                  <a:gd name="csX4" fmla="*/ 1181533 w 1677189"/>
                  <a:gd name="csY4" fmla="*/ 862 h 376877"/>
                  <a:gd name="csX5" fmla="*/ 1130258 w 1677189"/>
                  <a:gd name="csY5" fmla="*/ 9408 h 376877"/>
                  <a:gd name="csX6" fmla="*/ 1104621 w 1677189"/>
                  <a:gd name="csY6" fmla="*/ 35045 h 376877"/>
                  <a:gd name="csX7" fmla="*/ 1078983 w 1677189"/>
                  <a:gd name="csY7" fmla="*/ 52137 h 376877"/>
                  <a:gd name="csX8" fmla="*/ 890976 w 1677189"/>
                  <a:gd name="csY8" fmla="*/ 43591 h 376877"/>
                  <a:gd name="csX9" fmla="*/ 831155 w 1677189"/>
                  <a:gd name="csY9" fmla="*/ 26499 h 376877"/>
                  <a:gd name="csX10" fmla="*/ 557690 w 1677189"/>
                  <a:gd name="csY10" fmla="*/ 35045 h 376877"/>
                  <a:gd name="csX11" fmla="*/ 540598 w 1677189"/>
                  <a:gd name="csY11" fmla="*/ 60683 h 376877"/>
                  <a:gd name="csX12" fmla="*/ 514961 w 1677189"/>
                  <a:gd name="csY12" fmla="*/ 77774 h 376877"/>
                  <a:gd name="csX13" fmla="*/ 429503 w 1677189"/>
                  <a:gd name="csY13" fmla="*/ 60683 h 376877"/>
                  <a:gd name="csX14" fmla="*/ 378228 w 1677189"/>
                  <a:gd name="csY14" fmla="*/ 26499 h 376877"/>
                  <a:gd name="csX15" fmla="*/ 352591 w 1677189"/>
                  <a:gd name="csY15" fmla="*/ 9408 h 376877"/>
                  <a:gd name="csX16" fmla="*/ 232950 w 1677189"/>
                  <a:gd name="csY16" fmla="*/ 35045 h 376877"/>
                  <a:gd name="csX17" fmla="*/ 207312 w 1677189"/>
                  <a:gd name="csY17" fmla="*/ 43591 h 376877"/>
                  <a:gd name="csX18" fmla="*/ 104763 w 1677189"/>
                  <a:gd name="csY18" fmla="*/ 35045 h 376877"/>
                  <a:gd name="csX19" fmla="*/ 79125 w 1677189"/>
                  <a:gd name="csY19" fmla="*/ 26499 h 376877"/>
                  <a:gd name="csX20" fmla="*/ 44942 w 1677189"/>
                  <a:gd name="csY20" fmla="*/ 17954 h 376877"/>
                  <a:gd name="csX21" fmla="*/ 19305 w 1677189"/>
                  <a:gd name="csY21" fmla="*/ 35045 h 376877"/>
                  <a:gd name="csX22" fmla="*/ 27851 w 1677189"/>
                  <a:gd name="csY22" fmla="*/ 60683 h 376877"/>
                  <a:gd name="csX23" fmla="*/ 9372 w 1677189"/>
                  <a:gd name="csY23" fmla="*/ 196367 h 376877"/>
                  <a:gd name="csX24" fmla="*/ 62034 w 1677189"/>
                  <a:gd name="csY24" fmla="*/ 205961 h 376877"/>
                  <a:gd name="csX25" fmla="*/ 113309 w 1677189"/>
                  <a:gd name="csY25" fmla="*/ 223053 h 376877"/>
                  <a:gd name="csX26" fmla="*/ 164583 w 1677189"/>
                  <a:gd name="csY26" fmla="*/ 240144 h 376877"/>
                  <a:gd name="csX27" fmla="*/ 190221 w 1677189"/>
                  <a:gd name="csY27" fmla="*/ 248690 h 376877"/>
                  <a:gd name="csX28" fmla="*/ 241495 w 1677189"/>
                  <a:gd name="csY28" fmla="*/ 257236 h 376877"/>
                  <a:gd name="csX29" fmla="*/ 284224 w 1677189"/>
                  <a:gd name="csY29" fmla="*/ 265782 h 376877"/>
                  <a:gd name="csX30" fmla="*/ 335499 w 1677189"/>
                  <a:gd name="csY30" fmla="*/ 282873 h 376877"/>
                  <a:gd name="csX31" fmla="*/ 386774 w 1677189"/>
                  <a:gd name="csY31" fmla="*/ 317057 h 376877"/>
                  <a:gd name="csX32" fmla="*/ 429503 w 1677189"/>
                  <a:gd name="csY32" fmla="*/ 351240 h 376877"/>
                  <a:gd name="csX33" fmla="*/ 489323 w 1677189"/>
                  <a:gd name="csY33" fmla="*/ 376877 h 376877"/>
                  <a:gd name="csX34" fmla="*/ 566236 w 1677189"/>
                  <a:gd name="csY34" fmla="*/ 368331 h 376877"/>
                  <a:gd name="csX35" fmla="*/ 660239 w 1677189"/>
                  <a:gd name="csY35" fmla="*/ 359785 h 376877"/>
                  <a:gd name="csX36" fmla="*/ 711514 w 1677189"/>
                  <a:gd name="csY36" fmla="*/ 342694 h 376877"/>
                  <a:gd name="csX37" fmla="*/ 779880 w 1677189"/>
                  <a:gd name="csY37" fmla="*/ 299965 h 376877"/>
                  <a:gd name="csX38" fmla="*/ 967888 w 1677189"/>
                  <a:gd name="csY38" fmla="*/ 308511 h 376877"/>
                  <a:gd name="csX39" fmla="*/ 1027709 w 1677189"/>
                  <a:gd name="csY39" fmla="*/ 325602 h 376877"/>
                  <a:gd name="csX40" fmla="*/ 1061892 w 1677189"/>
                  <a:gd name="csY40" fmla="*/ 342694 h 376877"/>
                  <a:gd name="csX41" fmla="*/ 1138804 w 1677189"/>
                  <a:gd name="csY41" fmla="*/ 368331 h 376877"/>
                  <a:gd name="csX42" fmla="*/ 1284082 w 1677189"/>
                  <a:gd name="csY42" fmla="*/ 351240 h 376877"/>
                  <a:gd name="csX43" fmla="*/ 1318266 w 1677189"/>
                  <a:gd name="csY43" fmla="*/ 334148 h 376877"/>
                  <a:gd name="csX44" fmla="*/ 1369540 w 1677189"/>
                  <a:gd name="csY44" fmla="*/ 299965 h 376877"/>
                  <a:gd name="csX45" fmla="*/ 1557548 w 1677189"/>
                  <a:gd name="csY45" fmla="*/ 299965 h 376877"/>
                  <a:gd name="csX46" fmla="*/ 1625914 w 1677189"/>
                  <a:gd name="csY46" fmla="*/ 282873 h 376877"/>
                  <a:gd name="csX47" fmla="*/ 1677189 w 1677189"/>
                  <a:gd name="csY47" fmla="*/ 265782 h 376877"/>
                  <a:gd name="csX48" fmla="*/ 1651552 w 1677189"/>
                  <a:gd name="csY48" fmla="*/ 257236 h 376877"/>
                  <a:gd name="csX49" fmla="*/ 1625914 w 1677189"/>
                  <a:gd name="csY49" fmla="*/ 265782 h 376877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49" fmla="*/ 1625914 w 1682586"/>
                  <a:gd name="csY49" fmla="*/ 265829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779880 w 1701252"/>
                  <a:gd name="csY37" fmla="*/ 300012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79919 w 1701252"/>
                  <a:gd name="csY38" fmla="*/ 340642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</a:cxnLst>
                <a:rect l="l" t="t" r="r" b="b"/>
                <a:pathLst>
                  <a:path w="1701252" h="376924">
                    <a:moveTo>
                      <a:pt x="1682586" y="47649"/>
                    </a:moveTo>
                    <a:cubicBezTo>
                      <a:pt x="1668343" y="50498"/>
                      <a:pt x="1639519" y="2140"/>
                      <a:pt x="1571678" y="47"/>
                    </a:cubicBezTo>
                    <a:cubicBezTo>
                      <a:pt x="1503837" y="-2046"/>
                      <a:pt x="1396512" y="65337"/>
                      <a:pt x="1275537" y="35092"/>
                    </a:cubicBezTo>
                    <a:cubicBezTo>
                      <a:pt x="1266991" y="29395"/>
                      <a:pt x="1259086" y="22594"/>
                      <a:pt x="1249899" y="18001"/>
                    </a:cubicBezTo>
                    <a:cubicBezTo>
                      <a:pt x="1232379" y="9241"/>
                      <a:pt x="1197788" y="4160"/>
                      <a:pt x="1181533" y="909"/>
                    </a:cubicBezTo>
                    <a:cubicBezTo>
                      <a:pt x="1164441" y="3758"/>
                      <a:pt x="1146092" y="2418"/>
                      <a:pt x="1130258" y="9455"/>
                    </a:cubicBezTo>
                    <a:cubicBezTo>
                      <a:pt x="1119214" y="14363"/>
                      <a:pt x="1113905" y="27355"/>
                      <a:pt x="1104621" y="35092"/>
                    </a:cubicBezTo>
                    <a:cubicBezTo>
                      <a:pt x="1096731" y="41667"/>
                      <a:pt x="1087529" y="46487"/>
                      <a:pt x="1078983" y="52184"/>
                    </a:cubicBezTo>
                    <a:cubicBezTo>
                      <a:pt x="1016314" y="49335"/>
                      <a:pt x="953525" y="48450"/>
                      <a:pt x="890976" y="43638"/>
                    </a:cubicBezTo>
                    <a:cubicBezTo>
                      <a:pt x="877027" y="42565"/>
                      <a:pt x="845713" y="31399"/>
                      <a:pt x="831155" y="26546"/>
                    </a:cubicBezTo>
                    <a:cubicBezTo>
                      <a:pt x="740000" y="29395"/>
                      <a:pt x="648265" y="24436"/>
                      <a:pt x="557690" y="35092"/>
                    </a:cubicBezTo>
                    <a:cubicBezTo>
                      <a:pt x="547489" y="36292"/>
                      <a:pt x="547861" y="53467"/>
                      <a:pt x="540598" y="60730"/>
                    </a:cubicBezTo>
                    <a:cubicBezTo>
                      <a:pt x="533336" y="67992"/>
                      <a:pt x="523507" y="72124"/>
                      <a:pt x="514961" y="77821"/>
                    </a:cubicBezTo>
                    <a:cubicBezTo>
                      <a:pt x="508529" y="76749"/>
                      <a:pt x="442248" y="67102"/>
                      <a:pt x="429503" y="60730"/>
                    </a:cubicBezTo>
                    <a:cubicBezTo>
                      <a:pt x="411130" y="51543"/>
                      <a:pt x="395320" y="37941"/>
                      <a:pt x="378228" y="26546"/>
                    </a:cubicBezTo>
                    <a:lnTo>
                      <a:pt x="352591" y="9455"/>
                    </a:lnTo>
                    <a:cubicBezTo>
                      <a:pt x="266348" y="20235"/>
                      <a:pt x="306011" y="10739"/>
                      <a:pt x="232950" y="35092"/>
                    </a:cubicBezTo>
                    <a:lnTo>
                      <a:pt x="207312" y="43638"/>
                    </a:lnTo>
                    <a:cubicBezTo>
                      <a:pt x="173129" y="40789"/>
                      <a:pt x="138764" y="39626"/>
                      <a:pt x="104763" y="35092"/>
                    </a:cubicBezTo>
                    <a:cubicBezTo>
                      <a:pt x="95834" y="33901"/>
                      <a:pt x="87787" y="29021"/>
                      <a:pt x="79125" y="26546"/>
                    </a:cubicBezTo>
                    <a:cubicBezTo>
                      <a:pt x="67832" y="23320"/>
                      <a:pt x="56336" y="20849"/>
                      <a:pt x="44942" y="18001"/>
                    </a:cubicBezTo>
                    <a:cubicBezTo>
                      <a:pt x="36396" y="23698"/>
                      <a:pt x="23119" y="25556"/>
                      <a:pt x="19305" y="35092"/>
                    </a:cubicBezTo>
                    <a:cubicBezTo>
                      <a:pt x="15960" y="43456"/>
                      <a:pt x="29507" y="33843"/>
                      <a:pt x="27851" y="60730"/>
                    </a:cubicBezTo>
                    <a:cubicBezTo>
                      <a:pt x="26196" y="87617"/>
                      <a:pt x="-19090" y="68340"/>
                      <a:pt x="9372" y="196414"/>
                    </a:cubicBezTo>
                    <a:cubicBezTo>
                      <a:pt x="11326" y="205207"/>
                      <a:pt x="44711" y="201560"/>
                      <a:pt x="62034" y="206008"/>
                    </a:cubicBezTo>
                    <a:cubicBezTo>
                      <a:pt x="79357" y="210456"/>
                      <a:pt x="96217" y="217403"/>
                      <a:pt x="113309" y="223100"/>
                    </a:cubicBezTo>
                    <a:lnTo>
                      <a:pt x="164583" y="240191"/>
                    </a:lnTo>
                    <a:cubicBezTo>
                      <a:pt x="173129" y="243040"/>
                      <a:pt x="181335" y="247256"/>
                      <a:pt x="190221" y="248737"/>
                    </a:cubicBezTo>
                    <a:lnTo>
                      <a:pt x="241495" y="257283"/>
                    </a:lnTo>
                    <a:cubicBezTo>
                      <a:pt x="255786" y="259881"/>
                      <a:pt x="270211" y="262007"/>
                      <a:pt x="284224" y="265829"/>
                    </a:cubicBezTo>
                    <a:cubicBezTo>
                      <a:pt x="301605" y="270569"/>
                      <a:pt x="335499" y="282920"/>
                      <a:pt x="335499" y="282920"/>
                    </a:cubicBezTo>
                    <a:cubicBezTo>
                      <a:pt x="352591" y="294315"/>
                      <a:pt x="370734" y="304272"/>
                      <a:pt x="386774" y="317104"/>
                    </a:cubicBezTo>
                    <a:cubicBezTo>
                      <a:pt x="401017" y="328498"/>
                      <a:pt x="414326" y="341169"/>
                      <a:pt x="429503" y="351287"/>
                    </a:cubicBezTo>
                    <a:cubicBezTo>
                      <a:pt x="450621" y="365365"/>
                      <a:pt x="466536" y="369328"/>
                      <a:pt x="489323" y="376924"/>
                    </a:cubicBezTo>
                    <a:lnTo>
                      <a:pt x="566236" y="368378"/>
                    </a:lnTo>
                    <a:cubicBezTo>
                      <a:pt x="597543" y="365247"/>
                      <a:pt x="629254" y="365300"/>
                      <a:pt x="660239" y="359832"/>
                    </a:cubicBezTo>
                    <a:cubicBezTo>
                      <a:pt x="677981" y="356701"/>
                      <a:pt x="684890" y="346027"/>
                      <a:pt x="711514" y="342741"/>
                    </a:cubicBezTo>
                    <a:cubicBezTo>
                      <a:pt x="738138" y="339455"/>
                      <a:pt x="780528" y="366423"/>
                      <a:pt x="819985" y="340117"/>
                    </a:cubicBezTo>
                    <a:cubicBezTo>
                      <a:pt x="882654" y="342966"/>
                      <a:pt x="945298" y="343053"/>
                      <a:pt x="979919" y="340642"/>
                    </a:cubicBezTo>
                    <a:cubicBezTo>
                      <a:pt x="1014540" y="338231"/>
                      <a:pt x="1014047" y="325299"/>
                      <a:pt x="1027709" y="325649"/>
                    </a:cubicBezTo>
                    <a:cubicBezTo>
                      <a:pt x="1041371" y="325999"/>
                      <a:pt x="1050251" y="337567"/>
                      <a:pt x="1061892" y="342741"/>
                    </a:cubicBezTo>
                    <a:cubicBezTo>
                      <a:pt x="1103263" y="361128"/>
                      <a:pt x="1099128" y="358459"/>
                      <a:pt x="1138804" y="368378"/>
                    </a:cubicBezTo>
                    <a:cubicBezTo>
                      <a:pt x="1168482" y="366095"/>
                      <a:pt x="1243316" y="366574"/>
                      <a:pt x="1284082" y="351287"/>
                    </a:cubicBezTo>
                    <a:cubicBezTo>
                      <a:pt x="1296011" y="346814"/>
                      <a:pt x="1307342" y="340750"/>
                      <a:pt x="1318266" y="334195"/>
                    </a:cubicBezTo>
                    <a:cubicBezTo>
                      <a:pt x="1335880" y="323627"/>
                      <a:pt x="1369540" y="300012"/>
                      <a:pt x="1369540" y="300012"/>
                    </a:cubicBezTo>
                    <a:cubicBezTo>
                      <a:pt x="1479892" y="306909"/>
                      <a:pt x="1477799" y="317101"/>
                      <a:pt x="1557548" y="300012"/>
                    </a:cubicBezTo>
                    <a:cubicBezTo>
                      <a:pt x="1580517" y="295090"/>
                      <a:pt x="1603629" y="290348"/>
                      <a:pt x="1625914" y="282920"/>
                    </a:cubicBezTo>
                    <a:lnTo>
                      <a:pt x="1701252" y="249787"/>
                    </a:lnTo>
                  </a:path>
                </a:pathLst>
              </a:custGeom>
              <a:solidFill>
                <a:schemeClr val="accent6">
                  <a:lumMod val="75000"/>
                  <a:alpha val="6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2CD00C77-23AD-869E-36F6-E9241BE3E588}"/>
                  </a:ext>
                </a:extLst>
              </p:cNvPr>
              <p:cNvSpPr/>
              <p:nvPr/>
            </p:nvSpPr>
            <p:spPr>
              <a:xfrm>
                <a:off x="2269671" y="3396343"/>
                <a:ext cx="1453243" cy="1975757"/>
              </a:xfrm>
              <a:custGeom>
                <a:avLst/>
                <a:gdLst>
                  <a:gd name="csX0" fmla="*/ 212272 w 1453243"/>
                  <a:gd name="csY0" fmla="*/ 1975757 h 1975757"/>
                  <a:gd name="csX1" fmla="*/ 1453243 w 1453243"/>
                  <a:gd name="csY1" fmla="*/ 0 h 1975757"/>
                  <a:gd name="csX2" fmla="*/ 1143000 w 1453243"/>
                  <a:gd name="csY2" fmla="*/ 32657 h 1975757"/>
                  <a:gd name="csX3" fmla="*/ 0 w 1453243"/>
                  <a:gd name="csY3" fmla="*/ 1796143 h 1975757"/>
                  <a:gd name="csX4" fmla="*/ 212272 w 1453243"/>
                  <a:gd name="csY4" fmla="*/ 1975757 h 1975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3243" h="1975757">
                    <a:moveTo>
                      <a:pt x="212272" y="1975757"/>
                    </a:moveTo>
                    <a:lnTo>
                      <a:pt x="1453243" y="0"/>
                    </a:lnTo>
                    <a:lnTo>
                      <a:pt x="1143000" y="32657"/>
                    </a:lnTo>
                    <a:lnTo>
                      <a:pt x="0" y="1796143"/>
                    </a:lnTo>
                    <a:lnTo>
                      <a:pt x="212272" y="1975757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0550877C-97A0-E981-E36F-8F6621B5DE1C}"/>
                  </a:ext>
                </a:extLst>
              </p:cNvPr>
              <p:cNvSpPr/>
              <p:nvPr/>
            </p:nvSpPr>
            <p:spPr>
              <a:xfrm flipH="1">
                <a:off x="539440" y="5180542"/>
                <a:ext cx="1265640" cy="48708"/>
              </a:xfrm>
              <a:custGeom>
                <a:avLst/>
                <a:gdLst>
                  <a:gd name="csX0" fmla="*/ 0 w 1213503"/>
                  <a:gd name="csY0" fmla="*/ 0 h 188007"/>
                  <a:gd name="csX1" fmla="*/ 316194 w 1213503"/>
                  <a:gd name="csY1" fmla="*/ 188007 h 188007"/>
                  <a:gd name="csX2" fmla="*/ 931492 w 1213503"/>
                  <a:gd name="csY2" fmla="*/ 128187 h 188007"/>
                  <a:gd name="csX3" fmla="*/ 1213503 w 1213503"/>
                  <a:gd name="csY3" fmla="*/ 145278 h 188007"/>
                  <a:gd name="csX0" fmla="*/ 0 w 1213503"/>
                  <a:gd name="csY0" fmla="*/ 0 h 191862"/>
                  <a:gd name="csX1" fmla="*/ 316194 w 1213503"/>
                  <a:gd name="csY1" fmla="*/ 188007 h 191862"/>
                  <a:gd name="csX2" fmla="*/ 931492 w 1213503"/>
                  <a:gd name="csY2" fmla="*/ 128187 h 191862"/>
                  <a:gd name="csX3" fmla="*/ 1213503 w 1213503"/>
                  <a:gd name="csY3" fmla="*/ 145278 h 191862"/>
                  <a:gd name="csX0" fmla="*/ 0 w 1213503"/>
                  <a:gd name="csY0" fmla="*/ 0 h 191395"/>
                  <a:gd name="csX1" fmla="*/ 316194 w 1213503"/>
                  <a:gd name="csY1" fmla="*/ 188007 h 191395"/>
                  <a:gd name="csX2" fmla="*/ 931492 w 1213503"/>
                  <a:gd name="csY2" fmla="*/ 128187 h 191395"/>
                  <a:gd name="csX3" fmla="*/ 1213503 w 1213503"/>
                  <a:gd name="csY3" fmla="*/ 145278 h 191395"/>
                  <a:gd name="csX0" fmla="*/ 0 w 1265640"/>
                  <a:gd name="csY0" fmla="*/ 48673 h 82132"/>
                  <a:gd name="csX1" fmla="*/ 368331 w 1265640"/>
                  <a:gd name="csY1" fmla="*/ 60217 h 82132"/>
                  <a:gd name="csX2" fmla="*/ 983629 w 1265640"/>
                  <a:gd name="csY2" fmla="*/ 397 h 82132"/>
                  <a:gd name="csX3" fmla="*/ 1265640 w 1265640"/>
                  <a:gd name="csY3" fmla="*/ 17488 h 82132"/>
                  <a:gd name="csX0" fmla="*/ 0 w 1265640"/>
                  <a:gd name="csY0" fmla="*/ 48673 h 61275"/>
                  <a:gd name="csX1" fmla="*/ 368331 w 1265640"/>
                  <a:gd name="csY1" fmla="*/ 60217 h 61275"/>
                  <a:gd name="csX2" fmla="*/ 983629 w 1265640"/>
                  <a:gd name="csY2" fmla="*/ 397 h 61275"/>
                  <a:gd name="csX3" fmla="*/ 1265640 w 1265640"/>
                  <a:gd name="csY3" fmla="*/ 17488 h 61275"/>
                  <a:gd name="csX0" fmla="*/ 0 w 1265640"/>
                  <a:gd name="csY0" fmla="*/ 48708 h 48708"/>
                  <a:gd name="csX1" fmla="*/ 608962 w 1265640"/>
                  <a:gd name="csY1" fmla="*/ 36188 h 48708"/>
                  <a:gd name="csX2" fmla="*/ 983629 w 1265640"/>
                  <a:gd name="csY2" fmla="*/ 432 h 48708"/>
                  <a:gd name="csX3" fmla="*/ 1265640 w 1265640"/>
                  <a:gd name="csY3" fmla="*/ 17523 h 487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65640" h="48708">
                    <a:moveTo>
                      <a:pt x="0" y="48708"/>
                    </a:moveTo>
                    <a:cubicBezTo>
                      <a:pt x="173577" y="27156"/>
                      <a:pt x="445024" y="44234"/>
                      <a:pt x="608962" y="36188"/>
                    </a:cubicBezTo>
                    <a:cubicBezTo>
                      <a:pt x="772900" y="28142"/>
                      <a:pt x="874183" y="3543"/>
                      <a:pt x="983629" y="432"/>
                    </a:cubicBezTo>
                    <a:cubicBezTo>
                      <a:pt x="1093075" y="-2679"/>
                      <a:pt x="1171636" y="11826"/>
                      <a:pt x="1265640" y="17523"/>
                    </a:cubicBezTo>
                  </a:path>
                </a:pathLst>
              </a:custGeom>
              <a:noFill/>
              <a:ln w="31750">
                <a:tailEnd type="stealth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3" name="Right Arrow 52">
              <a:extLst>
                <a:ext uri="{FF2B5EF4-FFF2-40B4-BE49-F238E27FC236}">
                  <a16:creationId xmlns:a16="http://schemas.microsoft.com/office/drawing/2014/main" id="{8DEEB8A0-49F6-A819-3980-093A7376B2FF}"/>
                </a:ext>
              </a:extLst>
            </p:cNvPr>
            <p:cNvSpPr/>
            <p:nvPr/>
          </p:nvSpPr>
          <p:spPr>
            <a:xfrm>
              <a:off x="3779890" y="3730717"/>
              <a:ext cx="648090" cy="35267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41C561FD-EE29-DF18-A715-25527A14EAE6}"/>
                </a:ext>
              </a:extLst>
            </p:cNvPr>
            <p:cNvGrpSpPr/>
            <p:nvPr/>
          </p:nvGrpSpPr>
          <p:grpSpPr>
            <a:xfrm>
              <a:off x="4747418" y="4661931"/>
              <a:ext cx="4361212" cy="2007518"/>
              <a:chOff x="-638298" y="3396343"/>
              <a:chExt cx="4361212" cy="2007518"/>
            </a:xfrm>
          </p:grpSpPr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EAA70A64-1C78-9DB3-8028-BF81792C952D}"/>
                  </a:ext>
                </a:extLst>
              </p:cNvPr>
              <p:cNvSpPr/>
              <p:nvPr/>
            </p:nvSpPr>
            <p:spPr>
              <a:xfrm flipH="1" flipV="1">
                <a:off x="-638298" y="4996344"/>
                <a:ext cx="3090516" cy="407517"/>
              </a:xfrm>
              <a:custGeom>
                <a:avLst/>
                <a:gdLst>
                  <a:gd name="csX0" fmla="*/ 1615859 w 1658588"/>
                  <a:gd name="csY0" fmla="*/ 42729 h 376015"/>
                  <a:gd name="csX1" fmla="*/ 1573130 w 1658588"/>
                  <a:gd name="csY1" fmla="*/ 51275 h 376015"/>
                  <a:gd name="csX2" fmla="*/ 1256936 w 1658588"/>
                  <a:gd name="csY2" fmla="*/ 34183 h 376015"/>
                  <a:gd name="csX3" fmla="*/ 1231298 w 1658588"/>
                  <a:gd name="csY3" fmla="*/ 17092 h 376015"/>
                  <a:gd name="csX4" fmla="*/ 1162932 w 1658588"/>
                  <a:gd name="csY4" fmla="*/ 0 h 376015"/>
                  <a:gd name="csX5" fmla="*/ 1111657 w 1658588"/>
                  <a:gd name="csY5" fmla="*/ 8546 h 376015"/>
                  <a:gd name="csX6" fmla="*/ 1086020 w 1658588"/>
                  <a:gd name="csY6" fmla="*/ 34183 h 376015"/>
                  <a:gd name="csX7" fmla="*/ 1060382 w 1658588"/>
                  <a:gd name="csY7" fmla="*/ 51275 h 376015"/>
                  <a:gd name="csX8" fmla="*/ 872375 w 1658588"/>
                  <a:gd name="csY8" fmla="*/ 42729 h 376015"/>
                  <a:gd name="csX9" fmla="*/ 812554 w 1658588"/>
                  <a:gd name="csY9" fmla="*/ 25637 h 376015"/>
                  <a:gd name="csX10" fmla="*/ 539089 w 1658588"/>
                  <a:gd name="csY10" fmla="*/ 34183 h 376015"/>
                  <a:gd name="csX11" fmla="*/ 521997 w 1658588"/>
                  <a:gd name="csY11" fmla="*/ 59821 h 376015"/>
                  <a:gd name="csX12" fmla="*/ 496360 w 1658588"/>
                  <a:gd name="csY12" fmla="*/ 76912 h 376015"/>
                  <a:gd name="csX13" fmla="*/ 410902 w 1658588"/>
                  <a:gd name="csY13" fmla="*/ 59821 h 376015"/>
                  <a:gd name="csX14" fmla="*/ 359627 w 1658588"/>
                  <a:gd name="csY14" fmla="*/ 25637 h 376015"/>
                  <a:gd name="csX15" fmla="*/ 333990 w 1658588"/>
                  <a:gd name="csY15" fmla="*/ 8546 h 376015"/>
                  <a:gd name="csX16" fmla="*/ 214349 w 1658588"/>
                  <a:gd name="csY16" fmla="*/ 34183 h 376015"/>
                  <a:gd name="csX17" fmla="*/ 188711 w 1658588"/>
                  <a:gd name="csY17" fmla="*/ 42729 h 376015"/>
                  <a:gd name="csX18" fmla="*/ 86162 w 1658588"/>
                  <a:gd name="csY18" fmla="*/ 34183 h 376015"/>
                  <a:gd name="csX19" fmla="*/ 60524 w 1658588"/>
                  <a:gd name="csY19" fmla="*/ 25637 h 376015"/>
                  <a:gd name="csX20" fmla="*/ 26341 w 1658588"/>
                  <a:gd name="csY20" fmla="*/ 17092 h 376015"/>
                  <a:gd name="csX21" fmla="*/ 704 w 1658588"/>
                  <a:gd name="csY21" fmla="*/ 34183 h 376015"/>
                  <a:gd name="csX22" fmla="*/ 9250 w 1658588"/>
                  <a:gd name="csY22" fmla="*/ 59821 h 376015"/>
                  <a:gd name="csX23" fmla="*/ 34887 w 1658588"/>
                  <a:gd name="csY23" fmla="*/ 179462 h 376015"/>
                  <a:gd name="csX24" fmla="*/ 43433 w 1658588"/>
                  <a:gd name="csY24" fmla="*/ 205099 h 376015"/>
                  <a:gd name="csX25" fmla="*/ 94708 w 1658588"/>
                  <a:gd name="csY25" fmla="*/ 222191 h 376015"/>
                  <a:gd name="csX26" fmla="*/ 145982 w 1658588"/>
                  <a:gd name="csY26" fmla="*/ 239282 h 376015"/>
                  <a:gd name="csX27" fmla="*/ 171620 w 1658588"/>
                  <a:gd name="csY27" fmla="*/ 247828 h 376015"/>
                  <a:gd name="csX28" fmla="*/ 222894 w 1658588"/>
                  <a:gd name="csY28" fmla="*/ 256374 h 376015"/>
                  <a:gd name="csX29" fmla="*/ 265623 w 1658588"/>
                  <a:gd name="csY29" fmla="*/ 264920 h 376015"/>
                  <a:gd name="csX30" fmla="*/ 316898 w 1658588"/>
                  <a:gd name="csY30" fmla="*/ 282011 h 376015"/>
                  <a:gd name="csX31" fmla="*/ 368173 w 1658588"/>
                  <a:gd name="csY31" fmla="*/ 316195 h 376015"/>
                  <a:gd name="csX32" fmla="*/ 410902 w 1658588"/>
                  <a:gd name="csY32" fmla="*/ 350378 h 376015"/>
                  <a:gd name="csX33" fmla="*/ 470722 w 1658588"/>
                  <a:gd name="csY33" fmla="*/ 376015 h 376015"/>
                  <a:gd name="csX34" fmla="*/ 547635 w 1658588"/>
                  <a:gd name="csY34" fmla="*/ 367469 h 376015"/>
                  <a:gd name="csX35" fmla="*/ 641638 w 1658588"/>
                  <a:gd name="csY35" fmla="*/ 358923 h 376015"/>
                  <a:gd name="csX36" fmla="*/ 692913 w 1658588"/>
                  <a:gd name="csY36" fmla="*/ 341832 h 376015"/>
                  <a:gd name="csX37" fmla="*/ 761279 w 1658588"/>
                  <a:gd name="csY37" fmla="*/ 299103 h 376015"/>
                  <a:gd name="csX38" fmla="*/ 949287 w 1658588"/>
                  <a:gd name="csY38" fmla="*/ 307649 h 376015"/>
                  <a:gd name="csX39" fmla="*/ 1009108 w 1658588"/>
                  <a:gd name="csY39" fmla="*/ 324740 h 376015"/>
                  <a:gd name="csX40" fmla="*/ 1043291 w 1658588"/>
                  <a:gd name="csY40" fmla="*/ 341832 h 376015"/>
                  <a:gd name="csX41" fmla="*/ 1120203 w 1658588"/>
                  <a:gd name="csY41" fmla="*/ 367469 h 376015"/>
                  <a:gd name="csX42" fmla="*/ 1265481 w 1658588"/>
                  <a:gd name="csY42" fmla="*/ 350378 h 376015"/>
                  <a:gd name="csX43" fmla="*/ 1299665 w 1658588"/>
                  <a:gd name="csY43" fmla="*/ 333286 h 376015"/>
                  <a:gd name="csX44" fmla="*/ 1350939 w 1658588"/>
                  <a:gd name="csY44" fmla="*/ 299103 h 376015"/>
                  <a:gd name="csX45" fmla="*/ 1538947 w 1658588"/>
                  <a:gd name="csY45" fmla="*/ 299103 h 376015"/>
                  <a:gd name="csX46" fmla="*/ 1607313 w 1658588"/>
                  <a:gd name="csY46" fmla="*/ 282011 h 376015"/>
                  <a:gd name="csX47" fmla="*/ 1658588 w 1658588"/>
                  <a:gd name="csY47" fmla="*/ 264920 h 376015"/>
                  <a:gd name="csX48" fmla="*/ 1632951 w 1658588"/>
                  <a:gd name="csY48" fmla="*/ 256374 h 376015"/>
                  <a:gd name="csX49" fmla="*/ 1607313 w 1658588"/>
                  <a:gd name="csY49" fmla="*/ 264920 h 376015"/>
                  <a:gd name="csX0" fmla="*/ 1634460 w 1677189"/>
                  <a:gd name="csY0" fmla="*/ 42729 h 376015"/>
                  <a:gd name="csX1" fmla="*/ 1591731 w 1677189"/>
                  <a:gd name="csY1" fmla="*/ 51275 h 376015"/>
                  <a:gd name="csX2" fmla="*/ 1275537 w 1677189"/>
                  <a:gd name="csY2" fmla="*/ 34183 h 376015"/>
                  <a:gd name="csX3" fmla="*/ 1249899 w 1677189"/>
                  <a:gd name="csY3" fmla="*/ 17092 h 376015"/>
                  <a:gd name="csX4" fmla="*/ 1181533 w 1677189"/>
                  <a:gd name="csY4" fmla="*/ 0 h 376015"/>
                  <a:gd name="csX5" fmla="*/ 1130258 w 1677189"/>
                  <a:gd name="csY5" fmla="*/ 8546 h 376015"/>
                  <a:gd name="csX6" fmla="*/ 1104621 w 1677189"/>
                  <a:gd name="csY6" fmla="*/ 34183 h 376015"/>
                  <a:gd name="csX7" fmla="*/ 1078983 w 1677189"/>
                  <a:gd name="csY7" fmla="*/ 51275 h 376015"/>
                  <a:gd name="csX8" fmla="*/ 890976 w 1677189"/>
                  <a:gd name="csY8" fmla="*/ 42729 h 376015"/>
                  <a:gd name="csX9" fmla="*/ 831155 w 1677189"/>
                  <a:gd name="csY9" fmla="*/ 25637 h 376015"/>
                  <a:gd name="csX10" fmla="*/ 557690 w 1677189"/>
                  <a:gd name="csY10" fmla="*/ 34183 h 376015"/>
                  <a:gd name="csX11" fmla="*/ 540598 w 1677189"/>
                  <a:gd name="csY11" fmla="*/ 59821 h 376015"/>
                  <a:gd name="csX12" fmla="*/ 514961 w 1677189"/>
                  <a:gd name="csY12" fmla="*/ 76912 h 376015"/>
                  <a:gd name="csX13" fmla="*/ 429503 w 1677189"/>
                  <a:gd name="csY13" fmla="*/ 59821 h 376015"/>
                  <a:gd name="csX14" fmla="*/ 378228 w 1677189"/>
                  <a:gd name="csY14" fmla="*/ 25637 h 376015"/>
                  <a:gd name="csX15" fmla="*/ 352591 w 1677189"/>
                  <a:gd name="csY15" fmla="*/ 8546 h 376015"/>
                  <a:gd name="csX16" fmla="*/ 232950 w 1677189"/>
                  <a:gd name="csY16" fmla="*/ 34183 h 376015"/>
                  <a:gd name="csX17" fmla="*/ 207312 w 1677189"/>
                  <a:gd name="csY17" fmla="*/ 42729 h 376015"/>
                  <a:gd name="csX18" fmla="*/ 104763 w 1677189"/>
                  <a:gd name="csY18" fmla="*/ 34183 h 376015"/>
                  <a:gd name="csX19" fmla="*/ 79125 w 1677189"/>
                  <a:gd name="csY19" fmla="*/ 25637 h 376015"/>
                  <a:gd name="csX20" fmla="*/ 44942 w 1677189"/>
                  <a:gd name="csY20" fmla="*/ 17092 h 376015"/>
                  <a:gd name="csX21" fmla="*/ 19305 w 1677189"/>
                  <a:gd name="csY21" fmla="*/ 34183 h 376015"/>
                  <a:gd name="csX22" fmla="*/ 27851 w 1677189"/>
                  <a:gd name="csY22" fmla="*/ 59821 h 376015"/>
                  <a:gd name="csX23" fmla="*/ 9372 w 1677189"/>
                  <a:gd name="csY23" fmla="*/ 195505 h 376015"/>
                  <a:gd name="csX24" fmla="*/ 62034 w 1677189"/>
                  <a:gd name="csY24" fmla="*/ 205099 h 376015"/>
                  <a:gd name="csX25" fmla="*/ 113309 w 1677189"/>
                  <a:gd name="csY25" fmla="*/ 222191 h 376015"/>
                  <a:gd name="csX26" fmla="*/ 164583 w 1677189"/>
                  <a:gd name="csY26" fmla="*/ 239282 h 376015"/>
                  <a:gd name="csX27" fmla="*/ 190221 w 1677189"/>
                  <a:gd name="csY27" fmla="*/ 247828 h 376015"/>
                  <a:gd name="csX28" fmla="*/ 241495 w 1677189"/>
                  <a:gd name="csY28" fmla="*/ 256374 h 376015"/>
                  <a:gd name="csX29" fmla="*/ 284224 w 1677189"/>
                  <a:gd name="csY29" fmla="*/ 264920 h 376015"/>
                  <a:gd name="csX30" fmla="*/ 335499 w 1677189"/>
                  <a:gd name="csY30" fmla="*/ 282011 h 376015"/>
                  <a:gd name="csX31" fmla="*/ 386774 w 1677189"/>
                  <a:gd name="csY31" fmla="*/ 316195 h 376015"/>
                  <a:gd name="csX32" fmla="*/ 429503 w 1677189"/>
                  <a:gd name="csY32" fmla="*/ 350378 h 376015"/>
                  <a:gd name="csX33" fmla="*/ 489323 w 1677189"/>
                  <a:gd name="csY33" fmla="*/ 376015 h 376015"/>
                  <a:gd name="csX34" fmla="*/ 566236 w 1677189"/>
                  <a:gd name="csY34" fmla="*/ 367469 h 376015"/>
                  <a:gd name="csX35" fmla="*/ 660239 w 1677189"/>
                  <a:gd name="csY35" fmla="*/ 358923 h 376015"/>
                  <a:gd name="csX36" fmla="*/ 711514 w 1677189"/>
                  <a:gd name="csY36" fmla="*/ 341832 h 376015"/>
                  <a:gd name="csX37" fmla="*/ 779880 w 1677189"/>
                  <a:gd name="csY37" fmla="*/ 299103 h 376015"/>
                  <a:gd name="csX38" fmla="*/ 967888 w 1677189"/>
                  <a:gd name="csY38" fmla="*/ 307649 h 376015"/>
                  <a:gd name="csX39" fmla="*/ 1027709 w 1677189"/>
                  <a:gd name="csY39" fmla="*/ 324740 h 376015"/>
                  <a:gd name="csX40" fmla="*/ 1061892 w 1677189"/>
                  <a:gd name="csY40" fmla="*/ 341832 h 376015"/>
                  <a:gd name="csX41" fmla="*/ 1138804 w 1677189"/>
                  <a:gd name="csY41" fmla="*/ 367469 h 376015"/>
                  <a:gd name="csX42" fmla="*/ 1284082 w 1677189"/>
                  <a:gd name="csY42" fmla="*/ 350378 h 376015"/>
                  <a:gd name="csX43" fmla="*/ 1318266 w 1677189"/>
                  <a:gd name="csY43" fmla="*/ 333286 h 376015"/>
                  <a:gd name="csX44" fmla="*/ 1369540 w 1677189"/>
                  <a:gd name="csY44" fmla="*/ 299103 h 376015"/>
                  <a:gd name="csX45" fmla="*/ 1557548 w 1677189"/>
                  <a:gd name="csY45" fmla="*/ 299103 h 376015"/>
                  <a:gd name="csX46" fmla="*/ 1625914 w 1677189"/>
                  <a:gd name="csY46" fmla="*/ 282011 h 376015"/>
                  <a:gd name="csX47" fmla="*/ 1677189 w 1677189"/>
                  <a:gd name="csY47" fmla="*/ 264920 h 376015"/>
                  <a:gd name="csX48" fmla="*/ 1651552 w 1677189"/>
                  <a:gd name="csY48" fmla="*/ 256374 h 376015"/>
                  <a:gd name="csX49" fmla="*/ 1625914 w 1677189"/>
                  <a:gd name="csY49" fmla="*/ 264920 h 376015"/>
                  <a:gd name="csX0" fmla="*/ 1634460 w 1677189"/>
                  <a:gd name="csY0" fmla="*/ 43591 h 376877"/>
                  <a:gd name="csX1" fmla="*/ 1571678 w 1677189"/>
                  <a:gd name="csY1" fmla="*/ 0 h 376877"/>
                  <a:gd name="csX2" fmla="*/ 1275537 w 1677189"/>
                  <a:gd name="csY2" fmla="*/ 35045 h 376877"/>
                  <a:gd name="csX3" fmla="*/ 1249899 w 1677189"/>
                  <a:gd name="csY3" fmla="*/ 17954 h 376877"/>
                  <a:gd name="csX4" fmla="*/ 1181533 w 1677189"/>
                  <a:gd name="csY4" fmla="*/ 862 h 376877"/>
                  <a:gd name="csX5" fmla="*/ 1130258 w 1677189"/>
                  <a:gd name="csY5" fmla="*/ 9408 h 376877"/>
                  <a:gd name="csX6" fmla="*/ 1104621 w 1677189"/>
                  <a:gd name="csY6" fmla="*/ 35045 h 376877"/>
                  <a:gd name="csX7" fmla="*/ 1078983 w 1677189"/>
                  <a:gd name="csY7" fmla="*/ 52137 h 376877"/>
                  <a:gd name="csX8" fmla="*/ 890976 w 1677189"/>
                  <a:gd name="csY8" fmla="*/ 43591 h 376877"/>
                  <a:gd name="csX9" fmla="*/ 831155 w 1677189"/>
                  <a:gd name="csY9" fmla="*/ 26499 h 376877"/>
                  <a:gd name="csX10" fmla="*/ 557690 w 1677189"/>
                  <a:gd name="csY10" fmla="*/ 35045 h 376877"/>
                  <a:gd name="csX11" fmla="*/ 540598 w 1677189"/>
                  <a:gd name="csY11" fmla="*/ 60683 h 376877"/>
                  <a:gd name="csX12" fmla="*/ 514961 w 1677189"/>
                  <a:gd name="csY12" fmla="*/ 77774 h 376877"/>
                  <a:gd name="csX13" fmla="*/ 429503 w 1677189"/>
                  <a:gd name="csY13" fmla="*/ 60683 h 376877"/>
                  <a:gd name="csX14" fmla="*/ 378228 w 1677189"/>
                  <a:gd name="csY14" fmla="*/ 26499 h 376877"/>
                  <a:gd name="csX15" fmla="*/ 352591 w 1677189"/>
                  <a:gd name="csY15" fmla="*/ 9408 h 376877"/>
                  <a:gd name="csX16" fmla="*/ 232950 w 1677189"/>
                  <a:gd name="csY16" fmla="*/ 35045 h 376877"/>
                  <a:gd name="csX17" fmla="*/ 207312 w 1677189"/>
                  <a:gd name="csY17" fmla="*/ 43591 h 376877"/>
                  <a:gd name="csX18" fmla="*/ 104763 w 1677189"/>
                  <a:gd name="csY18" fmla="*/ 35045 h 376877"/>
                  <a:gd name="csX19" fmla="*/ 79125 w 1677189"/>
                  <a:gd name="csY19" fmla="*/ 26499 h 376877"/>
                  <a:gd name="csX20" fmla="*/ 44942 w 1677189"/>
                  <a:gd name="csY20" fmla="*/ 17954 h 376877"/>
                  <a:gd name="csX21" fmla="*/ 19305 w 1677189"/>
                  <a:gd name="csY21" fmla="*/ 35045 h 376877"/>
                  <a:gd name="csX22" fmla="*/ 27851 w 1677189"/>
                  <a:gd name="csY22" fmla="*/ 60683 h 376877"/>
                  <a:gd name="csX23" fmla="*/ 9372 w 1677189"/>
                  <a:gd name="csY23" fmla="*/ 196367 h 376877"/>
                  <a:gd name="csX24" fmla="*/ 62034 w 1677189"/>
                  <a:gd name="csY24" fmla="*/ 205961 h 376877"/>
                  <a:gd name="csX25" fmla="*/ 113309 w 1677189"/>
                  <a:gd name="csY25" fmla="*/ 223053 h 376877"/>
                  <a:gd name="csX26" fmla="*/ 164583 w 1677189"/>
                  <a:gd name="csY26" fmla="*/ 240144 h 376877"/>
                  <a:gd name="csX27" fmla="*/ 190221 w 1677189"/>
                  <a:gd name="csY27" fmla="*/ 248690 h 376877"/>
                  <a:gd name="csX28" fmla="*/ 241495 w 1677189"/>
                  <a:gd name="csY28" fmla="*/ 257236 h 376877"/>
                  <a:gd name="csX29" fmla="*/ 284224 w 1677189"/>
                  <a:gd name="csY29" fmla="*/ 265782 h 376877"/>
                  <a:gd name="csX30" fmla="*/ 335499 w 1677189"/>
                  <a:gd name="csY30" fmla="*/ 282873 h 376877"/>
                  <a:gd name="csX31" fmla="*/ 386774 w 1677189"/>
                  <a:gd name="csY31" fmla="*/ 317057 h 376877"/>
                  <a:gd name="csX32" fmla="*/ 429503 w 1677189"/>
                  <a:gd name="csY32" fmla="*/ 351240 h 376877"/>
                  <a:gd name="csX33" fmla="*/ 489323 w 1677189"/>
                  <a:gd name="csY33" fmla="*/ 376877 h 376877"/>
                  <a:gd name="csX34" fmla="*/ 566236 w 1677189"/>
                  <a:gd name="csY34" fmla="*/ 368331 h 376877"/>
                  <a:gd name="csX35" fmla="*/ 660239 w 1677189"/>
                  <a:gd name="csY35" fmla="*/ 359785 h 376877"/>
                  <a:gd name="csX36" fmla="*/ 711514 w 1677189"/>
                  <a:gd name="csY36" fmla="*/ 342694 h 376877"/>
                  <a:gd name="csX37" fmla="*/ 779880 w 1677189"/>
                  <a:gd name="csY37" fmla="*/ 299965 h 376877"/>
                  <a:gd name="csX38" fmla="*/ 967888 w 1677189"/>
                  <a:gd name="csY38" fmla="*/ 308511 h 376877"/>
                  <a:gd name="csX39" fmla="*/ 1027709 w 1677189"/>
                  <a:gd name="csY39" fmla="*/ 325602 h 376877"/>
                  <a:gd name="csX40" fmla="*/ 1061892 w 1677189"/>
                  <a:gd name="csY40" fmla="*/ 342694 h 376877"/>
                  <a:gd name="csX41" fmla="*/ 1138804 w 1677189"/>
                  <a:gd name="csY41" fmla="*/ 368331 h 376877"/>
                  <a:gd name="csX42" fmla="*/ 1284082 w 1677189"/>
                  <a:gd name="csY42" fmla="*/ 351240 h 376877"/>
                  <a:gd name="csX43" fmla="*/ 1318266 w 1677189"/>
                  <a:gd name="csY43" fmla="*/ 334148 h 376877"/>
                  <a:gd name="csX44" fmla="*/ 1369540 w 1677189"/>
                  <a:gd name="csY44" fmla="*/ 299965 h 376877"/>
                  <a:gd name="csX45" fmla="*/ 1557548 w 1677189"/>
                  <a:gd name="csY45" fmla="*/ 299965 h 376877"/>
                  <a:gd name="csX46" fmla="*/ 1625914 w 1677189"/>
                  <a:gd name="csY46" fmla="*/ 282873 h 376877"/>
                  <a:gd name="csX47" fmla="*/ 1677189 w 1677189"/>
                  <a:gd name="csY47" fmla="*/ 265782 h 376877"/>
                  <a:gd name="csX48" fmla="*/ 1651552 w 1677189"/>
                  <a:gd name="csY48" fmla="*/ 257236 h 376877"/>
                  <a:gd name="csX49" fmla="*/ 1625914 w 1677189"/>
                  <a:gd name="csY49" fmla="*/ 265782 h 376877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49" fmla="*/ 1625914 w 1682586"/>
                  <a:gd name="csY49" fmla="*/ 265829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779880 w 1701252"/>
                  <a:gd name="csY37" fmla="*/ 300012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79919 w 1701252"/>
                  <a:gd name="csY38" fmla="*/ 340642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</a:cxnLst>
                <a:rect l="l" t="t" r="r" b="b"/>
                <a:pathLst>
                  <a:path w="1701252" h="376924">
                    <a:moveTo>
                      <a:pt x="1682586" y="47649"/>
                    </a:moveTo>
                    <a:cubicBezTo>
                      <a:pt x="1668343" y="50498"/>
                      <a:pt x="1639519" y="2140"/>
                      <a:pt x="1571678" y="47"/>
                    </a:cubicBezTo>
                    <a:cubicBezTo>
                      <a:pt x="1503837" y="-2046"/>
                      <a:pt x="1396512" y="65337"/>
                      <a:pt x="1275537" y="35092"/>
                    </a:cubicBezTo>
                    <a:cubicBezTo>
                      <a:pt x="1266991" y="29395"/>
                      <a:pt x="1259086" y="22594"/>
                      <a:pt x="1249899" y="18001"/>
                    </a:cubicBezTo>
                    <a:cubicBezTo>
                      <a:pt x="1232379" y="9241"/>
                      <a:pt x="1197788" y="4160"/>
                      <a:pt x="1181533" y="909"/>
                    </a:cubicBezTo>
                    <a:cubicBezTo>
                      <a:pt x="1164441" y="3758"/>
                      <a:pt x="1146092" y="2418"/>
                      <a:pt x="1130258" y="9455"/>
                    </a:cubicBezTo>
                    <a:cubicBezTo>
                      <a:pt x="1119214" y="14363"/>
                      <a:pt x="1113905" y="27355"/>
                      <a:pt x="1104621" y="35092"/>
                    </a:cubicBezTo>
                    <a:cubicBezTo>
                      <a:pt x="1096731" y="41667"/>
                      <a:pt x="1087529" y="46487"/>
                      <a:pt x="1078983" y="52184"/>
                    </a:cubicBezTo>
                    <a:cubicBezTo>
                      <a:pt x="1016314" y="49335"/>
                      <a:pt x="953525" y="48450"/>
                      <a:pt x="890976" y="43638"/>
                    </a:cubicBezTo>
                    <a:cubicBezTo>
                      <a:pt x="877027" y="42565"/>
                      <a:pt x="845713" y="31399"/>
                      <a:pt x="831155" y="26546"/>
                    </a:cubicBezTo>
                    <a:cubicBezTo>
                      <a:pt x="740000" y="29395"/>
                      <a:pt x="648265" y="24436"/>
                      <a:pt x="557690" y="35092"/>
                    </a:cubicBezTo>
                    <a:cubicBezTo>
                      <a:pt x="547489" y="36292"/>
                      <a:pt x="547861" y="53467"/>
                      <a:pt x="540598" y="60730"/>
                    </a:cubicBezTo>
                    <a:cubicBezTo>
                      <a:pt x="533336" y="67992"/>
                      <a:pt x="523507" y="72124"/>
                      <a:pt x="514961" y="77821"/>
                    </a:cubicBezTo>
                    <a:cubicBezTo>
                      <a:pt x="508529" y="76749"/>
                      <a:pt x="442248" y="67102"/>
                      <a:pt x="429503" y="60730"/>
                    </a:cubicBezTo>
                    <a:cubicBezTo>
                      <a:pt x="411130" y="51543"/>
                      <a:pt x="395320" y="37941"/>
                      <a:pt x="378228" y="26546"/>
                    </a:cubicBezTo>
                    <a:lnTo>
                      <a:pt x="352591" y="9455"/>
                    </a:lnTo>
                    <a:cubicBezTo>
                      <a:pt x="266348" y="20235"/>
                      <a:pt x="306011" y="10739"/>
                      <a:pt x="232950" y="35092"/>
                    </a:cubicBezTo>
                    <a:lnTo>
                      <a:pt x="207312" y="43638"/>
                    </a:lnTo>
                    <a:cubicBezTo>
                      <a:pt x="173129" y="40789"/>
                      <a:pt x="138764" y="39626"/>
                      <a:pt x="104763" y="35092"/>
                    </a:cubicBezTo>
                    <a:cubicBezTo>
                      <a:pt x="95834" y="33901"/>
                      <a:pt x="87787" y="29021"/>
                      <a:pt x="79125" y="26546"/>
                    </a:cubicBezTo>
                    <a:cubicBezTo>
                      <a:pt x="67832" y="23320"/>
                      <a:pt x="56336" y="20849"/>
                      <a:pt x="44942" y="18001"/>
                    </a:cubicBezTo>
                    <a:cubicBezTo>
                      <a:pt x="36396" y="23698"/>
                      <a:pt x="23119" y="25556"/>
                      <a:pt x="19305" y="35092"/>
                    </a:cubicBezTo>
                    <a:cubicBezTo>
                      <a:pt x="15960" y="43456"/>
                      <a:pt x="29507" y="33843"/>
                      <a:pt x="27851" y="60730"/>
                    </a:cubicBezTo>
                    <a:cubicBezTo>
                      <a:pt x="26196" y="87617"/>
                      <a:pt x="-19090" y="68340"/>
                      <a:pt x="9372" y="196414"/>
                    </a:cubicBezTo>
                    <a:cubicBezTo>
                      <a:pt x="11326" y="205207"/>
                      <a:pt x="44711" y="201560"/>
                      <a:pt x="62034" y="206008"/>
                    </a:cubicBezTo>
                    <a:cubicBezTo>
                      <a:pt x="79357" y="210456"/>
                      <a:pt x="96217" y="217403"/>
                      <a:pt x="113309" y="223100"/>
                    </a:cubicBezTo>
                    <a:lnTo>
                      <a:pt x="164583" y="240191"/>
                    </a:lnTo>
                    <a:cubicBezTo>
                      <a:pt x="173129" y="243040"/>
                      <a:pt x="181335" y="247256"/>
                      <a:pt x="190221" y="248737"/>
                    </a:cubicBezTo>
                    <a:lnTo>
                      <a:pt x="241495" y="257283"/>
                    </a:lnTo>
                    <a:cubicBezTo>
                      <a:pt x="255786" y="259881"/>
                      <a:pt x="270211" y="262007"/>
                      <a:pt x="284224" y="265829"/>
                    </a:cubicBezTo>
                    <a:cubicBezTo>
                      <a:pt x="301605" y="270569"/>
                      <a:pt x="335499" y="282920"/>
                      <a:pt x="335499" y="282920"/>
                    </a:cubicBezTo>
                    <a:cubicBezTo>
                      <a:pt x="352591" y="294315"/>
                      <a:pt x="370734" y="304272"/>
                      <a:pt x="386774" y="317104"/>
                    </a:cubicBezTo>
                    <a:cubicBezTo>
                      <a:pt x="401017" y="328498"/>
                      <a:pt x="414326" y="341169"/>
                      <a:pt x="429503" y="351287"/>
                    </a:cubicBezTo>
                    <a:cubicBezTo>
                      <a:pt x="450621" y="365365"/>
                      <a:pt x="466536" y="369328"/>
                      <a:pt x="489323" y="376924"/>
                    </a:cubicBezTo>
                    <a:lnTo>
                      <a:pt x="566236" y="368378"/>
                    </a:lnTo>
                    <a:cubicBezTo>
                      <a:pt x="597543" y="365247"/>
                      <a:pt x="629254" y="365300"/>
                      <a:pt x="660239" y="359832"/>
                    </a:cubicBezTo>
                    <a:cubicBezTo>
                      <a:pt x="677981" y="356701"/>
                      <a:pt x="684890" y="346027"/>
                      <a:pt x="711514" y="342741"/>
                    </a:cubicBezTo>
                    <a:cubicBezTo>
                      <a:pt x="738138" y="339455"/>
                      <a:pt x="780528" y="366423"/>
                      <a:pt x="819985" y="340117"/>
                    </a:cubicBezTo>
                    <a:cubicBezTo>
                      <a:pt x="882654" y="342966"/>
                      <a:pt x="945298" y="343053"/>
                      <a:pt x="979919" y="340642"/>
                    </a:cubicBezTo>
                    <a:cubicBezTo>
                      <a:pt x="1014540" y="338231"/>
                      <a:pt x="1014047" y="325299"/>
                      <a:pt x="1027709" y="325649"/>
                    </a:cubicBezTo>
                    <a:cubicBezTo>
                      <a:pt x="1041371" y="325999"/>
                      <a:pt x="1050251" y="337567"/>
                      <a:pt x="1061892" y="342741"/>
                    </a:cubicBezTo>
                    <a:cubicBezTo>
                      <a:pt x="1103263" y="361128"/>
                      <a:pt x="1099128" y="358459"/>
                      <a:pt x="1138804" y="368378"/>
                    </a:cubicBezTo>
                    <a:cubicBezTo>
                      <a:pt x="1168482" y="366095"/>
                      <a:pt x="1243316" y="366574"/>
                      <a:pt x="1284082" y="351287"/>
                    </a:cubicBezTo>
                    <a:cubicBezTo>
                      <a:pt x="1296011" y="346814"/>
                      <a:pt x="1307342" y="340750"/>
                      <a:pt x="1318266" y="334195"/>
                    </a:cubicBezTo>
                    <a:cubicBezTo>
                      <a:pt x="1335880" y="323627"/>
                      <a:pt x="1369540" y="300012"/>
                      <a:pt x="1369540" y="300012"/>
                    </a:cubicBezTo>
                    <a:cubicBezTo>
                      <a:pt x="1479892" y="306909"/>
                      <a:pt x="1477799" y="317101"/>
                      <a:pt x="1557548" y="300012"/>
                    </a:cubicBezTo>
                    <a:cubicBezTo>
                      <a:pt x="1580517" y="295090"/>
                      <a:pt x="1603629" y="290348"/>
                      <a:pt x="1625914" y="282920"/>
                    </a:cubicBezTo>
                    <a:lnTo>
                      <a:pt x="1701252" y="249787"/>
                    </a:lnTo>
                  </a:path>
                </a:pathLst>
              </a:custGeom>
              <a:solidFill>
                <a:schemeClr val="accent6">
                  <a:lumMod val="75000"/>
                  <a:alpha val="6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4BDBC41E-67DC-B8F8-4064-E9ED9BC250A6}"/>
                  </a:ext>
                </a:extLst>
              </p:cNvPr>
              <p:cNvSpPr/>
              <p:nvPr/>
            </p:nvSpPr>
            <p:spPr>
              <a:xfrm>
                <a:off x="2269671" y="3396343"/>
                <a:ext cx="1453243" cy="1975757"/>
              </a:xfrm>
              <a:custGeom>
                <a:avLst/>
                <a:gdLst>
                  <a:gd name="csX0" fmla="*/ 212272 w 1453243"/>
                  <a:gd name="csY0" fmla="*/ 1975757 h 1975757"/>
                  <a:gd name="csX1" fmla="*/ 1453243 w 1453243"/>
                  <a:gd name="csY1" fmla="*/ 0 h 1975757"/>
                  <a:gd name="csX2" fmla="*/ 1143000 w 1453243"/>
                  <a:gd name="csY2" fmla="*/ 32657 h 1975757"/>
                  <a:gd name="csX3" fmla="*/ 0 w 1453243"/>
                  <a:gd name="csY3" fmla="*/ 1796143 h 1975757"/>
                  <a:gd name="csX4" fmla="*/ 212272 w 1453243"/>
                  <a:gd name="csY4" fmla="*/ 1975757 h 1975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3243" h="1975757">
                    <a:moveTo>
                      <a:pt x="212272" y="1975757"/>
                    </a:moveTo>
                    <a:lnTo>
                      <a:pt x="1453243" y="0"/>
                    </a:lnTo>
                    <a:lnTo>
                      <a:pt x="1143000" y="32657"/>
                    </a:lnTo>
                    <a:lnTo>
                      <a:pt x="0" y="1796143"/>
                    </a:lnTo>
                    <a:lnTo>
                      <a:pt x="212272" y="1975757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04C3610C-5107-56AB-CB40-C550CB6C4515}"/>
                  </a:ext>
                </a:extLst>
              </p:cNvPr>
              <p:cNvSpPr/>
              <p:nvPr/>
            </p:nvSpPr>
            <p:spPr>
              <a:xfrm flipH="1">
                <a:off x="539440" y="5180542"/>
                <a:ext cx="1265640" cy="48708"/>
              </a:xfrm>
              <a:custGeom>
                <a:avLst/>
                <a:gdLst>
                  <a:gd name="csX0" fmla="*/ 0 w 1213503"/>
                  <a:gd name="csY0" fmla="*/ 0 h 188007"/>
                  <a:gd name="csX1" fmla="*/ 316194 w 1213503"/>
                  <a:gd name="csY1" fmla="*/ 188007 h 188007"/>
                  <a:gd name="csX2" fmla="*/ 931492 w 1213503"/>
                  <a:gd name="csY2" fmla="*/ 128187 h 188007"/>
                  <a:gd name="csX3" fmla="*/ 1213503 w 1213503"/>
                  <a:gd name="csY3" fmla="*/ 145278 h 188007"/>
                  <a:gd name="csX0" fmla="*/ 0 w 1213503"/>
                  <a:gd name="csY0" fmla="*/ 0 h 191862"/>
                  <a:gd name="csX1" fmla="*/ 316194 w 1213503"/>
                  <a:gd name="csY1" fmla="*/ 188007 h 191862"/>
                  <a:gd name="csX2" fmla="*/ 931492 w 1213503"/>
                  <a:gd name="csY2" fmla="*/ 128187 h 191862"/>
                  <a:gd name="csX3" fmla="*/ 1213503 w 1213503"/>
                  <a:gd name="csY3" fmla="*/ 145278 h 191862"/>
                  <a:gd name="csX0" fmla="*/ 0 w 1213503"/>
                  <a:gd name="csY0" fmla="*/ 0 h 191395"/>
                  <a:gd name="csX1" fmla="*/ 316194 w 1213503"/>
                  <a:gd name="csY1" fmla="*/ 188007 h 191395"/>
                  <a:gd name="csX2" fmla="*/ 931492 w 1213503"/>
                  <a:gd name="csY2" fmla="*/ 128187 h 191395"/>
                  <a:gd name="csX3" fmla="*/ 1213503 w 1213503"/>
                  <a:gd name="csY3" fmla="*/ 145278 h 191395"/>
                  <a:gd name="csX0" fmla="*/ 0 w 1265640"/>
                  <a:gd name="csY0" fmla="*/ 48673 h 82132"/>
                  <a:gd name="csX1" fmla="*/ 368331 w 1265640"/>
                  <a:gd name="csY1" fmla="*/ 60217 h 82132"/>
                  <a:gd name="csX2" fmla="*/ 983629 w 1265640"/>
                  <a:gd name="csY2" fmla="*/ 397 h 82132"/>
                  <a:gd name="csX3" fmla="*/ 1265640 w 1265640"/>
                  <a:gd name="csY3" fmla="*/ 17488 h 82132"/>
                  <a:gd name="csX0" fmla="*/ 0 w 1265640"/>
                  <a:gd name="csY0" fmla="*/ 48673 h 61275"/>
                  <a:gd name="csX1" fmla="*/ 368331 w 1265640"/>
                  <a:gd name="csY1" fmla="*/ 60217 h 61275"/>
                  <a:gd name="csX2" fmla="*/ 983629 w 1265640"/>
                  <a:gd name="csY2" fmla="*/ 397 h 61275"/>
                  <a:gd name="csX3" fmla="*/ 1265640 w 1265640"/>
                  <a:gd name="csY3" fmla="*/ 17488 h 61275"/>
                  <a:gd name="csX0" fmla="*/ 0 w 1265640"/>
                  <a:gd name="csY0" fmla="*/ 48708 h 48708"/>
                  <a:gd name="csX1" fmla="*/ 608962 w 1265640"/>
                  <a:gd name="csY1" fmla="*/ 36188 h 48708"/>
                  <a:gd name="csX2" fmla="*/ 983629 w 1265640"/>
                  <a:gd name="csY2" fmla="*/ 432 h 48708"/>
                  <a:gd name="csX3" fmla="*/ 1265640 w 1265640"/>
                  <a:gd name="csY3" fmla="*/ 17523 h 487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65640" h="48708">
                    <a:moveTo>
                      <a:pt x="0" y="48708"/>
                    </a:moveTo>
                    <a:cubicBezTo>
                      <a:pt x="173577" y="27156"/>
                      <a:pt x="445024" y="44234"/>
                      <a:pt x="608962" y="36188"/>
                    </a:cubicBezTo>
                    <a:cubicBezTo>
                      <a:pt x="772900" y="28142"/>
                      <a:pt x="874183" y="3543"/>
                      <a:pt x="983629" y="432"/>
                    </a:cubicBezTo>
                    <a:cubicBezTo>
                      <a:pt x="1093075" y="-2679"/>
                      <a:pt x="1171636" y="11826"/>
                      <a:pt x="1265640" y="17523"/>
                    </a:cubicBezTo>
                  </a:path>
                </a:pathLst>
              </a:custGeom>
              <a:noFill/>
              <a:ln w="31750">
                <a:tailEnd type="stealth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9" name="Right Arrow 58">
              <a:extLst>
                <a:ext uri="{FF2B5EF4-FFF2-40B4-BE49-F238E27FC236}">
                  <a16:creationId xmlns:a16="http://schemas.microsoft.com/office/drawing/2014/main" id="{8C4546B1-5F92-E6E1-B628-FEA2BED12C16}"/>
                </a:ext>
              </a:extLst>
            </p:cNvPr>
            <p:cNvSpPr/>
            <p:nvPr/>
          </p:nvSpPr>
          <p:spPr>
            <a:xfrm>
              <a:off x="7092350" y="5524665"/>
              <a:ext cx="648090" cy="35267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ED2DA45D-E7E6-6389-2D04-D89D33A264D7}"/>
                </a:ext>
              </a:extLst>
            </p:cNvPr>
            <p:cNvSpPr/>
            <p:nvPr/>
          </p:nvSpPr>
          <p:spPr>
            <a:xfrm>
              <a:off x="4427980" y="0"/>
              <a:ext cx="234688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074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5328</TotalTime>
  <Words>202</Words>
  <Application>Microsoft Macintosh PowerPoint</Application>
  <PresentationFormat>On-screen Show (4:3)</PresentationFormat>
  <Paragraphs>82</Paragraphs>
  <Slides>24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21</cp:revision>
  <dcterms:created xsi:type="dcterms:W3CDTF">2026-04-18T15:34:43Z</dcterms:created>
  <dcterms:modified xsi:type="dcterms:W3CDTF">2026-07-15T17:51:32Z</dcterms:modified>
</cp:coreProperties>
</file>