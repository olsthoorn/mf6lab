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6" r:id="rId11"/>
    <p:sldId id="267" r:id="rId12"/>
    <p:sldId id="269" r:id="rId13"/>
    <p:sldId id="268" r:id="rId14"/>
    <p:sldId id="265" r:id="rId15"/>
    <p:sldId id="270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AFFF5"/>
    <a:srgbClr val="FFFF51"/>
    <a:srgbClr val="D18228"/>
    <a:srgbClr val="982F0B"/>
    <a:srgbClr val="941100"/>
    <a:srgbClr val="FFFF50"/>
    <a:srgbClr val="29FFD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008"/>
    <p:restoredTop sz="94674"/>
  </p:normalViewPr>
  <p:slideViewPr>
    <p:cSldViewPr snapToGrid="0" showGuides="1">
      <p:cViewPr>
        <p:scale>
          <a:sx n="77" d="100"/>
          <a:sy n="77" d="100"/>
        </p:scale>
        <p:origin x="2088" y="183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88E2FE-21FC-6D40-83CF-D5B3B52CADA7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FF6948-008A-8C42-9496-ED1ACA90CE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059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83011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242A95-B408-9E2D-C774-8B25EA8127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3EE172B-2953-AE92-9BE5-EC79A229870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3A55B8-97AB-D575-472C-4C0E9AAE0F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3590CB-A363-031E-D367-7A1C062CF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9454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A9D988-02FC-C60A-DD09-9ABD40CDC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B1C85ED-1BBD-6E33-1A2C-348E60023A8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50B601-75EC-ADDA-2FC5-D24BA10388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526285-D60C-E486-E031-8AA7EF7B1F9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032550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66146-9CC3-FD1F-D053-674626A89D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C47AB55-1A03-088B-1F51-4774E40BCA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E3304B-D4A4-DD71-5266-9654A8D881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96064F6-1D08-EEDB-89FB-5EE2811EA0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11278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6593E-F302-30A3-833D-B67803FEBD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9202D6-4D02-064B-89C8-905BE7B823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969B18-9FDC-694D-DBD6-9696968C29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208747-1B1F-4134-45A9-2F0C59EC68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24534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3481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2404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A2AFF-9C84-4369-3E08-C3021ECA7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2ABAA38-B859-6072-62A0-A09FE915B0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2D252DF-C4BF-8C58-140D-DF24AECB68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405897E-65DA-C40A-C436-6C3AA3269B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FF6948-008A-8C42-9496-ED1ACA90CE0D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7321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5008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73048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817069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0913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10674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1431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0941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72369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65985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948594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80867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AF225C-868F-9540-9455-9F5B5C0F2A40}" type="datetimeFigureOut">
              <a:rPr lang="en-US" smtClean="0"/>
              <a:t>6/17/26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BE35D18-E74E-B348-A6F0-71E75C46C4D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515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7" Type="http://schemas.openxmlformats.org/officeDocument/2006/relationships/image" Target="../media/image6.emf"/><Relationship Id="rId2" Type="http://schemas.openxmlformats.org/officeDocument/2006/relationships/image" Target="../media/image1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5" Type="http://schemas.openxmlformats.org/officeDocument/2006/relationships/image" Target="../media/image4.emf"/><Relationship Id="rId4" Type="http://schemas.openxmlformats.org/officeDocument/2006/relationships/image" Target="../media/image3.emf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6.emf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emf"/><Relationship Id="rId13" Type="http://schemas.openxmlformats.org/officeDocument/2006/relationships/image" Target="../media/image12.emf"/><Relationship Id="rId18" Type="http://schemas.openxmlformats.org/officeDocument/2006/relationships/image" Target="../media/image18.emf"/><Relationship Id="rId3" Type="http://schemas.openxmlformats.org/officeDocument/2006/relationships/image" Target="../media/image1.emf"/><Relationship Id="rId7" Type="http://schemas.openxmlformats.org/officeDocument/2006/relationships/image" Target="../media/image6.emf"/><Relationship Id="rId12" Type="http://schemas.openxmlformats.org/officeDocument/2006/relationships/image" Target="../media/image11.emf"/><Relationship Id="rId17" Type="http://schemas.openxmlformats.org/officeDocument/2006/relationships/image" Target="../media/image17.emf"/><Relationship Id="rId2" Type="http://schemas.openxmlformats.org/officeDocument/2006/relationships/notesSlide" Target="../notesSlides/notesSlide2.xml"/><Relationship Id="rId16" Type="http://schemas.openxmlformats.org/officeDocument/2006/relationships/image" Target="../media/image15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emf"/><Relationship Id="rId11" Type="http://schemas.openxmlformats.org/officeDocument/2006/relationships/image" Target="../media/image10.emf"/><Relationship Id="rId5" Type="http://schemas.openxmlformats.org/officeDocument/2006/relationships/image" Target="../media/image4.emf"/><Relationship Id="rId15" Type="http://schemas.openxmlformats.org/officeDocument/2006/relationships/image" Target="../media/image14.emf"/><Relationship Id="rId10" Type="http://schemas.openxmlformats.org/officeDocument/2006/relationships/image" Target="../media/image9.emf"/><Relationship Id="rId19" Type="http://schemas.openxmlformats.org/officeDocument/2006/relationships/image" Target="../media/image19.emf"/><Relationship Id="rId4" Type="http://schemas.openxmlformats.org/officeDocument/2006/relationships/image" Target="../media/image2.emf"/><Relationship Id="rId9" Type="http://schemas.openxmlformats.org/officeDocument/2006/relationships/image" Target="../media/image8.emf"/><Relationship Id="rId14" Type="http://schemas.openxmlformats.org/officeDocument/2006/relationships/image" Target="../media/image13.emf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17" Type="http://schemas.openxmlformats.org/officeDocument/2006/relationships/image" Target="../media/image15.emf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22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5" Type="http://schemas.openxmlformats.org/officeDocument/2006/relationships/image" Target="../media/image21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emf"/><Relationship Id="rId13" Type="http://schemas.openxmlformats.org/officeDocument/2006/relationships/image" Target="../media/image14.emf"/><Relationship Id="rId3" Type="http://schemas.openxmlformats.org/officeDocument/2006/relationships/image" Target="../media/image1.emf"/><Relationship Id="rId7" Type="http://schemas.openxmlformats.org/officeDocument/2006/relationships/image" Target="../media/image8.emf"/><Relationship Id="rId12" Type="http://schemas.openxmlformats.org/officeDocument/2006/relationships/image" Target="../media/image13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emf"/><Relationship Id="rId11" Type="http://schemas.openxmlformats.org/officeDocument/2006/relationships/image" Target="../media/image12.emf"/><Relationship Id="rId5" Type="http://schemas.openxmlformats.org/officeDocument/2006/relationships/image" Target="../media/image5.emf"/><Relationship Id="rId10" Type="http://schemas.openxmlformats.org/officeDocument/2006/relationships/image" Target="../media/image11.emf"/><Relationship Id="rId4" Type="http://schemas.openxmlformats.org/officeDocument/2006/relationships/image" Target="../media/image2.emf"/><Relationship Id="rId9" Type="http://schemas.openxmlformats.org/officeDocument/2006/relationships/image" Target="../media/image10.emf"/><Relationship Id="rId14" Type="http://schemas.openxmlformats.org/officeDocument/2006/relationships/image" Target="../media/image20.emf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emf"/><Relationship Id="rId3" Type="http://schemas.openxmlformats.org/officeDocument/2006/relationships/image" Target="../media/image24.emf"/><Relationship Id="rId7" Type="http://schemas.openxmlformats.org/officeDocument/2006/relationships/image" Target="../media/image28.emf"/><Relationship Id="rId12" Type="http://schemas.openxmlformats.org/officeDocument/2006/relationships/image" Target="../media/image33.emf"/><Relationship Id="rId2" Type="http://schemas.openxmlformats.org/officeDocument/2006/relationships/image" Target="../media/image23.em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emf"/><Relationship Id="rId11" Type="http://schemas.openxmlformats.org/officeDocument/2006/relationships/image" Target="../media/image32.emf"/><Relationship Id="rId5" Type="http://schemas.openxmlformats.org/officeDocument/2006/relationships/image" Target="../media/image26.emf"/><Relationship Id="rId10" Type="http://schemas.openxmlformats.org/officeDocument/2006/relationships/image" Target="../media/image31.emf"/><Relationship Id="rId4" Type="http://schemas.openxmlformats.org/officeDocument/2006/relationships/image" Target="../media/image25.emf"/><Relationship Id="rId9" Type="http://schemas.openxmlformats.org/officeDocument/2006/relationships/image" Target="../media/image30.emf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5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F2DD0B-70A4-C362-43EB-981C42C326D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Plaatjes</a:t>
            </a:r>
            <a:r>
              <a:rPr lang="en-US" dirty="0"/>
              <a:t> RWS-ARK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DF9D8D2-FCE7-44FB-90CC-9492EEDEB64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 err="1"/>
              <a:t>T.N.Olsthoorn</a:t>
            </a:r>
            <a:endParaRPr lang="en-US" dirty="0"/>
          </a:p>
          <a:p>
            <a:r>
              <a:rPr lang="en-US" dirty="0"/>
              <a:t>18 </a:t>
            </a:r>
            <a:r>
              <a:rPr lang="en-US" dirty="0" err="1"/>
              <a:t>april</a:t>
            </a:r>
            <a:r>
              <a:rPr lang="en-US" dirty="0"/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20178035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7" name="Group 56">
            <a:extLst>
              <a:ext uri="{FF2B5EF4-FFF2-40B4-BE49-F238E27FC236}">
                <a16:creationId xmlns:a16="http://schemas.microsoft.com/office/drawing/2014/main" id="{6C42FC8C-2B6D-A92F-B7D0-0C151622E85E}"/>
              </a:ext>
            </a:extLst>
          </p:cNvPr>
          <p:cNvGrpSpPr/>
          <p:nvPr/>
        </p:nvGrpSpPr>
        <p:grpSpPr>
          <a:xfrm>
            <a:off x="-3" y="1056904"/>
            <a:ext cx="9189710" cy="5801096"/>
            <a:chOff x="-3" y="1056904"/>
            <a:chExt cx="9189710" cy="5801096"/>
          </a:xfrm>
        </p:grpSpPr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F2E8484C-5D85-FE69-AC94-B65B646C4856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491580"/>
              <a:ext cx="9189707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7ECAAF2A-A366-045C-8A35-210C4BB27ACA}"/>
                </a:ext>
              </a:extLst>
            </p:cNvPr>
            <p:cNvSpPr/>
            <p:nvPr/>
          </p:nvSpPr>
          <p:spPr>
            <a:xfrm>
              <a:off x="-3" y="1491580"/>
              <a:ext cx="9143991" cy="452540"/>
            </a:xfrm>
            <a:prstGeom prst="rect">
              <a:avLst/>
            </a:prstGeom>
            <a:solidFill>
              <a:srgbClr val="92D05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658D7BB-8598-F5BD-67B0-161B74B9C857}"/>
                </a:ext>
              </a:extLst>
            </p:cNvPr>
            <p:cNvSpPr/>
            <p:nvPr/>
          </p:nvSpPr>
          <p:spPr>
            <a:xfrm>
              <a:off x="-1" y="1959428"/>
              <a:ext cx="9143991" cy="1469572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3B7AA63-2AE6-B15C-A300-2338A21C0EEB}"/>
                </a:ext>
              </a:extLst>
            </p:cNvPr>
            <p:cNvSpPr/>
            <p:nvPr/>
          </p:nvSpPr>
          <p:spPr>
            <a:xfrm>
              <a:off x="-2" y="3429000"/>
              <a:ext cx="9143991" cy="3429000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C5ABB1F9-0985-F545-E848-FD192165EDF2}"/>
                </a:ext>
              </a:extLst>
            </p:cNvPr>
            <p:cNvSpPr/>
            <p:nvPr/>
          </p:nvSpPr>
          <p:spPr>
            <a:xfrm flipH="1">
              <a:off x="2543102" y="1056904"/>
              <a:ext cx="45719" cy="5801096"/>
            </a:xfrm>
            <a:custGeom>
              <a:avLst/>
              <a:gdLst>
                <a:gd name="csX0" fmla="*/ 0 w 0"/>
                <a:gd name="csY0" fmla="*/ 0 h 4845132"/>
                <a:gd name="csX1" fmla="*/ 0 w 0"/>
                <a:gd name="csY1" fmla="*/ 4845132 h 484513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h="4845132">
                  <a:moveTo>
                    <a:pt x="0" y="0"/>
                  </a:moveTo>
                  <a:lnTo>
                    <a:pt x="0" y="4845132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8EDF2126-0DAE-B5B7-E5C2-869BB0ECAF8A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1" y="1959429"/>
              <a:ext cx="1745673" cy="1469571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8B96F4DA-E191-4BCB-9594-84AA7D5DD89D}"/>
                </a:ext>
              </a:extLst>
            </p:cNvPr>
            <p:cNvCxnSpPr>
              <a:cxnSpLocks/>
            </p:cNvCxnSpPr>
            <p:nvPr/>
          </p:nvCxnSpPr>
          <p:spPr>
            <a:xfrm>
              <a:off x="4334494" y="3429000"/>
              <a:ext cx="1656602" cy="342900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5E4E53F4-C8D2-A466-A651-4BF3922B3F66}"/>
                </a:ext>
              </a:extLst>
            </p:cNvPr>
            <p:cNvCxnSpPr>
              <a:cxnSpLocks/>
            </p:cNvCxnSpPr>
            <p:nvPr/>
          </p:nvCxnSpPr>
          <p:spPr>
            <a:xfrm>
              <a:off x="2743200" y="1959429"/>
              <a:ext cx="1282535" cy="152004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686BF3C3-E7CB-BD3D-F6A7-0B66FFA0CDBC}"/>
                </a:ext>
              </a:extLst>
            </p:cNvPr>
            <p:cNvCxnSpPr>
              <a:cxnSpLocks/>
            </p:cNvCxnSpPr>
            <p:nvPr/>
          </p:nvCxnSpPr>
          <p:spPr>
            <a:xfrm>
              <a:off x="0" y="1959429"/>
              <a:ext cx="9144000" cy="0"/>
            </a:xfrm>
            <a:prstGeom prst="line">
              <a:avLst/>
            </a:prstGeom>
            <a:ln w="1270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5D9F62F6-6B25-2DCE-3659-92F60004DB88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1531917"/>
              <a:ext cx="154380" cy="427512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7054DE1C-B3F6-8F1A-2C40-AE1023FE664E}"/>
                </a:ext>
              </a:extLst>
            </p:cNvPr>
            <p:cNvCxnSpPr>
              <a:cxnSpLocks/>
            </p:cNvCxnSpPr>
            <p:nvPr/>
          </p:nvCxnSpPr>
          <p:spPr>
            <a:xfrm>
              <a:off x="4025735" y="3476501"/>
              <a:ext cx="3598223" cy="3381499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A504470D-CA2A-597F-7658-47F72775BC37}"/>
                </a:ext>
              </a:extLst>
            </p:cNvPr>
            <p:cNvSpPr/>
            <p:nvPr/>
          </p:nvSpPr>
          <p:spPr>
            <a:xfrm>
              <a:off x="1805049" y="1469572"/>
              <a:ext cx="213756" cy="77485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6361DD72-5CE8-14BA-6C12-39D262BEF149}"/>
                </a:ext>
              </a:extLst>
            </p:cNvPr>
            <p:cNvSpPr/>
            <p:nvPr/>
          </p:nvSpPr>
          <p:spPr>
            <a:xfrm>
              <a:off x="1805039" y="1947553"/>
              <a:ext cx="213756" cy="433796"/>
            </a:xfrm>
            <a:prstGeom prst="rect">
              <a:avLst/>
            </a:prstGeom>
            <a:solidFill>
              <a:srgbClr val="00B0F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E4389718-4651-63DB-3505-2ABF609CAFEB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5544457"/>
              <a:ext cx="2781466" cy="0"/>
            </a:xfrm>
            <a:prstGeom prst="straightConnector1">
              <a:avLst/>
            </a:prstGeom>
            <a:ln w="34925"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D475873-C2A4-C8F7-7463-9ED857C7AD71}"/>
                </a:ext>
              </a:extLst>
            </p:cNvPr>
            <p:cNvCxnSpPr>
              <a:cxnSpLocks/>
            </p:cNvCxnSpPr>
            <p:nvPr/>
          </p:nvCxnSpPr>
          <p:spPr>
            <a:xfrm>
              <a:off x="2588820" y="6190343"/>
              <a:ext cx="4334494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6878E5B3-F996-82FB-E2DF-CE0F87E309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799115" y="5264149"/>
              <a:ext cx="355600" cy="190500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8C2A4E0C-829E-0838-CFDB-6D2419A07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37052" y="5917290"/>
              <a:ext cx="266700" cy="190500"/>
            </a:xfrm>
            <a:prstGeom prst="rect">
              <a:avLst/>
            </a:prstGeom>
          </p:spPr>
        </p:pic>
        <p:pic>
          <p:nvPicPr>
            <p:cNvPr id="45" name="Picture 44">
              <a:extLst>
                <a:ext uri="{FF2B5EF4-FFF2-40B4-BE49-F238E27FC236}">
                  <a16:creationId xmlns:a16="http://schemas.microsoft.com/office/drawing/2014/main" id="{50D8B373-A173-A721-7F9C-71824D455C1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105650" y="1570268"/>
              <a:ext cx="1638300" cy="292100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FF6935D7-3AB2-07F1-88AF-EF7C4CE18E7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002565" y="2034724"/>
              <a:ext cx="2857500" cy="292100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6F51721-9AA4-57B6-2551-A2EF36E5E65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8210549" y="3503385"/>
              <a:ext cx="647700" cy="228600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9B091C77-EB41-475F-A5EA-7B2BD00F48E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433779" y="3082471"/>
              <a:ext cx="3327400" cy="228600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49" name="Right Brace 48">
              <a:extLst>
                <a:ext uri="{FF2B5EF4-FFF2-40B4-BE49-F238E27FC236}">
                  <a16:creationId xmlns:a16="http://schemas.microsoft.com/office/drawing/2014/main" id="{B707ED5F-EF81-5677-9FB4-C2D9FE36E269}"/>
                </a:ext>
              </a:extLst>
            </p:cNvPr>
            <p:cNvSpPr/>
            <p:nvPr/>
          </p:nvSpPr>
          <p:spPr>
            <a:xfrm>
              <a:off x="4921085" y="2427279"/>
              <a:ext cx="376630" cy="1597136"/>
            </a:xfrm>
            <a:prstGeom prst="rightBrace">
              <a:avLst>
                <a:gd name="adj1" fmla="val 0"/>
                <a:gd name="adj2" fmla="val 50000"/>
              </a:avLst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06EDD563-67A4-B943-DB32-6DA156AE198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13118" y="2411968"/>
              <a:ext cx="1635776" cy="1531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D9446E39-6277-01A5-603A-A66B500743BB}"/>
                </a:ext>
              </a:extLst>
            </p:cNvPr>
            <p:cNvCxnSpPr>
              <a:cxnSpLocks/>
            </p:cNvCxnSpPr>
            <p:nvPr/>
          </p:nvCxnSpPr>
          <p:spPr>
            <a:xfrm>
              <a:off x="4603752" y="4030312"/>
              <a:ext cx="268514" cy="0"/>
            </a:xfrm>
            <a:prstGeom prst="line">
              <a:avLst/>
            </a:prstGeom>
            <a:ln w="1270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816505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533603-5314-77F8-CC63-907FB3E47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9" name="Group 88">
            <a:extLst>
              <a:ext uri="{FF2B5EF4-FFF2-40B4-BE49-F238E27FC236}">
                <a16:creationId xmlns:a16="http://schemas.microsoft.com/office/drawing/2014/main" id="{4266F492-56AF-F14B-033F-B85DE09543A4}"/>
              </a:ext>
            </a:extLst>
          </p:cNvPr>
          <p:cNvGrpSpPr/>
          <p:nvPr/>
        </p:nvGrpSpPr>
        <p:grpSpPr>
          <a:xfrm>
            <a:off x="-3" y="616688"/>
            <a:ext cx="7825564" cy="6294475"/>
            <a:chOff x="-3" y="616688"/>
            <a:chExt cx="7825564" cy="6294475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0033B05-02B6-6B44-6047-6FA6EECD9D41}"/>
                </a:ext>
              </a:extLst>
            </p:cNvPr>
            <p:cNvSpPr/>
            <p:nvPr/>
          </p:nvSpPr>
          <p:spPr>
            <a:xfrm>
              <a:off x="-2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6384A50E-A9E8-414A-8B3E-687BE1C537AE}"/>
                </a:ext>
              </a:extLst>
            </p:cNvPr>
            <p:cNvSpPr/>
            <p:nvPr/>
          </p:nvSpPr>
          <p:spPr>
            <a:xfrm>
              <a:off x="-3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2DF78836-2FC6-D2C1-829A-F6C1C2172768}"/>
                </a:ext>
              </a:extLst>
            </p:cNvPr>
            <p:cNvSpPr/>
            <p:nvPr/>
          </p:nvSpPr>
          <p:spPr>
            <a:xfrm>
              <a:off x="691117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A66B9F9-0944-A750-44BC-C293A2AC4011}"/>
                </a:ext>
              </a:extLst>
            </p:cNvPr>
            <p:cNvCxnSpPr>
              <a:cxnSpLocks/>
            </p:cNvCxnSpPr>
            <p:nvPr/>
          </p:nvCxnSpPr>
          <p:spPr>
            <a:xfrm>
              <a:off x="-1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D7DC5211-4FC9-0013-A044-6679B12B55E1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28005AA3-525E-68EB-1D7D-7547AE313408}"/>
                </a:ext>
              </a:extLst>
            </p:cNvPr>
            <p:cNvCxnSpPr>
              <a:cxnSpLocks/>
            </p:cNvCxnSpPr>
            <p:nvPr/>
          </p:nvCxnSpPr>
          <p:spPr>
            <a:xfrm>
              <a:off x="304773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353686B8-2A8F-7F38-68C4-247E261CAD4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30384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F62641DD-DD6E-65ED-E184-80F041C993B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641789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61972957-2BAA-4A59-ACB8-9FD7C03E582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503811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94F88415-D611-9F5D-6BF3-E1EC60085D6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192434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CB7F1690-5D56-6EA8-5EA0-D7F797C9DB3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207020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9E4D949D-389B-8F57-2303-799FD8E1CB32}"/>
                </a:ext>
              </a:extLst>
            </p:cNvPr>
            <p:cNvSpPr/>
            <p:nvPr/>
          </p:nvSpPr>
          <p:spPr>
            <a:xfrm>
              <a:off x="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69E39C2C-5373-9D24-D764-F3E5C734E5BE}"/>
                </a:ext>
              </a:extLst>
            </p:cNvPr>
            <p:cNvSpPr/>
            <p:nvPr/>
          </p:nvSpPr>
          <p:spPr>
            <a:xfrm>
              <a:off x="308999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D38FA731-65E9-836F-804D-0EA0147529E7}"/>
                </a:ext>
              </a:extLst>
            </p:cNvPr>
            <p:cNvSpPr/>
            <p:nvPr/>
          </p:nvSpPr>
          <p:spPr>
            <a:xfrm>
              <a:off x="261738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41FBD40-1B7C-8485-A701-8DE8B7D73EAA}"/>
                </a:ext>
              </a:extLst>
            </p:cNvPr>
            <p:cNvCxnSpPr>
              <a:cxnSpLocks/>
            </p:cNvCxnSpPr>
            <p:nvPr/>
          </p:nvCxnSpPr>
          <p:spPr>
            <a:xfrm>
              <a:off x="261738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7D812F49-E34E-C98D-0A76-50F1039BEB86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261738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7E21A70-2434-BDCB-C25A-041147D637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591578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6FCF569A-BE74-6E71-F2CB-704870881DA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718552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8FD35FA4-7C22-E8F3-4653-9353A317A1C6}"/>
                </a:ext>
              </a:extLst>
            </p:cNvPr>
            <p:cNvSpPr/>
            <p:nvPr/>
          </p:nvSpPr>
          <p:spPr>
            <a:xfrm>
              <a:off x="4873391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E9A9B9B3-65F4-8F48-F150-6157B27A537C}"/>
                </a:ext>
              </a:extLst>
            </p:cNvPr>
            <p:cNvSpPr/>
            <p:nvPr/>
          </p:nvSpPr>
          <p:spPr>
            <a:xfrm>
              <a:off x="296258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EC7C51C4-679C-2510-CF66-184473F1BBBC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2409787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4B70F7C-FF39-B5EE-478C-96EDA5CB98E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572209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ADA2D3CD-A678-DECE-1869-2D463F683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336388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A7AE3845-96C5-ABF3-7FA3-129CEE1D43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137584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AA971547-A42C-750D-9EE5-22BB4F43977F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453877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79EF422E-2792-DE25-3EEF-1874B428C983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74567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12611B9-C17C-C1C4-44E4-1778662FC0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051444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501CD41C-F66D-AEF2-910D-CF77961EA4E3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4774460" y="5541040"/>
              <a:ext cx="190500" cy="177800"/>
            </a:xfrm>
            <a:prstGeom prst="rect">
              <a:avLst/>
            </a:prstGeom>
          </p:spPr>
        </p:pic>
        <p:cxnSp>
          <p:nvCxnSpPr>
            <p:cNvPr id="84" name="Straight Arrow Connector 83">
              <a:extLst>
                <a:ext uri="{FF2B5EF4-FFF2-40B4-BE49-F238E27FC236}">
                  <a16:creationId xmlns:a16="http://schemas.microsoft.com/office/drawing/2014/main" id="{8EF47854-16F2-A426-C232-CD1A96BD1CDC}"/>
                </a:ext>
              </a:extLst>
            </p:cNvPr>
            <p:cNvCxnSpPr>
              <a:cxnSpLocks/>
            </p:cNvCxnSpPr>
            <p:nvPr/>
          </p:nvCxnSpPr>
          <p:spPr>
            <a:xfrm>
              <a:off x="244517" y="4016904"/>
              <a:ext cx="2083567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E5A0D6FA-B40D-9323-A426-F14AD910765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36208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AA622491-9BB8-7D95-9488-42AFD47C15B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2627838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26950C82-954B-E46B-36F1-60C59FA979C4}"/>
                </a:ext>
              </a:extLst>
            </p:cNvPr>
            <p:cNvSpPr/>
            <p:nvPr/>
          </p:nvSpPr>
          <p:spPr>
            <a:xfrm>
              <a:off x="691116" y="3136605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75" name="Picture 74">
              <a:extLst>
                <a:ext uri="{FF2B5EF4-FFF2-40B4-BE49-F238E27FC236}">
                  <a16:creationId xmlns:a16="http://schemas.microsoft.com/office/drawing/2014/main" id="{0A0E7FA0-FEB9-7848-F038-27210814EF57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1916965" y="4545866"/>
              <a:ext cx="2247900" cy="190500"/>
            </a:xfrm>
            <a:prstGeom prst="rect">
              <a:avLst/>
            </a:prstGeom>
            <a:solidFill>
              <a:schemeClr val="bg1"/>
            </a:solidFill>
          </p:spPr>
        </p:pic>
      </p:grpSp>
    </p:spTree>
    <p:extLst>
      <p:ext uri="{BB962C8B-B14F-4D97-AF65-F5344CB8AC3E}">
        <p14:creationId xmlns:p14="http://schemas.microsoft.com/office/powerpoint/2010/main" val="33092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D04416-F391-082E-5D82-5989AACCAC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oup 18">
            <a:extLst>
              <a:ext uri="{FF2B5EF4-FFF2-40B4-BE49-F238E27FC236}">
                <a16:creationId xmlns:a16="http://schemas.microsoft.com/office/drawing/2014/main" id="{1F496F00-5674-F67D-8BE9-CBEEF6CB192C}"/>
              </a:ext>
            </a:extLst>
          </p:cNvPr>
          <p:cNvGrpSpPr/>
          <p:nvPr/>
        </p:nvGrpSpPr>
        <p:grpSpPr>
          <a:xfrm>
            <a:off x="680484" y="616688"/>
            <a:ext cx="7857458" cy="6283842"/>
            <a:chOff x="680484" y="616688"/>
            <a:chExt cx="7857458" cy="6283842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6A8FFE7B-279A-967D-858E-02F48046941A}"/>
                </a:ext>
              </a:extLst>
            </p:cNvPr>
            <p:cNvSpPr/>
            <p:nvPr/>
          </p:nvSpPr>
          <p:spPr>
            <a:xfrm>
              <a:off x="712379" y="4869726"/>
              <a:ext cx="7825563" cy="19982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AED69746-09BE-47B5-ABFC-B86ADC33F804}"/>
                </a:ext>
              </a:extLst>
            </p:cNvPr>
            <p:cNvSpPr/>
            <p:nvPr/>
          </p:nvSpPr>
          <p:spPr>
            <a:xfrm>
              <a:off x="712378" y="3121662"/>
              <a:ext cx="7825563" cy="1756917"/>
            </a:xfrm>
            <a:prstGeom prst="rect">
              <a:avLst/>
            </a:prstGeom>
            <a:solidFill>
              <a:srgbClr val="94110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AFA469E-510A-99F0-B261-2DBA9891E83C}"/>
                </a:ext>
              </a:extLst>
            </p:cNvPr>
            <p:cNvSpPr/>
            <p:nvPr/>
          </p:nvSpPr>
          <p:spPr>
            <a:xfrm>
              <a:off x="1358917" y="3128165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1681167 w 4104168"/>
                <a:gd name="csY3" fmla="*/ 229718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1681167" y="229718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C8EB886-A6D5-3B94-6C6A-71588B7F13B4}"/>
                </a:ext>
              </a:extLst>
            </p:cNvPr>
            <p:cNvSpPr/>
            <p:nvPr/>
          </p:nvSpPr>
          <p:spPr>
            <a:xfrm>
              <a:off x="1344742" y="3113990"/>
              <a:ext cx="4159374" cy="2698463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006401 w 4104168"/>
                <a:gd name="csY3" fmla="*/ 542671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2006401" y="542671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71" name="Freeform 70">
              <a:extLst>
                <a:ext uri="{FF2B5EF4-FFF2-40B4-BE49-F238E27FC236}">
                  <a16:creationId xmlns:a16="http://schemas.microsoft.com/office/drawing/2014/main" id="{726B6DD1-8AEE-B3AA-0FB2-531935034683}"/>
                </a:ext>
              </a:extLst>
            </p:cNvPr>
            <p:cNvSpPr/>
            <p:nvPr/>
          </p:nvSpPr>
          <p:spPr>
            <a:xfrm>
              <a:off x="1371602" y="3136604"/>
              <a:ext cx="4104168" cy="2647507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104168" h="2647507">
                  <a:moveTo>
                    <a:pt x="0" y="0"/>
                  </a:moveTo>
                  <a:lnTo>
                    <a:pt x="1701209" y="1722474"/>
                  </a:lnTo>
                  <a:lnTo>
                    <a:pt x="4104168" y="2647507"/>
                  </a:lnTo>
                  <a:lnTo>
                    <a:pt x="3211033" y="1743739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68204B85-3C9D-DAFF-8452-4BCC57A27249}"/>
                </a:ext>
              </a:extLst>
            </p:cNvPr>
            <p:cNvSpPr/>
            <p:nvPr/>
          </p:nvSpPr>
          <p:spPr>
            <a:xfrm>
              <a:off x="1333786" y="3115364"/>
              <a:ext cx="4177421" cy="2682918"/>
            </a:xfrm>
            <a:custGeom>
              <a:avLst/>
              <a:gdLst>
                <a:gd name="csX0" fmla="*/ 0 w 3710763"/>
                <a:gd name="csY0" fmla="*/ 0 h 2264734"/>
                <a:gd name="csX1" fmla="*/ 1084521 w 3710763"/>
                <a:gd name="csY1" fmla="*/ 1084520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3710763"/>
                <a:gd name="csY0" fmla="*/ 0 h 2264734"/>
                <a:gd name="csX1" fmla="*/ 1605516 w 3710763"/>
                <a:gd name="csY1" fmla="*/ 1648046 h 2264734"/>
                <a:gd name="csX2" fmla="*/ 3710763 w 3710763"/>
                <a:gd name="csY2" fmla="*/ 2264734 h 2264734"/>
                <a:gd name="csX3" fmla="*/ 3115340 w 3710763"/>
                <a:gd name="csY3" fmla="*/ 1669311 h 2264734"/>
                <a:gd name="csX4" fmla="*/ 0 w 3710763"/>
                <a:gd name="csY4" fmla="*/ 0 h 2264734"/>
                <a:gd name="csX0" fmla="*/ 0 w 4008475"/>
                <a:gd name="csY0" fmla="*/ 0 h 2573079"/>
                <a:gd name="csX1" fmla="*/ 1605516 w 4008475"/>
                <a:gd name="csY1" fmla="*/ 1648046 h 2573079"/>
                <a:gd name="csX2" fmla="*/ 4008475 w 4008475"/>
                <a:gd name="csY2" fmla="*/ 2573079 h 2573079"/>
                <a:gd name="csX3" fmla="*/ 3115340 w 4008475"/>
                <a:gd name="csY3" fmla="*/ 1669311 h 2573079"/>
                <a:gd name="csX4" fmla="*/ 0 w 4008475"/>
                <a:gd name="csY4" fmla="*/ 0 h 2573079"/>
                <a:gd name="csX0" fmla="*/ 0 w 4125433"/>
                <a:gd name="csY0" fmla="*/ 0 h 2636874"/>
                <a:gd name="csX1" fmla="*/ 1722474 w 4125433"/>
                <a:gd name="csY1" fmla="*/ 1711841 h 2636874"/>
                <a:gd name="csX2" fmla="*/ 4125433 w 4125433"/>
                <a:gd name="csY2" fmla="*/ 2636874 h 2636874"/>
                <a:gd name="csX3" fmla="*/ 3232298 w 4125433"/>
                <a:gd name="csY3" fmla="*/ 1733106 h 2636874"/>
                <a:gd name="csX4" fmla="*/ 0 w 4125433"/>
                <a:gd name="csY4" fmla="*/ 0 h 2636874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3211033 w 4104168"/>
                <a:gd name="csY3" fmla="*/ 1743739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562447 w 4104168"/>
                <a:gd name="csY3" fmla="*/ 1116418 h 2647507"/>
                <a:gd name="csX4" fmla="*/ 0 w 4104168"/>
                <a:gd name="csY4" fmla="*/ 0 h 2647507"/>
                <a:gd name="csX0" fmla="*/ 0 w 4104168"/>
                <a:gd name="csY0" fmla="*/ 0 h 2647507"/>
                <a:gd name="csX1" fmla="*/ 1701209 w 4104168"/>
                <a:gd name="csY1" fmla="*/ 1722474 h 2647507"/>
                <a:gd name="csX2" fmla="*/ 4104168 w 4104168"/>
                <a:gd name="csY2" fmla="*/ 2647507 h 2647507"/>
                <a:gd name="csX3" fmla="*/ 2371061 w 4104168"/>
                <a:gd name="csY3" fmla="*/ 914400 h 2647507"/>
                <a:gd name="csX4" fmla="*/ 0 w 4104168"/>
                <a:gd name="csY4" fmla="*/ 0 h 2647507"/>
                <a:gd name="csX0" fmla="*/ 0 w 4093748"/>
                <a:gd name="csY0" fmla="*/ 0 h 2668659"/>
                <a:gd name="csX1" fmla="*/ 1690789 w 4093748"/>
                <a:gd name="csY1" fmla="*/ 1743626 h 2668659"/>
                <a:gd name="csX2" fmla="*/ 4093748 w 4093748"/>
                <a:gd name="csY2" fmla="*/ 2668659 h 2668659"/>
                <a:gd name="csX3" fmla="*/ 2360641 w 4093748"/>
                <a:gd name="csY3" fmla="*/ 935552 h 2668659"/>
                <a:gd name="csX4" fmla="*/ 0 w 4093748"/>
                <a:gd name="csY4" fmla="*/ 0 h 266865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4093748" h="2668659">
                  <a:moveTo>
                    <a:pt x="0" y="0"/>
                  </a:moveTo>
                  <a:lnTo>
                    <a:pt x="1690789" y="1743626"/>
                  </a:lnTo>
                  <a:lnTo>
                    <a:pt x="4093748" y="2668659"/>
                  </a:lnTo>
                  <a:lnTo>
                    <a:pt x="2360641" y="93555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20000"/>
                <a:lumOff val="80000"/>
                <a:alpha val="55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225C1897-2A06-02F6-9EB2-4ACA02DA107C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9BCD68-6111-7681-BA96-2D692781E441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267466"/>
              <a:ext cx="4968976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A25DAA9-83F8-F72F-D220-4D02049CDA8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581339"/>
              <a:ext cx="6585125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73392789-352F-5F63-CA0E-4FB78B11E643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6053091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56698BEB-504B-601C-DB97-B0E2C73E245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322274" y="6393116"/>
              <a:ext cx="203967" cy="145691"/>
            </a:xfrm>
            <a:prstGeom prst="rect">
              <a:avLst/>
            </a:prstGeom>
          </p:spPr>
        </p:pic>
        <p:pic>
          <p:nvPicPr>
            <p:cNvPr id="46" name="Picture 45">
              <a:extLst>
                <a:ext uri="{FF2B5EF4-FFF2-40B4-BE49-F238E27FC236}">
                  <a16:creationId xmlns:a16="http://schemas.microsoft.com/office/drawing/2014/main" id="{46B9FB2E-D9A4-E87E-0333-E070C92A482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184296" y="3615187"/>
              <a:ext cx="2185364" cy="223393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4D12BEE8-2A3E-F34C-C6F8-4C689A46845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7872919" y="4993572"/>
              <a:ext cx="495349" cy="174829"/>
            </a:xfrm>
            <a:prstGeom prst="rect">
              <a:avLst/>
            </a:prstGeom>
          </p:spPr>
        </p:pic>
        <p:pic>
          <p:nvPicPr>
            <p:cNvPr id="48" name="Picture 47">
              <a:extLst>
                <a:ext uri="{FF2B5EF4-FFF2-40B4-BE49-F238E27FC236}">
                  <a16:creationId xmlns:a16="http://schemas.microsoft.com/office/drawing/2014/main" id="{76EECA26-C499-7D8F-8E03-E40A35B87E8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887505" y="4235733"/>
              <a:ext cx="2544735" cy="174829"/>
            </a:xfrm>
            <a:prstGeom prst="rect">
              <a:avLst/>
            </a:prstGeom>
            <a:solidFill>
              <a:schemeClr val="bg1"/>
            </a:solidFill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566CF8A-D280-49C2-97C1-367C89284E4F}"/>
                </a:ext>
              </a:extLst>
            </p:cNvPr>
            <p:cNvSpPr/>
            <p:nvPr/>
          </p:nvSpPr>
          <p:spPr>
            <a:xfrm>
              <a:off x="712387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2BAA9833-CD1C-8F31-5C49-E89D3CCFB151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1B9A2569-E19A-F71A-CA88-393EAB7E4187}"/>
                </a:ext>
              </a:extLst>
            </p:cNvPr>
            <p:cNvSpPr/>
            <p:nvPr/>
          </p:nvSpPr>
          <p:spPr>
            <a:xfrm>
              <a:off x="942223" y="1233389"/>
              <a:ext cx="5638316" cy="5649416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D3E1B316-388E-5741-07B6-1C1A67592934}"/>
                </a:ext>
              </a:extLst>
            </p:cNvPr>
            <p:cNvCxnSpPr>
              <a:cxnSpLocks/>
            </p:cNvCxnSpPr>
            <p:nvPr/>
          </p:nvCxnSpPr>
          <p:spPr>
            <a:xfrm>
              <a:off x="942223" y="616688"/>
              <a:ext cx="0" cy="6266117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CF1C2852-EC8B-D62F-3FE5-23EE2627B7EB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>
              <a:off x="942223" y="1233389"/>
              <a:ext cx="229445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CFE1FCF8-2B1F-3CE5-6F62-77696034A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272063" y="879986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93B4278B-C22D-4591-404E-E7D23696F4E2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70" name="Right Brace 69">
              <a:extLst>
                <a:ext uri="{FF2B5EF4-FFF2-40B4-BE49-F238E27FC236}">
                  <a16:creationId xmlns:a16="http://schemas.microsoft.com/office/drawing/2014/main" id="{A6596FBA-E116-7348-9C1C-07BED06D4C0D}"/>
                </a:ext>
              </a:extLst>
            </p:cNvPr>
            <p:cNvSpPr/>
            <p:nvPr/>
          </p:nvSpPr>
          <p:spPr>
            <a:xfrm>
              <a:off x="5553876" y="3127935"/>
              <a:ext cx="443600" cy="2685702"/>
            </a:xfrm>
            <a:prstGeom prst="rightBrace">
              <a:avLst>
                <a:gd name="adj1" fmla="val 0"/>
                <a:gd name="adj2" fmla="val 50000"/>
              </a:avLst>
            </a:prstGeom>
            <a:ln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B36A09A2-5AB9-3447-946F-CE277E89FA87}"/>
                </a:ext>
              </a:extLst>
            </p:cNvPr>
            <p:cNvSpPr/>
            <p:nvPr/>
          </p:nvSpPr>
          <p:spPr>
            <a:xfrm>
              <a:off x="976743" y="2746587"/>
              <a:ext cx="7253923" cy="412834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9484956" h="5398070">
                  <a:moveTo>
                    <a:pt x="0" y="0"/>
                  </a:moveTo>
                  <a:lnTo>
                    <a:pt x="2763571" y="2770112"/>
                  </a:lnTo>
                  <a:lnTo>
                    <a:pt x="9484956" y="5398070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72" name="Straight Arrow Connector 71">
              <a:extLst>
                <a:ext uri="{FF2B5EF4-FFF2-40B4-BE49-F238E27FC236}">
                  <a16:creationId xmlns:a16="http://schemas.microsoft.com/office/drawing/2014/main" id="{697A289B-1C13-F1E2-898E-E8376E6E8C82}"/>
                </a:ext>
              </a:extLst>
            </p:cNvPr>
            <p:cNvCxnSpPr>
              <a:cxnSpLocks/>
              <a:stCxn id="3" idx="1"/>
            </p:cNvCxnSpPr>
            <p:nvPr/>
          </p:nvCxnSpPr>
          <p:spPr>
            <a:xfrm>
              <a:off x="3090272" y="4865119"/>
              <a:ext cx="1492360" cy="13278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912305B2-A2A3-428A-0635-7A86CC3DA660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1252694" y="1997888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5B63AD44-16B8-4955-A718-45120EE7C810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C5BE205-0B30-94FE-7AE4-E6FDA24C94BA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2818069" y="4903091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544F12-936A-6BE0-A441-29BFF535B73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8134362" y="658732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1BC2DF9E-A373-7814-2936-3C0211E9F5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1355052" y="2882893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BCCF6B7-5757-A115-419B-1A5670524DF0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4731929" y="4796764"/>
              <a:ext cx="190500" cy="177800"/>
            </a:xfrm>
            <a:prstGeom prst="rect">
              <a:avLst/>
            </a:prstGeom>
          </p:spPr>
        </p:pic>
        <p:pic>
          <p:nvPicPr>
            <p:cNvPr id="83" name="Picture 82">
              <a:extLst>
                <a:ext uri="{FF2B5EF4-FFF2-40B4-BE49-F238E27FC236}">
                  <a16:creationId xmlns:a16="http://schemas.microsoft.com/office/drawing/2014/main" id="{34ADEE6E-EBA0-36C9-DCD6-5C77DA1B63C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5454945" y="5541040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200CE289-EA33-83D8-58ED-31FD74D9E50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6D2C985F-DA0C-7A93-0D69-835ABB447F5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02B1322E-1882-E820-E9B1-9AB203DFA6CC}"/>
                </a:ext>
              </a:extLst>
            </p:cNvPr>
            <p:cNvSpPr/>
            <p:nvPr/>
          </p:nvSpPr>
          <p:spPr>
            <a:xfrm>
              <a:off x="1339702" y="3125972"/>
              <a:ext cx="5231219" cy="3774558"/>
            </a:xfrm>
            <a:custGeom>
              <a:avLst/>
              <a:gdLst>
                <a:gd name="csX0" fmla="*/ 0 w 5231219"/>
                <a:gd name="csY0" fmla="*/ 0 h 3774558"/>
                <a:gd name="csX1" fmla="*/ 3221665 w 5231219"/>
                <a:gd name="csY1" fmla="*/ 1743739 h 3774558"/>
                <a:gd name="csX2" fmla="*/ 5231219 w 5231219"/>
                <a:gd name="csY2" fmla="*/ 3774558 h 377455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5231219" h="3774558">
                  <a:moveTo>
                    <a:pt x="0" y="0"/>
                  </a:moveTo>
                  <a:lnTo>
                    <a:pt x="3221665" y="1743739"/>
                  </a:lnTo>
                  <a:lnTo>
                    <a:pt x="5231219" y="3774558"/>
                  </a:lnTo>
                </a:path>
              </a:pathLst>
            </a:custGeom>
            <a:noFill/>
            <a:ln w="25400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9CCF5AF0-79EE-10B8-E10A-D62DE04FBAAA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643998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2FD0AC81-6B31-9EE2-137E-89208CF63D2D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3896386" y="3937740"/>
              <a:ext cx="266700" cy="215900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57C92127-9BB8-76BB-4EA5-DAD001596B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3454101" y="3523069"/>
              <a:ext cx="279400" cy="215900"/>
            </a:xfrm>
            <a:prstGeom prst="rect">
              <a:avLst/>
            </a:prstGeom>
          </p:spPr>
        </p:pic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B64714A3-6B1C-8539-5094-276C1739343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3167024" y="3246619"/>
              <a:ext cx="279400" cy="215900"/>
            </a:xfrm>
            <a:prstGeom prst="rect">
              <a:avLst/>
            </a:prstGeom>
          </p:spPr>
        </p:pic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C43D7DF1-9A23-573B-891E-431B080C680F}"/>
                </a:ext>
              </a:extLst>
            </p:cNvPr>
            <p:cNvSpPr/>
            <p:nvPr/>
          </p:nvSpPr>
          <p:spPr>
            <a:xfrm>
              <a:off x="839985" y="3366810"/>
              <a:ext cx="149498" cy="1524167"/>
            </a:xfrm>
            <a:custGeom>
              <a:avLst/>
              <a:gdLst>
                <a:gd name="csX0" fmla="*/ 0 w 138223"/>
                <a:gd name="csY0" fmla="*/ 1765004 h 1775637"/>
                <a:gd name="csX1" fmla="*/ 85061 w 138223"/>
                <a:gd name="csY1" fmla="*/ 0 h 1775637"/>
                <a:gd name="csX2" fmla="*/ 138223 w 138223"/>
                <a:gd name="csY2" fmla="*/ 1775637 h 177563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38223" h="1775637">
                  <a:moveTo>
                    <a:pt x="0" y="1765004"/>
                  </a:moveTo>
                  <a:lnTo>
                    <a:pt x="85061" y="0"/>
                  </a:lnTo>
                  <a:lnTo>
                    <a:pt x="138223" y="1775637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5770C9ED-F8D7-E160-1DF2-6E2908CA98F2}"/>
                </a:ext>
              </a:extLst>
            </p:cNvPr>
            <p:cNvSpPr/>
            <p:nvPr/>
          </p:nvSpPr>
          <p:spPr>
            <a:xfrm>
              <a:off x="839975" y="4710225"/>
              <a:ext cx="138223" cy="170121"/>
            </a:xfrm>
            <a:custGeom>
              <a:avLst/>
              <a:gdLst>
                <a:gd name="csX0" fmla="*/ 0 w 138223"/>
                <a:gd name="csY0" fmla="*/ 170121 h 170121"/>
                <a:gd name="csX1" fmla="*/ 21265 w 138223"/>
                <a:gd name="csY1" fmla="*/ 0 h 170121"/>
                <a:gd name="csX2" fmla="*/ 116958 w 138223"/>
                <a:gd name="csY2" fmla="*/ 0 h 170121"/>
                <a:gd name="csX3" fmla="*/ 138223 w 138223"/>
                <a:gd name="csY3" fmla="*/ 170121 h 17012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38223" h="170121">
                  <a:moveTo>
                    <a:pt x="0" y="170121"/>
                  </a:moveTo>
                  <a:lnTo>
                    <a:pt x="21265" y="0"/>
                  </a:lnTo>
                  <a:lnTo>
                    <a:pt x="116958" y="0"/>
                  </a:lnTo>
                  <a:lnTo>
                    <a:pt x="138223" y="170121"/>
                  </a:lnTo>
                </a:path>
              </a:pathLst>
            </a:cu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331701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B48CE3-7516-28CC-EDE3-62AC1FC6D3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>
            <a:extLst>
              <a:ext uri="{FF2B5EF4-FFF2-40B4-BE49-F238E27FC236}">
                <a16:creationId xmlns:a16="http://schemas.microsoft.com/office/drawing/2014/main" id="{41EF2EBC-DDE7-7D2C-7957-81C23A60979D}"/>
              </a:ext>
            </a:extLst>
          </p:cNvPr>
          <p:cNvGrpSpPr/>
          <p:nvPr/>
        </p:nvGrpSpPr>
        <p:grpSpPr>
          <a:xfrm>
            <a:off x="680484" y="90681"/>
            <a:ext cx="7889352" cy="6809848"/>
            <a:chOff x="680484" y="90681"/>
            <a:chExt cx="788935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098825B5-B8BF-6615-3298-40179D1F568E}"/>
                </a:ext>
              </a:extLst>
            </p:cNvPr>
            <p:cNvSpPr/>
            <p:nvPr/>
          </p:nvSpPr>
          <p:spPr>
            <a:xfrm>
              <a:off x="712379" y="55551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1374DC7E-B145-63FD-4338-FBFF86AC6A1A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14E66953-021F-ABCA-4EC0-BDD717AF9E8B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3240E6F9-BAD5-CA9F-8719-5B50379CE3B4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01799877-521D-1A90-606D-C7B89F018A91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09E2FF76-AE06-6A1B-8083-122AEE1054C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D5557C18-42A6-E1D7-DB91-D3E6E7F3E1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2FA984D2-B235-D0BE-C08E-0E49653B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694741C9-E699-D582-E0DF-2637D7E3857F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AF57CDE6-2172-92ED-53FC-5568C21147F2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42C9D010-1C69-3156-E613-B99F74CADD18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49755443-C8FD-DE1E-BABF-E2D8398B01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49D76F8F-06B2-73D7-634B-90940D2051D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5D8F60D4-3C78-8679-6BE5-7575B940C085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63F1F572-7F2E-008C-8A57-F6FC03AA20B0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BF2F1F0C-42DF-B928-123E-710ED456C7C0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86E9FCC3-E183-D5F7-8774-6C1B61C771E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0CAEDA8F-D2A0-A15D-8ACB-B707889B789F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421232CD-B88A-0F22-2D88-F8D2DC3710E9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23A7A76C-8275-59DB-30E1-BD778950FD55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C61B7DFE-9A84-0329-FBBA-91D6B5C237B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D9726BA9-BD74-E77F-BF7F-F30F4671FB5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F1A9FC9E-9875-B474-2EE8-ABBF39EE0B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473C63-8FCC-52BE-82A5-1F45E027F120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9F7549A5-3488-9D32-260F-048DDD7D572A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CB790EF-BD95-501D-0C67-045C4652A654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9DA46620-1A4C-2745-1C39-3D29692DF2E5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F6C96FFE-21C1-6709-2707-B99FC10E6A71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B7C867EE-9CB1-B5EE-69EF-3E5CD9067D35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551003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650DD3-9E23-B437-3C39-F8B96783A0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E061CD64-5CE3-5EB9-C573-F4701D4095A1}"/>
              </a:ext>
            </a:extLst>
          </p:cNvPr>
          <p:cNvGrpSpPr/>
          <p:nvPr/>
        </p:nvGrpSpPr>
        <p:grpSpPr>
          <a:xfrm>
            <a:off x="-202462" y="90681"/>
            <a:ext cx="8772298" cy="6809848"/>
            <a:chOff x="-202462" y="90681"/>
            <a:chExt cx="8772298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50ED6DE4-C9CF-642B-2EF0-726D65D452D6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A3DC62A-A89F-E790-5CDC-29BE28CFF35D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06BF8018-5A77-FF02-3167-BE058F606979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AECE546-0935-1D87-EBB4-40628731DBDF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A9F645A0-4B80-FE8C-0578-1BC6683A104E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8F96DA64-2571-73EB-6C0A-46D6F5A0286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0A61FFDB-69D3-BE10-B82C-2501C4736B3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5399AA62-B6AA-DA47-C9CB-56928CF63F0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2CEA784E-1B9D-30C5-F115-DD98AC108EE5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377D4B39-4573-BD6C-6EF7-A3EB37A91E06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72040CC1-723B-290C-A3F8-70C66DB17334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8E360266-E7E0-1251-A514-C88552CE42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38514F29-C25B-436E-96DD-0DD6F577A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71ABB23A-CBFB-D9F9-9043-0BC82645CCC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0315C24-EAD6-8E5F-D3D0-BF14429E97E4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48EEC8F3-F8F7-BAC1-5031-8171720A051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E17D23A7-873E-1303-E8BF-A654A8E9606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19838CA5-A09F-6555-B346-4CCB4DCC5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22EA37B6-5416-429C-7B1E-E98634CA5C46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D38DC44F-48E2-A91B-5556-FFF70B1421FD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3240C3A-E8D5-20C9-D090-78F011D5BAAD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74036612-2E9D-ABD7-DF2A-153113A0897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90724069-66FE-0D08-75F5-C123FF64905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64EE977A-A308-003A-519F-166E5AFED635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6EB8B9D2-F008-829B-F64E-75D9873DBD48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979535-23F4-193F-9519-CE9253073EA8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6435E902-931E-E7B9-2610-109D09DB4EF4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B82A197F-9B65-25C6-1825-4090462239E3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E9AE6934-3562-2751-72A1-3C1913D988C0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F6EC532B-C95E-8E25-C321-00258F6434E6}"/>
                </a:ext>
              </a:extLst>
            </p:cNvPr>
            <p:cNvSpPr/>
            <p:nvPr/>
          </p:nvSpPr>
          <p:spPr>
            <a:xfrm>
              <a:off x="-202462" y="5156208"/>
              <a:ext cx="2359310" cy="393028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1617109" h="178687">
                  <a:moveTo>
                    <a:pt x="0" y="177432"/>
                  </a:moveTo>
                  <a:cubicBezTo>
                    <a:pt x="265814" y="140513"/>
                    <a:pt x="521574" y="-208"/>
                    <a:pt x="791092" y="1"/>
                  </a:cubicBezTo>
                  <a:cubicBezTo>
                    <a:pt x="1060610" y="210"/>
                    <a:pt x="1355725" y="138815"/>
                    <a:pt x="1617109" y="178687"/>
                  </a:cubicBezTo>
                </a:path>
              </a:pathLst>
            </a:custGeom>
            <a:solidFill>
              <a:srgbClr val="00B0F0"/>
            </a:solid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1187DF51-C7CF-DE47-7CEB-0B2CAB25F758}"/>
                </a:ext>
              </a:extLst>
            </p:cNvPr>
            <p:cNvSpPr/>
            <p:nvPr/>
          </p:nvSpPr>
          <p:spPr>
            <a:xfrm>
              <a:off x="990600" y="2755900"/>
              <a:ext cx="4470400" cy="2374900"/>
            </a:xfrm>
            <a:custGeom>
              <a:avLst/>
              <a:gdLst>
                <a:gd name="csX0" fmla="*/ 0 w 4470400"/>
                <a:gd name="csY0" fmla="*/ 0 h 2374900"/>
                <a:gd name="csX1" fmla="*/ 342900 w 4470400"/>
                <a:gd name="csY1" fmla="*/ 393700 h 2374900"/>
                <a:gd name="csX2" fmla="*/ 4470400 w 4470400"/>
                <a:gd name="csY2" fmla="*/ 2374900 h 23749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70400" h="2374900">
                  <a:moveTo>
                    <a:pt x="0" y="0"/>
                  </a:moveTo>
                  <a:lnTo>
                    <a:pt x="342900" y="393700"/>
                  </a:lnTo>
                  <a:lnTo>
                    <a:pt x="4470400" y="2374900"/>
                  </a:lnTo>
                </a:path>
              </a:pathLst>
            </a:custGeom>
            <a:noFill/>
            <a:ln w="28575">
              <a:solidFill>
                <a:srgbClr val="0070C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CDD61984-D8B1-3902-EA67-DBD073778AF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963629" y="5130800"/>
              <a:ext cx="4497371" cy="10347"/>
            </a:xfrm>
            <a:prstGeom prst="line">
              <a:avLst/>
            </a:prstGeom>
            <a:ln>
              <a:prstDash val="dashDot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41AE0D61-445A-96A1-AFE0-DC311AAE6EB6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5581650" y="4991100"/>
              <a:ext cx="266700" cy="228600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9915BCCE-0F3F-FEE4-1780-EAD17E74624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1384300" y="3460750"/>
              <a:ext cx="279400" cy="215900"/>
            </a:xfrm>
            <a:prstGeom prst="rect">
              <a:avLst/>
            </a:prstGeom>
          </p:spPr>
        </p:pic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B6A96C3-0420-1AF1-6643-04290C42D210}"/>
                </a:ext>
              </a:extLst>
            </p:cNvPr>
            <p:cNvCxnSpPr>
              <a:cxnSpLocks/>
              <a:endCxn id="9" idx="1"/>
            </p:cNvCxnSpPr>
            <p:nvPr/>
          </p:nvCxnSpPr>
          <p:spPr>
            <a:xfrm>
              <a:off x="1663700" y="3460750"/>
              <a:ext cx="4231563" cy="2118969"/>
            </a:xfrm>
            <a:prstGeom prst="line">
              <a:avLst/>
            </a:prstGeom>
            <a:ln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F4214B5B-BFC0-4452-A578-FBF1474871C6}"/>
                </a:ext>
              </a:extLst>
            </p:cNvPr>
            <p:cNvSpPr/>
            <p:nvPr/>
          </p:nvSpPr>
          <p:spPr>
            <a:xfrm>
              <a:off x="1346200" y="3149600"/>
              <a:ext cx="4546600" cy="2425700"/>
            </a:xfrm>
            <a:custGeom>
              <a:avLst/>
              <a:gdLst>
                <a:gd name="csX0" fmla="*/ 0 w 4546600"/>
                <a:gd name="csY0" fmla="*/ 0 h 2425700"/>
                <a:gd name="csX1" fmla="*/ 4546600 w 4546600"/>
                <a:gd name="csY1" fmla="*/ 2425700 h 2425700"/>
                <a:gd name="csX2" fmla="*/ 4140200 w 4546600"/>
                <a:gd name="csY2" fmla="*/ 2006600 h 2425700"/>
                <a:gd name="csX3" fmla="*/ 0 w 4546600"/>
                <a:gd name="csY3" fmla="*/ 0 h 242570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4546600" h="2425700">
                  <a:moveTo>
                    <a:pt x="0" y="0"/>
                  </a:moveTo>
                  <a:lnTo>
                    <a:pt x="4546600" y="2425700"/>
                  </a:lnTo>
                  <a:lnTo>
                    <a:pt x="4140200" y="20066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>
                <a:lumMod val="40000"/>
                <a:lumOff val="60000"/>
              </a:schemeClr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C3106A65-22D2-256F-84CE-FFB68A02606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4997745" y="5464840"/>
            <a:ext cx="190500" cy="17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5922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B6D3F-80B7-8F1A-F75B-106379AD9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A9774AA2-5AB2-95D7-0659-77E62FDD11E7}"/>
              </a:ext>
            </a:extLst>
          </p:cNvPr>
          <p:cNvGrpSpPr/>
          <p:nvPr/>
        </p:nvGrpSpPr>
        <p:grpSpPr>
          <a:xfrm>
            <a:off x="546514" y="90681"/>
            <a:ext cx="8023322" cy="6809848"/>
            <a:chOff x="546514" y="90681"/>
            <a:chExt cx="8023322" cy="6809848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92A67E5D-C6BE-3A4F-ECE9-121ED992580A}"/>
                </a:ext>
              </a:extLst>
            </p:cNvPr>
            <p:cNvSpPr/>
            <p:nvPr/>
          </p:nvSpPr>
          <p:spPr>
            <a:xfrm>
              <a:off x="712379" y="5542413"/>
              <a:ext cx="7825563" cy="1302887"/>
            </a:xfrm>
            <a:prstGeom prst="rect">
              <a:avLst/>
            </a:prstGeom>
            <a:solidFill>
              <a:srgbClr val="FFC000"/>
            </a:solidFill>
            <a:ln>
              <a:solidFill>
                <a:srgbClr val="FFC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C3C9246-A310-E3E2-4CBA-20FF84025636}"/>
                </a:ext>
              </a:extLst>
            </p:cNvPr>
            <p:cNvSpPr/>
            <p:nvPr/>
          </p:nvSpPr>
          <p:spPr>
            <a:xfrm>
              <a:off x="712379" y="3117326"/>
              <a:ext cx="7825563" cy="2419377"/>
            </a:xfrm>
            <a:prstGeom prst="rect">
              <a:avLst/>
            </a:prstGeom>
            <a:solidFill>
              <a:srgbClr val="FFFF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C5A7C741-0427-6673-8BDC-32947F164101}"/>
                </a:ext>
              </a:extLst>
            </p:cNvPr>
            <p:cNvCxnSpPr>
              <a:cxnSpLocks/>
            </p:cNvCxnSpPr>
            <p:nvPr/>
          </p:nvCxnSpPr>
          <p:spPr>
            <a:xfrm>
              <a:off x="680484" y="3121660"/>
              <a:ext cx="7825557" cy="4336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5740DBF5-4103-697F-4D3A-279F71262498}"/>
                </a:ext>
              </a:extLst>
            </p:cNvPr>
            <p:cNvCxnSpPr>
              <a:cxnSpLocks/>
            </p:cNvCxnSpPr>
            <p:nvPr/>
          </p:nvCxnSpPr>
          <p:spPr>
            <a:xfrm>
              <a:off x="985258" y="6001644"/>
              <a:ext cx="5298584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Arrow Connector 35">
              <a:extLst>
                <a:ext uri="{FF2B5EF4-FFF2-40B4-BE49-F238E27FC236}">
                  <a16:creationId xmlns:a16="http://schemas.microsoft.com/office/drawing/2014/main" id="{CCE1FD5D-B3C7-1C9F-49E8-CD5192423935}"/>
                </a:ext>
              </a:extLst>
            </p:cNvPr>
            <p:cNvCxnSpPr>
              <a:cxnSpLocks/>
            </p:cNvCxnSpPr>
            <p:nvPr/>
          </p:nvCxnSpPr>
          <p:spPr>
            <a:xfrm>
              <a:off x="933369" y="6272939"/>
              <a:ext cx="5465668" cy="0"/>
            </a:xfrm>
            <a:prstGeom prst="straightConnector1">
              <a:avLst/>
            </a:prstGeom>
            <a:ln w="34925">
              <a:solidFill>
                <a:srgbClr val="FF000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B1C88BDC-44F7-DCAF-6A7D-A4A242D074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910869" y="5766008"/>
              <a:ext cx="271956" cy="145691"/>
            </a:xfrm>
            <a:prstGeom prst="rect">
              <a:avLst/>
            </a:prstGeom>
          </p:spPr>
        </p:pic>
        <p:pic>
          <p:nvPicPr>
            <p:cNvPr id="39" name="Picture 38">
              <a:extLst>
                <a:ext uri="{FF2B5EF4-FFF2-40B4-BE49-F238E27FC236}">
                  <a16:creationId xmlns:a16="http://schemas.microsoft.com/office/drawing/2014/main" id="{EC62E390-0773-0313-E920-A8A0804A9EF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928865" y="6084767"/>
              <a:ext cx="203967" cy="145691"/>
            </a:xfrm>
            <a:prstGeom prst="rect">
              <a:avLst/>
            </a:prstGeom>
          </p:spPr>
        </p:pic>
        <p:pic>
          <p:nvPicPr>
            <p:cNvPr id="47" name="Picture 46">
              <a:extLst>
                <a:ext uri="{FF2B5EF4-FFF2-40B4-BE49-F238E27FC236}">
                  <a16:creationId xmlns:a16="http://schemas.microsoft.com/office/drawing/2014/main" id="{1A36EC8F-281B-E6E2-50C8-1F023EB78EF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872919" y="4185494"/>
              <a:ext cx="495349" cy="174829"/>
            </a:xfrm>
            <a:prstGeom prst="rect">
              <a:avLst/>
            </a:prstGeom>
          </p:spPr>
        </p:pic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F9196FE-8E17-F5BA-18FC-67FBF6D4BE19}"/>
                </a:ext>
              </a:extLst>
            </p:cNvPr>
            <p:cNvSpPr/>
            <p:nvPr/>
          </p:nvSpPr>
          <p:spPr>
            <a:xfrm>
              <a:off x="744286" y="2750108"/>
              <a:ext cx="7825550" cy="367217"/>
            </a:xfrm>
            <a:prstGeom prst="rect">
              <a:avLst/>
            </a:prstGeom>
            <a:solidFill>
              <a:srgbClr val="00B0F0">
                <a:alpha val="15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1" dirty="0"/>
            </a:p>
          </p:txBody>
        </p:sp>
        <p:sp>
          <p:nvSpPr>
            <p:cNvPr id="5" name="Freeform 4">
              <a:extLst>
                <a:ext uri="{FF2B5EF4-FFF2-40B4-BE49-F238E27FC236}">
                  <a16:creationId xmlns:a16="http://schemas.microsoft.com/office/drawing/2014/main" id="{12F6AED4-07D0-C878-18FB-374FEB1196DB}"/>
                </a:ext>
              </a:extLst>
            </p:cNvPr>
            <p:cNvSpPr/>
            <p:nvPr/>
          </p:nvSpPr>
          <p:spPr>
            <a:xfrm>
              <a:off x="989484" y="2761550"/>
              <a:ext cx="4130847" cy="4138979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A9B99994-2223-7B93-30E8-9F4B6E2AC8B3}"/>
                </a:ext>
              </a:extLst>
            </p:cNvPr>
            <p:cNvSpPr/>
            <p:nvPr/>
          </p:nvSpPr>
          <p:spPr>
            <a:xfrm>
              <a:off x="951017" y="404047"/>
              <a:ext cx="6171793" cy="6478758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401340" h="5411972">
                  <a:moveTo>
                    <a:pt x="0" y="0"/>
                  </a:moveTo>
                  <a:lnTo>
                    <a:pt x="5401340" y="5411972"/>
                  </a:lnTo>
                </a:path>
              </a:pathLst>
            </a:cu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r>
                <a:rPr lang="en-US" dirty="0"/>
                <a:t>`</a:t>
              </a:r>
            </a:p>
          </p:txBody>
        </p: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BC8B94EC-550E-3133-36E0-A05C7EB6886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2223" y="111947"/>
              <a:ext cx="43035" cy="6770858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58" name="Picture 57">
              <a:extLst>
                <a:ext uri="{FF2B5EF4-FFF2-40B4-BE49-F238E27FC236}">
                  <a16:creationId xmlns:a16="http://schemas.microsoft.com/office/drawing/2014/main" id="{FBCBA84A-D6C7-28AD-3E30-046F10733C8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1730269" y="90681"/>
              <a:ext cx="177800" cy="292100"/>
            </a:xfrm>
            <a:prstGeom prst="rect">
              <a:avLst/>
            </a:prstGeom>
          </p:spPr>
        </p:pic>
        <p:pic>
          <p:nvPicPr>
            <p:cNvPr id="66" name="Picture 65">
              <a:extLst>
                <a:ext uri="{FF2B5EF4-FFF2-40B4-BE49-F238E27FC236}">
                  <a16:creationId xmlns:a16="http://schemas.microsoft.com/office/drawing/2014/main" id="{86EB8551-1272-F603-98A6-76002E3440C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399037" y="2836229"/>
              <a:ext cx="1981200" cy="228600"/>
            </a:xfrm>
            <a:prstGeom prst="rect">
              <a:avLst/>
            </a:prstGeom>
          </p:spPr>
        </p:pic>
        <p:sp>
          <p:nvSpPr>
            <p:cNvPr id="3" name="Freeform 2">
              <a:extLst>
                <a:ext uri="{FF2B5EF4-FFF2-40B4-BE49-F238E27FC236}">
                  <a16:creationId xmlns:a16="http://schemas.microsoft.com/office/drawing/2014/main" id="{1457622F-1D1E-D4F8-2EAE-5B838C8D3B87}"/>
                </a:ext>
              </a:extLst>
            </p:cNvPr>
            <p:cNvSpPr/>
            <p:nvPr/>
          </p:nvSpPr>
          <p:spPr>
            <a:xfrm>
              <a:off x="1357166" y="3121379"/>
              <a:ext cx="6053728" cy="3772867"/>
            </a:xfrm>
            <a:custGeom>
              <a:avLst/>
              <a:gdLst>
                <a:gd name="csX0" fmla="*/ 0 w 5092995"/>
                <a:gd name="csY0" fmla="*/ 0 h 4912242"/>
                <a:gd name="csX1" fmla="*/ 1456661 w 5092995"/>
                <a:gd name="csY1" fmla="*/ 1499191 h 4912242"/>
                <a:gd name="csX2" fmla="*/ 5092995 w 5092995"/>
                <a:gd name="csY2" fmla="*/ 4912242 h 4912242"/>
                <a:gd name="csX0" fmla="*/ 0 w 5092995"/>
                <a:gd name="csY0" fmla="*/ 0 h 4912242"/>
                <a:gd name="csX1" fmla="*/ 1998922 w 5092995"/>
                <a:gd name="csY1" fmla="*/ 1977656 h 4912242"/>
                <a:gd name="csX2" fmla="*/ 5092995 w 5092995"/>
                <a:gd name="csY2" fmla="*/ 4912242 h 4912242"/>
                <a:gd name="csX0" fmla="*/ 0 w 6602818"/>
                <a:gd name="csY0" fmla="*/ 0 h 4401879"/>
                <a:gd name="csX1" fmla="*/ 1998922 w 6602818"/>
                <a:gd name="csY1" fmla="*/ 1977656 h 4401879"/>
                <a:gd name="csX2" fmla="*/ 6602818 w 6602818"/>
                <a:gd name="csY2" fmla="*/ 4401879 h 4401879"/>
                <a:gd name="csX0" fmla="*/ 0 w 8442251"/>
                <a:gd name="csY0" fmla="*/ 0 h 5411972"/>
                <a:gd name="csX1" fmla="*/ 1998922 w 8442251"/>
                <a:gd name="csY1" fmla="*/ 1977656 h 5411972"/>
                <a:gd name="csX2" fmla="*/ 8442251 w 8442251"/>
                <a:gd name="csY2" fmla="*/ 5411972 h 5411972"/>
                <a:gd name="csX0" fmla="*/ 0 w 9484956"/>
                <a:gd name="csY0" fmla="*/ 0 h 5398070"/>
                <a:gd name="csX1" fmla="*/ 1998922 w 9484956"/>
                <a:gd name="csY1" fmla="*/ 1977656 h 5398070"/>
                <a:gd name="csX2" fmla="*/ 9484956 w 9484956"/>
                <a:gd name="csY2" fmla="*/ 5398070 h 5398070"/>
                <a:gd name="csX0" fmla="*/ 0 w 9484956"/>
                <a:gd name="csY0" fmla="*/ 0 h 5398070"/>
                <a:gd name="csX1" fmla="*/ 2763571 w 9484956"/>
                <a:gd name="csY1" fmla="*/ 2770112 h 5398070"/>
                <a:gd name="csX2" fmla="*/ 9484956 w 9484956"/>
                <a:gd name="csY2" fmla="*/ 5398070 h 5398070"/>
                <a:gd name="csX0" fmla="*/ 0 w 6721385"/>
                <a:gd name="csY0" fmla="*/ 0 h 2627958"/>
                <a:gd name="csX1" fmla="*/ 6721385 w 6721385"/>
                <a:gd name="csY1" fmla="*/ 2627958 h 2627958"/>
                <a:gd name="csX0" fmla="*/ 0 w 8987530"/>
                <a:gd name="csY0" fmla="*/ 0 h 4908005"/>
                <a:gd name="csX1" fmla="*/ 8987530 w 8987530"/>
                <a:gd name="csY1" fmla="*/ 4908005 h 49080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8987530" h="4908005">
                  <a:moveTo>
                    <a:pt x="0" y="0"/>
                  </a:moveTo>
                  <a:lnTo>
                    <a:pt x="8987530" y="4908005"/>
                  </a:lnTo>
                </a:path>
              </a:pathLst>
            </a:custGeom>
            <a:noFill/>
            <a:ln w="31750"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76" name="Picture 75">
              <a:extLst>
                <a:ext uri="{FF2B5EF4-FFF2-40B4-BE49-F238E27FC236}">
                  <a16:creationId xmlns:a16="http://schemas.microsoft.com/office/drawing/2014/main" id="{C5A686C6-D1CF-F5E6-5D61-15E9A63BBEA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1854440" y="1830365"/>
              <a:ext cx="1473200" cy="228600"/>
            </a:xfrm>
            <a:prstGeom prst="rect">
              <a:avLst/>
            </a:prstGeom>
          </p:spPr>
        </p:pic>
        <p:pic>
          <p:nvPicPr>
            <p:cNvPr id="78" name="Picture 77">
              <a:extLst>
                <a:ext uri="{FF2B5EF4-FFF2-40B4-BE49-F238E27FC236}">
                  <a16:creationId xmlns:a16="http://schemas.microsoft.com/office/drawing/2014/main" id="{D7F09405-83A3-9019-9B63-A8404409A57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873" y="2493775"/>
              <a:ext cx="177800" cy="190500"/>
            </a:xfrm>
            <a:prstGeom prst="rect">
              <a:avLst/>
            </a:prstGeom>
          </p:spPr>
        </p:pic>
        <p:pic>
          <p:nvPicPr>
            <p:cNvPr id="79" name="Picture 78">
              <a:extLst>
                <a:ext uri="{FF2B5EF4-FFF2-40B4-BE49-F238E27FC236}">
                  <a16:creationId xmlns:a16="http://schemas.microsoft.com/office/drawing/2014/main" id="{F8F965AE-052A-43E6-0A35-560BE722FB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308240" y="2872267"/>
              <a:ext cx="190500" cy="177800"/>
            </a:xfrm>
            <a:prstGeom prst="rect">
              <a:avLst/>
            </a:prstGeom>
          </p:spPr>
        </p:pic>
        <p:pic>
          <p:nvPicPr>
            <p:cNvPr id="80" name="Picture 79">
              <a:extLst>
                <a:ext uri="{FF2B5EF4-FFF2-40B4-BE49-F238E27FC236}">
                  <a16:creationId xmlns:a16="http://schemas.microsoft.com/office/drawing/2014/main" id="{9F780558-E129-5A1D-3C2F-CB9E9A6818AA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5997213" y="5396472"/>
              <a:ext cx="190500" cy="190500"/>
            </a:xfrm>
            <a:prstGeom prst="rect">
              <a:avLst/>
            </a:prstGeom>
          </p:spPr>
        </p:pic>
        <p:pic>
          <p:nvPicPr>
            <p:cNvPr id="81" name="Picture 80">
              <a:extLst>
                <a:ext uri="{FF2B5EF4-FFF2-40B4-BE49-F238E27FC236}">
                  <a16:creationId xmlns:a16="http://schemas.microsoft.com/office/drawing/2014/main" id="{5BA96AE7-D3F8-9696-F4C7-ED7D7F75DDEF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6735132" y="6221532"/>
              <a:ext cx="203200" cy="177800"/>
            </a:xfrm>
            <a:prstGeom prst="rect">
              <a:avLst/>
            </a:prstGeom>
          </p:spPr>
        </p:pic>
        <p:pic>
          <p:nvPicPr>
            <p:cNvPr id="82" name="Picture 81">
              <a:extLst>
                <a:ext uri="{FF2B5EF4-FFF2-40B4-BE49-F238E27FC236}">
                  <a16:creationId xmlns:a16="http://schemas.microsoft.com/office/drawing/2014/main" id="{D7DF4B5B-7E9A-A27A-611B-C0B069CD3800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7336910" y="6636201"/>
              <a:ext cx="190500" cy="177800"/>
            </a:xfrm>
            <a:prstGeom prst="rect">
              <a:avLst/>
            </a:prstGeom>
          </p:spPr>
        </p:pic>
        <p:pic>
          <p:nvPicPr>
            <p:cNvPr id="85" name="Picture 84">
              <a:extLst>
                <a:ext uri="{FF2B5EF4-FFF2-40B4-BE49-F238E27FC236}">
                  <a16:creationId xmlns:a16="http://schemas.microsoft.com/office/drawing/2014/main" id="{3A69EE21-2809-1D21-1D47-B98A6DC53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616693" y="3802529"/>
              <a:ext cx="271956" cy="145691"/>
            </a:xfrm>
            <a:prstGeom prst="rect">
              <a:avLst/>
            </a:prstGeom>
          </p:spPr>
        </p:pic>
        <p:pic>
          <p:nvPicPr>
            <p:cNvPr id="87" name="Picture 86">
              <a:extLst>
                <a:ext uri="{FF2B5EF4-FFF2-40B4-BE49-F238E27FC236}">
                  <a16:creationId xmlns:a16="http://schemas.microsoft.com/office/drawing/2014/main" id="{58CCFAE7-BFC8-57CF-982F-9E56D6215FE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 rot="2733373">
              <a:off x="3308323" y="5552718"/>
              <a:ext cx="1473200" cy="228600"/>
            </a:xfrm>
            <a:prstGeom prst="rect">
              <a:avLst/>
            </a:prstGeom>
          </p:spPr>
        </p:pic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E478A380-03B5-A456-4C06-46587B5600E6}"/>
                </a:ext>
              </a:extLst>
            </p:cNvPr>
            <p:cNvCxnSpPr>
              <a:cxnSpLocks/>
            </p:cNvCxnSpPr>
            <p:nvPr/>
          </p:nvCxnSpPr>
          <p:spPr>
            <a:xfrm>
              <a:off x="949808" y="4009815"/>
              <a:ext cx="2058761" cy="0"/>
            </a:xfrm>
            <a:prstGeom prst="straightConnector1">
              <a:avLst/>
            </a:prstGeom>
            <a:ln w="34925">
              <a:solidFill>
                <a:srgbClr val="0070C0"/>
              </a:solidFill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248B6CF-643C-4F12-4DAB-7EE5F0ABDA30}"/>
                </a:ext>
              </a:extLst>
            </p:cNvPr>
            <p:cNvSpPr/>
            <p:nvPr/>
          </p:nvSpPr>
          <p:spPr>
            <a:xfrm>
              <a:off x="1323112" y="3099602"/>
              <a:ext cx="4572151" cy="2480117"/>
            </a:xfrm>
            <a:custGeom>
              <a:avLst/>
              <a:gdLst>
                <a:gd name="csX0" fmla="*/ 0 w 5401340"/>
                <a:gd name="csY0" fmla="*/ 0 h 5411972"/>
                <a:gd name="csX1" fmla="*/ 5401340 w 5401340"/>
                <a:gd name="csY1" fmla="*/ 5411972 h 5411972"/>
                <a:gd name="csX0" fmla="*/ 0 w 3770453"/>
                <a:gd name="csY0" fmla="*/ 0 h 3776676"/>
                <a:gd name="csX1" fmla="*/ 3770453 w 3770453"/>
                <a:gd name="csY1" fmla="*/ 3776676 h 37766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70453" h="3776676">
                  <a:moveTo>
                    <a:pt x="0" y="0"/>
                  </a:moveTo>
                  <a:lnTo>
                    <a:pt x="3770453" y="3776676"/>
                  </a:lnTo>
                </a:path>
              </a:pathLst>
            </a:custGeom>
            <a:ln w="28575">
              <a:solidFill>
                <a:srgbClr val="0070C0"/>
              </a:solidFill>
            </a:ln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B5F9A899-F7B1-AF75-83EA-91741C2E421A}"/>
                </a:ext>
              </a:extLst>
            </p:cNvPr>
            <p:cNvCxnSpPr>
              <a:cxnSpLocks/>
            </p:cNvCxnSpPr>
            <p:nvPr/>
          </p:nvCxnSpPr>
          <p:spPr>
            <a:xfrm>
              <a:off x="925529" y="404047"/>
              <a:ext cx="2328085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Straight Connector 30">
              <a:extLst>
                <a:ext uri="{FF2B5EF4-FFF2-40B4-BE49-F238E27FC236}">
                  <a16:creationId xmlns:a16="http://schemas.microsoft.com/office/drawing/2014/main" id="{75321AEB-9D7E-A119-CFC2-60EE07A112B9}"/>
                </a:ext>
              </a:extLst>
            </p:cNvPr>
            <p:cNvCxnSpPr>
              <a:cxnSpLocks/>
            </p:cNvCxnSpPr>
            <p:nvPr/>
          </p:nvCxnSpPr>
          <p:spPr>
            <a:xfrm>
              <a:off x="5895263" y="5591359"/>
              <a:ext cx="1227547" cy="1302887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34">
              <a:extLst>
                <a:ext uri="{FF2B5EF4-FFF2-40B4-BE49-F238E27FC236}">
                  <a16:creationId xmlns:a16="http://schemas.microsoft.com/office/drawing/2014/main" id="{51AD8C57-BFC7-977E-84A8-BDCD1C40D1EC}"/>
                </a:ext>
              </a:extLst>
            </p:cNvPr>
            <p:cNvCxnSpPr>
              <a:cxnSpLocks/>
            </p:cNvCxnSpPr>
            <p:nvPr/>
          </p:nvCxnSpPr>
          <p:spPr>
            <a:xfrm>
              <a:off x="965285" y="2734733"/>
              <a:ext cx="389767" cy="415085"/>
            </a:xfrm>
            <a:prstGeom prst="line">
              <a:avLst/>
            </a:prstGeom>
            <a:ln w="317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43" name="Picture 42">
              <a:extLst>
                <a:ext uri="{FF2B5EF4-FFF2-40B4-BE49-F238E27FC236}">
                  <a16:creationId xmlns:a16="http://schemas.microsoft.com/office/drawing/2014/main" id="{FED58226-3BB5-5D91-3F7A-3458F72FD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7767390" y="5934597"/>
              <a:ext cx="584200" cy="241300"/>
            </a:xfrm>
            <a:prstGeom prst="rect">
              <a:avLst/>
            </a:prstGeom>
          </p:spPr>
        </p:pic>
        <p:sp>
          <p:nvSpPr>
            <p:cNvPr id="4" name="Freeform 3">
              <a:extLst>
                <a:ext uri="{FF2B5EF4-FFF2-40B4-BE49-F238E27FC236}">
                  <a16:creationId xmlns:a16="http://schemas.microsoft.com/office/drawing/2014/main" id="{D2B33833-0D09-C2AC-3740-7D1617C64BB3}"/>
                </a:ext>
              </a:extLst>
            </p:cNvPr>
            <p:cNvSpPr/>
            <p:nvPr/>
          </p:nvSpPr>
          <p:spPr>
            <a:xfrm>
              <a:off x="546514" y="3111853"/>
              <a:ext cx="298121" cy="2430559"/>
            </a:xfrm>
            <a:custGeom>
              <a:avLst/>
              <a:gdLst>
                <a:gd name="csX0" fmla="*/ 0 w 1594884"/>
                <a:gd name="csY0" fmla="*/ 159488 h 202018"/>
                <a:gd name="csX1" fmla="*/ 340242 w 1594884"/>
                <a:gd name="csY1" fmla="*/ 10632 h 202018"/>
                <a:gd name="csX2" fmla="*/ 499731 w 1594884"/>
                <a:gd name="csY2" fmla="*/ 0 h 202018"/>
                <a:gd name="csX3" fmla="*/ 967563 w 1594884"/>
                <a:gd name="csY3" fmla="*/ 10632 h 202018"/>
                <a:gd name="csX4" fmla="*/ 1350335 w 1594884"/>
                <a:gd name="csY4" fmla="*/ 127591 h 202018"/>
                <a:gd name="csX5" fmla="*/ 1594884 w 1594884"/>
                <a:gd name="csY5" fmla="*/ 202018 h 202018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350335 w 1594884"/>
                <a:gd name="csY4" fmla="*/ 132336 h 206763"/>
                <a:gd name="csX5" fmla="*/ 1594884 w 1594884"/>
                <a:gd name="csY5" fmla="*/ 206763 h 206763"/>
                <a:gd name="csX0" fmla="*/ 0 w 1594884"/>
                <a:gd name="csY0" fmla="*/ 164233 h 206763"/>
                <a:gd name="csX1" fmla="*/ 340242 w 1594884"/>
                <a:gd name="csY1" fmla="*/ 15377 h 206763"/>
                <a:gd name="csX2" fmla="*/ 499731 w 1594884"/>
                <a:gd name="csY2" fmla="*/ 4745 h 206763"/>
                <a:gd name="csX3" fmla="*/ 967563 w 1594884"/>
                <a:gd name="csY3" fmla="*/ 15377 h 206763"/>
                <a:gd name="csX4" fmla="*/ 1594884 w 1594884"/>
                <a:gd name="csY4" fmla="*/ 206763 h 206763"/>
                <a:gd name="csX0" fmla="*/ 0 w 1594884"/>
                <a:gd name="csY0" fmla="*/ 170203 h 212733"/>
                <a:gd name="csX1" fmla="*/ 340242 w 1594884"/>
                <a:gd name="csY1" fmla="*/ 21347 h 212733"/>
                <a:gd name="csX2" fmla="*/ 967563 w 1594884"/>
                <a:gd name="csY2" fmla="*/ 21347 h 212733"/>
                <a:gd name="csX3" fmla="*/ 1594884 w 1594884"/>
                <a:gd name="csY3" fmla="*/ 212733 h 212733"/>
                <a:gd name="csX0" fmla="*/ 0 w 1594884"/>
                <a:gd name="csY0" fmla="*/ 183561 h 226091"/>
                <a:gd name="csX1" fmla="*/ 340242 w 1594884"/>
                <a:gd name="csY1" fmla="*/ 34705 h 226091"/>
                <a:gd name="csX2" fmla="*/ 967563 w 1594884"/>
                <a:gd name="csY2" fmla="*/ 34705 h 226091"/>
                <a:gd name="csX3" fmla="*/ 1594884 w 1594884"/>
                <a:gd name="csY3" fmla="*/ 226091 h 226091"/>
                <a:gd name="csX0" fmla="*/ 0 w 1594884"/>
                <a:gd name="csY0" fmla="*/ 149194 h 191724"/>
                <a:gd name="csX1" fmla="*/ 340242 w 1594884"/>
                <a:gd name="csY1" fmla="*/ 338 h 191724"/>
                <a:gd name="csX2" fmla="*/ 1594884 w 1594884"/>
                <a:gd name="csY2" fmla="*/ 191724 h 191724"/>
                <a:gd name="csX0" fmla="*/ 0 w 1594884"/>
                <a:gd name="csY0" fmla="*/ 158692 h 201222"/>
                <a:gd name="csX1" fmla="*/ 784742 w 1594884"/>
                <a:gd name="csY1" fmla="*/ 311 h 201222"/>
                <a:gd name="csX2" fmla="*/ 1594884 w 1594884"/>
                <a:gd name="csY2" fmla="*/ 201222 h 201222"/>
                <a:gd name="csX0" fmla="*/ 0 w 1594884"/>
                <a:gd name="csY0" fmla="*/ 158663 h 201193"/>
                <a:gd name="csX1" fmla="*/ 784742 w 1594884"/>
                <a:gd name="csY1" fmla="*/ 282 h 201193"/>
                <a:gd name="csX2" fmla="*/ 1594884 w 1594884"/>
                <a:gd name="csY2" fmla="*/ 201193 h 201193"/>
                <a:gd name="csX0" fmla="*/ 0 w 1610759"/>
                <a:gd name="csY0" fmla="*/ 158449 h 178754"/>
                <a:gd name="csX1" fmla="*/ 784742 w 1610759"/>
                <a:gd name="csY1" fmla="*/ 68 h 178754"/>
                <a:gd name="csX2" fmla="*/ 1610759 w 1610759"/>
                <a:gd name="csY2" fmla="*/ 178754 h 178754"/>
                <a:gd name="csX0" fmla="*/ 0 w 1617109"/>
                <a:gd name="csY0" fmla="*/ 177432 h 178687"/>
                <a:gd name="csX1" fmla="*/ 791092 w 1617109"/>
                <a:gd name="csY1" fmla="*/ 1 h 178687"/>
                <a:gd name="csX2" fmla="*/ 1617109 w 1617109"/>
                <a:gd name="csY2" fmla="*/ 178687 h 178687"/>
                <a:gd name="csX0" fmla="*/ 0 w 1617109"/>
                <a:gd name="csY0" fmla="*/ 191339 h 192594"/>
                <a:gd name="csX1" fmla="*/ 791092 w 1617109"/>
                <a:gd name="csY1" fmla="*/ 13908 h 192594"/>
                <a:gd name="csX2" fmla="*/ 955000 w 1617109"/>
                <a:gd name="csY2" fmla="*/ 31745 h 192594"/>
                <a:gd name="csX3" fmla="*/ 1617109 w 1617109"/>
                <a:gd name="csY3" fmla="*/ 192594 h 192594"/>
                <a:gd name="csX0" fmla="*/ 0 w 1617109"/>
                <a:gd name="csY0" fmla="*/ 191339 h 192594"/>
                <a:gd name="csX1" fmla="*/ 589228 w 1617109"/>
                <a:gd name="csY1" fmla="*/ 30804 h 192594"/>
                <a:gd name="csX2" fmla="*/ 791092 w 1617109"/>
                <a:gd name="csY2" fmla="*/ 13908 h 192594"/>
                <a:gd name="csX3" fmla="*/ 955000 w 1617109"/>
                <a:gd name="csY3" fmla="*/ 31745 h 192594"/>
                <a:gd name="csX4" fmla="*/ 1617109 w 1617109"/>
                <a:gd name="csY4" fmla="*/ 192594 h 192594"/>
                <a:gd name="csX0" fmla="*/ 0 w 1617109"/>
                <a:gd name="csY0" fmla="*/ 180156 h 181411"/>
                <a:gd name="csX1" fmla="*/ 589228 w 1617109"/>
                <a:gd name="csY1" fmla="*/ 19621 h 181411"/>
                <a:gd name="csX2" fmla="*/ 955000 w 1617109"/>
                <a:gd name="csY2" fmla="*/ 20562 h 181411"/>
                <a:gd name="csX3" fmla="*/ 1617109 w 1617109"/>
                <a:gd name="csY3" fmla="*/ 181411 h 181411"/>
                <a:gd name="csX0" fmla="*/ 0 w 1617109"/>
                <a:gd name="csY0" fmla="*/ 171832 h 173087"/>
                <a:gd name="csX1" fmla="*/ 589228 w 1617109"/>
                <a:gd name="csY1" fmla="*/ 11297 h 173087"/>
                <a:gd name="csX2" fmla="*/ 955000 w 1617109"/>
                <a:gd name="csY2" fmla="*/ 12238 h 173087"/>
                <a:gd name="csX3" fmla="*/ 1617109 w 1617109"/>
                <a:gd name="csY3" fmla="*/ 173087 h 173087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955000 w 1617109"/>
                <a:gd name="csY2" fmla="*/ 941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617109"/>
                <a:gd name="csY0" fmla="*/ 160535 h 161790"/>
                <a:gd name="csX1" fmla="*/ 589228 w 1617109"/>
                <a:gd name="csY1" fmla="*/ 0 h 161790"/>
                <a:gd name="csX2" fmla="*/ 1046443 w 1617109"/>
                <a:gd name="csY2" fmla="*/ 0 h 161790"/>
                <a:gd name="csX3" fmla="*/ 1617109 w 1617109"/>
                <a:gd name="csY3" fmla="*/ 161790 h 161790"/>
                <a:gd name="csX0" fmla="*/ 0 w 1124724"/>
                <a:gd name="csY0" fmla="*/ 160535 h 161084"/>
                <a:gd name="csX1" fmla="*/ 589228 w 1124724"/>
                <a:gd name="csY1" fmla="*/ 0 h 161084"/>
                <a:gd name="csX2" fmla="*/ 1046443 w 1124724"/>
                <a:gd name="csY2" fmla="*/ 0 h 161084"/>
                <a:gd name="csX3" fmla="*/ 1124724 w 1124724"/>
                <a:gd name="csY3" fmla="*/ 161084 h 161084"/>
                <a:gd name="csX0" fmla="*/ 0 w 653441"/>
                <a:gd name="csY0" fmla="*/ 161476 h 161476"/>
                <a:gd name="csX1" fmla="*/ 117945 w 653441"/>
                <a:gd name="csY1" fmla="*/ 0 h 161476"/>
                <a:gd name="csX2" fmla="*/ 575160 w 653441"/>
                <a:gd name="csY2" fmla="*/ 0 h 161476"/>
                <a:gd name="csX3" fmla="*/ 653441 w 653441"/>
                <a:gd name="csY3" fmla="*/ 161084 h 161476"/>
                <a:gd name="csX0" fmla="*/ 0 w 653441"/>
                <a:gd name="csY0" fmla="*/ 161476 h 162731"/>
                <a:gd name="csX1" fmla="*/ 117945 w 653441"/>
                <a:gd name="csY1" fmla="*/ 0 h 162731"/>
                <a:gd name="csX2" fmla="*/ 575160 w 653441"/>
                <a:gd name="csY2" fmla="*/ 0 h 162731"/>
                <a:gd name="csX3" fmla="*/ 653441 w 653441"/>
                <a:gd name="csY3" fmla="*/ 162731 h 162731"/>
                <a:gd name="csX0" fmla="*/ 0 w 660475"/>
                <a:gd name="csY0" fmla="*/ 161476 h 161476"/>
                <a:gd name="csX1" fmla="*/ 117945 w 660475"/>
                <a:gd name="csY1" fmla="*/ 0 h 161476"/>
                <a:gd name="csX2" fmla="*/ 575160 w 660475"/>
                <a:gd name="csY2" fmla="*/ 0 h 161476"/>
                <a:gd name="csX3" fmla="*/ 660475 w 660475"/>
                <a:gd name="csY3" fmla="*/ 161320 h 16147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660475" h="161476">
                  <a:moveTo>
                    <a:pt x="0" y="161476"/>
                  </a:moveTo>
                  <a:cubicBezTo>
                    <a:pt x="98205" y="134720"/>
                    <a:pt x="92425" y="27775"/>
                    <a:pt x="117945" y="0"/>
                  </a:cubicBezTo>
                  <a:lnTo>
                    <a:pt x="575160" y="0"/>
                  </a:lnTo>
                  <a:cubicBezTo>
                    <a:pt x="558078" y="30722"/>
                    <a:pt x="550123" y="134512"/>
                    <a:pt x="660475" y="161320"/>
                  </a:cubicBezTo>
                </a:path>
              </a:pathLst>
            </a:custGeom>
            <a:pattFill prst="sphere">
              <a:fgClr>
                <a:srgbClr val="FFC000"/>
              </a:fgClr>
              <a:bgClr>
                <a:srgbClr val="00B0F0"/>
              </a:bgClr>
            </a:pattFill>
            <a:ln w="3175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1235140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2" name="Group 41">
            <a:extLst>
              <a:ext uri="{FF2B5EF4-FFF2-40B4-BE49-F238E27FC236}">
                <a16:creationId xmlns:a16="http://schemas.microsoft.com/office/drawing/2014/main" id="{A8319626-4FCB-503E-9C6A-5FE36B58081C}"/>
              </a:ext>
            </a:extLst>
          </p:cNvPr>
          <p:cNvGrpSpPr/>
          <p:nvPr/>
        </p:nvGrpSpPr>
        <p:grpSpPr>
          <a:xfrm>
            <a:off x="1410182" y="460978"/>
            <a:ext cx="5538805" cy="3852589"/>
            <a:chOff x="1410182" y="460978"/>
            <a:chExt cx="5538805" cy="3852589"/>
          </a:xfrm>
        </p:grpSpPr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A5210F3F-9B1E-FE2D-FE21-A1A8443A15B4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1403498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37AD9660-6959-F528-243D-4BA43EFE633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814823" y="1018067"/>
              <a:ext cx="622300" cy="22860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DD2B8C9-072D-C504-F2AC-E11465F9FB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143544" y="4059567"/>
              <a:ext cx="241300" cy="254000"/>
            </a:xfrm>
            <a:prstGeom prst="rect">
              <a:avLst/>
            </a:prstGeom>
          </p:spPr>
        </p:pic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ECA1E16-15D0-B71A-FE7B-3CE06BC1E8DD}"/>
                </a:ext>
              </a:extLst>
            </p:cNvPr>
            <p:cNvCxnSpPr>
              <a:cxnSpLocks/>
            </p:cNvCxnSpPr>
            <p:nvPr/>
          </p:nvCxnSpPr>
          <p:spPr>
            <a:xfrm>
              <a:off x="3253563" y="2918637"/>
              <a:ext cx="0" cy="1020725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Left Brace 9">
              <a:extLst>
                <a:ext uri="{FF2B5EF4-FFF2-40B4-BE49-F238E27FC236}">
                  <a16:creationId xmlns:a16="http://schemas.microsoft.com/office/drawing/2014/main" id="{54D325D0-45BF-6FDF-A246-3DC82BED8F8F}"/>
                </a:ext>
              </a:extLst>
            </p:cNvPr>
            <p:cNvSpPr/>
            <p:nvPr/>
          </p:nvSpPr>
          <p:spPr>
            <a:xfrm>
              <a:off x="2062719" y="1217425"/>
              <a:ext cx="580750" cy="146463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Left Brace 10">
              <a:extLst>
                <a:ext uri="{FF2B5EF4-FFF2-40B4-BE49-F238E27FC236}">
                  <a16:creationId xmlns:a16="http://schemas.microsoft.com/office/drawing/2014/main" id="{3EE77622-4949-7011-3702-7C68BEEB4E83}"/>
                </a:ext>
              </a:extLst>
            </p:cNvPr>
            <p:cNvSpPr/>
            <p:nvPr/>
          </p:nvSpPr>
          <p:spPr>
            <a:xfrm>
              <a:off x="2066260" y="2783952"/>
              <a:ext cx="580750" cy="1275615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D6E3EBFE-FCE9-0AEE-9CBB-61AD22112A97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744322" y="3320901"/>
              <a:ext cx="254000" cy="152400"/>
            </a:xfrm>
            <a:prstGeom prst="rect">
              <a:avLst/>
            </a:prstGeom>
          </p:spPr>
        </p:pic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35C09E97-224A-24BD-78A1-6993C00D77FB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1393852"/>
              <a:ext cx="0" cy="834654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FAC9AC2E-ECEB-6517-5F73-4BCC387B3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814595" y="1008421"/>
              <a:ext cx="622300" cy="228600"/>
            </a:xfrm>
            <a:prstGeom prst="rect">
              <a:avLst/>
            </a:prstGeom>
          </p:spPr>
        </p:pic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E8208DA6-195F-2140-50B8-7D581117DC6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143316" y="4049921"/>
              <a:ext cx="241300" cy="254000"/>
            </a:xfrm>
            <a:prstGeom prst="rect">
              <a:avLst/>
            </a:prstGeom>
          </p:spPr>
        </p:pic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B7D1F412-702C-A148-FEE9-77F3C70D88B3}"/>
                </a:ext>
              </a:extLst>
            </p:cNvPr>
            <p:cNvCxnSpPr>
              <a:cxnSpLocks/>
            </p:cNvCxnSpPr>
            <p:nvPr/>
          </p:nvCxnSpPr>
          <p:spPr>
            <a:xfrm>
              <a:off x="6253335" y="2682060"/>
              <a:ext cx="0" cy="1247656"/>
            </a:xfrm>
            <a:prstGeom prst="line">
              <a:avLst/>
            </a:prstGeom>
            <a:ln>
              <a:tailEnd type="triangle" w="lg" len="lg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Left Brace 22">
              <a:extLst>
                <a:ext uri="{FF2B5EF4-FFF2-40B4-BE49-F238E27FC236}">
                  <a16:creationId xmlns:a16="http://schemas.microsoft.com/office/drawing/2014/main" id="{086EA95A-07D1-7963-C614-13E302030B0B}"/>
                </a:ext>
              </a:extLst>
            </p:cNvPr>
            <p:cNvSpPr/>
            <p:nvPr/>
          </p:nvSpPr>
          <p:spPr>
            <a:xfrm>
              <a:off x="5062491" y="1207780"/>
              <a:ext cx="580750" cy="1020726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4" name="Left Brace 23">
              <a:extLst>
                <a:ext uri="{FF2B5EF4-FFF2-40B4-BE49-F238E27FC236}">
                  <a16:creationId xmlns:a16="http://schemas.microsoft.com/office/drawing/2014/main" id="{7B3FCEBA-076B-BCB3-371D-6D95B1746A63}"/>
                </a:ext>
              </a:extLst>
            </p:cNvPr>
            <p:cNvSpPr/>
            <p:nvPr/>
          </p:nvSpPr>
          <p:spPr>
            <a:xfrm>
              <a:off x="5066032" y="2424224"/>
              <a:ext cx="538608" cy="1625698"/>
            </a:xfrm>
            <a:prstGeom prst="leftBrac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pic>
          <p:nvPicPr>
            <p:cNvPr id="26" name="Picture 25">
              <a:extLst>
                <a:ext uri="{FF2B5EF4-FFF2-40B4-BE49-F238E27FC236}">
                  <a16:creationId xmlns:a16="http://schemas.microsoft.com/office/drawing/2014/main" id="{763406FD-0E73-7795-84C0-5CE25B15547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709369" y="3160784"/>
              <a:ext cx="254000" cy="152400"/>
            </a:xfrm>
            <a:prstGeom prst="rect">
              <a:avLst/>
            </a:prstGeom>
          </p:spPr>
        </p:pic>
        <p:pic>
          <p:nvPicPr>
            <p:cNvPr id="31" name="Picture 30">
              <a:extLst>
                <a:ext uri="{FF2B5EF4-FFF2-40B4-BE49-F238E27FC236}">
                  <a16:creationId xmlns:a16="http://schemas.microsoft.com/office/drawing/2014/main" id="{231EC986-EE35-18A2-8850-8CE21BE74CF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80224" y="1691270"/>
              <a:ext cx="203200" cy="165100"/>
            </a:xfrm>
            <a:prstGeom prst="rect">
              <a:avLst/>
            </a:prstGeom>
          </p:spPr>
        </p:pic>
        <p:pic>
          <p:nvPicPr>
            <p:cNvPr id="32" name="Picture 31">
              <a:extLst>
                <a:ext uri="{FF2B5EF4-FFF2-40B4-BE49-F238E27FC236}">
                  <a16:creationId xmlns:a16="http://schemas.microsoft.com/office/drawing/2014/main" id="{118FADC2-DB57-9A9A-6850-49D610175A0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6370579" y="3035861"/>
              <a:ext cx="203200" cy="165100"/>
            </a:xfrm>
            <a:prstGeom prst="rect">
              <a:avLst/>
            </a:prstGeom>
          </p:spPr>
        </p:pic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C7E7297D-8889-6EE7-E871-F63363EC6D33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5405" y="1830170"/>
              <a:ext cx="254000" cy="165100"/>
            </a:xfrm>
            <a:prstGeom prst="rect">
              <a:avLst/>
            </a:prstGeom>
          </p:spPr>
        </p:pic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49FE63C6-E15E-1319-45F3-BE310B3E1E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47333" y="3255784"/>
              <a:ext cx="254000" cy="165100"/>
            </a:xfrm>
            <a:prstGeom prst="rect">
              <a:avLst/>
            </a:prstGeom>
          </p:spPr>
        </p:pic>
        <p:pic>
          <p:nvPicPr>
            <p:cNvPr id="35" name="Picture 34">
              <a:extLst>
                <a:ext uri="{FF2B5EF4-FFF2-40B4-BE49-F238E27FC236}">
                  <a16:creationId xmlns:a16="http://schemas.microsoft.com/office/drawing/2014/main" id="{3B171879-A2EC-ED53-8BBB-905474110EBF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942464" y="2538069"/>
              <a:ext cx="596900" cy="254000"/>
            </a:xfrm>
            <a:prstGeom prst="rect">
              <a:avLst/>
            </a:prstGeom>
          </p:spPr>
        </p:pic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18160F0F-036C-71A0-D1B7-C9D3CF67188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6051949" y="2271851"/>
              <a:ext cx="558800" cy="254000"/>
            </a:xfrm>
            <a:prstGeom prst="rect">
              <a:avLst/>
            </a:prstGeom>
          </p:spPr>
        </p:pic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8568B358-A5E4-E587-F00C-11D09526CCF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4508421" y="1620698"/>
              <a:ext cx="520700" cy="190500"/>
            </a:xfrm>
            <a:prstGeom prst="rect">
              <a:avLst/>
            </a:prstGeom>
          </p:spPr>
        </p:pic>
        <p:pic>
          <p:nvPicPr>
            <p:cNvPr id="38" name="Picture 37">
              <a:extLst>
                <a:ext uri="{FF2B5EF4-FFF2-40B4-BE49-F238E27FC236}">
                  <a16:creationId xmlns:a16="http://schemas.microsoft.com/office/drawing/2014/main" id="{A4D77164-BBD8-CCA3-A559-608C443EBA95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1491527" y="1852195"/>
              <a:ext cx="558800" cy="190500"/>
            </a:xfrm>
            <a:prstGeom prst="rect">
              <a:avLst/>
            </a:prstGeom>
          </p:spPr>
        </p:pic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51724FF9-FB4B-670F-F260-B9C63199DE6C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1410182" y="460978"/>
              <a:ext cx="2133600" cy="241300"/>
            </a:xfrm>
            <a:prstGeom prst="rect">
              <a:avLst/>
            </a:prstGeom>
          </p:spPr>
        </p:pic>
        <p:pic>
          <p:nvPicPr>
            <p:cNvPr id="41" name="Picture 40">
              <a:extLst>
                <a:ext uri="{FF2B5EF4-FFF2-40B4-BE49-F238E27FC236}">
                  <a16:creationId xmlns:a16="http://schemas.microsoft.com/office/drawing/2014/main" id="{239B240F-595F-16D5-E2B1-F27BA2A3A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4764587" y="507279"/>
              <a:ext cx="2184400" cy="2413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641942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5C99B90-6DED-84EA-B474-CE7F94CDAA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054917"/>
            <a:ext cx="7772400" cy="4748165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524BD3AB-0A5E-F861-C636-6E4FFCA0C7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94349" y="1877942"/>
            <a:ext cx="1168998" cy="822019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308C5896-BB3E-FB9C-D7CE-498393E743CA}"/>
              </a:ext>
            </a:extLst>
          </p:cNvPr>
          <p:cNvGrpSpPr/>
          <p:nvPr/>
        </p:nvGrpSpPr>
        <p:grpSpPr>
          <a:xfrm>
            <a:off x="685392" y="1593775"/>
            <a:ext cx="532992" cy="426250"/>
            <a:chOff x="294203" y="2026688"/>
            <a:chExt cx="532992" cy="895655"/>
          </a:xfrm>
        </p:grpSpPr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CB863880-873A-6D32-B3F7-6904EB1A8BA8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02668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3D2D765E-54E8-6175-7FAB-7A2B9CD2877E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175964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859AA0B9-0D7C-849F-C44E-2786E5100EA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325240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87BF2044-3623-4F0A-78FA-CA2113730AC4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474516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80C3579A-EE76-23B6-A013-B537E5422870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623792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A350371B-E2C9-E1BF-B8B8-64EF26DE08B9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773068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1BDB0D35-AC71-66F1-C460-F8A058E0A0AA}"/>
                </a:ext>
              </a:extLst>
            </p:cNvPr>
            <p:cNvCxnSpPr>
              <a:cxnSpLocks/>
            </p:cNvCxnSpPr>
            <p:nvPr/>
          </p:nvCxnSpPr>
          <p:spPr>
            <a:xfrm>
              <a:off x="294203" y="2922343"/>
              <a:ext cx="532992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0AD28136-BBC4-3386-8CAE-090B01ACE696}"/>
              </a:ext>
            </a:extLst>
          </p:cNvPr>
          <p:cNvGrpSpPr/>
          <p:nvPr/>
        </p:nvGrpSpPr>
        <p:grpSpPr>
          <a:xfrm>
            <a:off x="1273967" y="1507871"/>
            <a:ext cx="6915170" cy="1455864"/>
            <a:chOff x="1273967" y="1507871"/>
            <a:chExt cx="6915170" cy="1455864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06CB120A-8E3C-66C6-773A-1C0DD07A8721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4870CFA2-D585-B1FA-BF3E-ADA1D6F37FCB}"/>
                </a:ext>
              </a:extLst>
            </p:cNvPr>
            <p:cNvGrpSpPr/>
            <p:nvPr/>
          </p:nvGrpSpPr>
          <p:grpSpPr>
            <a:xfrm>
              <a:off x="1273967" y="1591981"/>
              <a:ext cx="6915170" cy="851177"/>
              <a:chOff x="1273967" y="1591981"/>
              <a:chExt cx="6915170" cy="851177"/>
            </a:xfrm>
          </p:grpSpPr>
          <p:cxnSp>
            <p:nvCxnSpPr>
              <p:cNvPr id="5" name="Straight Connector 4">
                <a:extLst>
                  <a:ext uri="{FF2B5EF4-FFF2-40B4-BE49-F238E27FC236}">
                    <a16:creationId xmlns:a16="http://schemas.microsoft.com/office/drawing/2014/main" id="{C0BE2B20-F5AF-8071-79DB-81C08D0616B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8731" y="2443158"/>
                <a:ext cx="6908007" cy="0"/>
              </a:xfrm>
              <a:prstGeom prst="line">
                <a:avLst/>
              </a:prstGeom>
              <a:ln w="6350">
                <a:solidFill>
                  <a:schemeClr val="accent1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" name="Straight Connector 7">
                <a:extLst>
                  <a:ext uri="{FF2B5EF4-FFF2-40B4-BE49-F238E27FC236}">
                    <a16:creationId xmlns:a16="http://schemas.microsoft.com/office/drawing/2014/main" id="{0933216A-B997-6BE0-7AA4-B148EB50EC8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3967" y="2016908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29387D16-9C52-EC10-E295-573E6B0D8F0B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75755" y="1591981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BC348182-70D2-BD82-6323-7E0D246B02C1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281130" y="1651145"/>
                <a:ext cx="6908007" cy="0"/>
              </a:xfrm>
              <a:prstGeom prst="line">
                <a:avLst/>
              </a:prstGeom>
              <a:ln w="63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5C4B9178-13B5-7870-5A5F-53BD4025EF79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B6D5EE85-2EA7-06F4-B974-A2ABCD72FD3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BE2A573A-E3C3-B069-B645-B6E8A962C85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Freeform 37">
                <a:extLst>
                  <a:ext uri="{FF2B5EF4-FFF2-40B4-BE49-F238E27FC236}">
                    <a16:creationId xmlns:a16="http://schemas.microsoft.com/office/drawing/2014/main" id="{13B86A15-A115-54C1-376F-CC451F7EA3B8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0" name="Rectangle 39">
            <a:extLst>
              <a:ext uri="{FF2B5EF4-FFF2-40B4-BE49-F238E27FC236}">
                <a16:creationId xmlns:a16="http://schemas.microsoft.com/office/drawing/2014/main" id="{384F3505-0657-4F4B-9106-029A2B71478F}"/>
              </a:ext>
            </a:extLst>
          </p:cNvPr>
          <p:cNvSpPr/>
          <p:nvPr/>
        </p:nvSpPr>
        <p:spPr>
          <a:xfrm>
            <a:off x="4485939" y="2352942"/>
            <a:ext cx="86061" cy="60548"/>
          </a:xfrm>
          <a:prstGeom prst="rect">
            <a:avLst/>
          </a:prstGeom>
          <a:solidFill>
            <a:srgbClr val="C00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FD3DC1F7-191E-3E9A-1792-C355277DE69D}"/>
              </a:ext>
            </a:extLst>
          </p:cNvPr>
          <p:cNvSpPr/>
          <p:nvPr/>
        </p:nvSpPr>
        <p:spPr>
          <a:xfrm>
            <a:off x="4479589" y="2209800"/>
            <a:ext cx="86061" cy="143138"/>
          </a:xfrm>
          <a:custGeom>
            <a:avLst/>
            <a:gdLst>
              <a:gd name="csX0" fmla="*/ 0 w 86061"/>
              <a:gd name="csY0" fmla="*/ 0 h 124315"/>
              <a:gd name="csX1" fmla="*/ 86061 w 86061"/>
              <a:gd name="csY1" fmla="*/ 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  <a:gd name="csX0" fmla="*/ 0 w 86061"/>
              <a:gd name="csY0" fmla="*/ 0 h 124315"/>
              <a:gd name="csX1" fmla="*/ 73361 w 86061"/>
              <a:gd name="csY1" fmla="*/ 6350 h 124315"/>
              <a:gd name="csX2" fmla="*/ 86061 w 86061"/>
              <a:gd name="csY2" fmla="*/ 124315 h 124315"/>
              <a:gd name="csX3" fmla="*/ 0 w 86061"/>
              <a:gd name="csY3" fmla="*/ 124315 h 124315"/>
              <a:gd name="csX4" fmla="*/ 0 w 86061"/>
              <a:gd name="csY4" fmla="*/ 0 h 1243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86061" h="124315">
                <a:moveTo>
                  <a:pt x="0" y="0"/>
                </a:moveTo>
                <a:lnTo>
                  <a:pt x="73361" y="6350"/>
                </a:lnTo>
                <a:lnTo>
                  <a:pt x="86061" y="124315"/>
                </a:lnTo>
                <a:lnTo>
                  <a:pt x="0" y="124315"/>
                </a:lnTo>
                <a:lnTo>
                  <a:pt x="0" y="0"/>
                </a:lnTo>
                <a:close/>
              </a:path>
            </a:pathLst>
          </a:custGeom>
          <a:solidFill>
            <a:srgbClr val="FFC000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47D3C7BA-1431-BA7C-724B-6441AEE015A0}"/>
              </a:ext>
            </a:extLst>
          </p:cNvPr>
          <p:cNvSpPr/>
          <p:nvPr/>
        </p:nvSpPr>
        <p:spPr>
          <a:xfrm>
            <a:off x="4485939" y="1922582"/>
            <a:ext cx="54311" cy="301011"/>
          </a:xfrm>
          <a:custGeom>
            <a:avLst/>
            <a:gdLst>
              <a:gd name="csX0" fmla="*/ 0 w 86061"/>
              <a:gd name="csY0" fmla="*/ 0 h 301011"/>
              <a:gd name="csX1" fmla="*/ 86061 w 86061"/>
              <a:gd name="csY1" fmla="*/ 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86061"/>
              <a:gd name="csY0" fmla="*/ 0 h 301011"/>
              <a:gd name="csX1" fmla="*/ 6686 w 86061"/>
              <a:gd name="csY1" fmla="*/ 6350 h 301011"/>
              <a:gd name="csX2" fmla="*/ 86061 w 86061"/>
              <a:gd name="csY2" fmla="*/ 301011 h 301011"/>
              <a:gd name="csX3" fmla="*/ 0 w 86061"/>
              <a:gd name="csY3" fmla="*/ 301011 h 301011"/>
              <a:gd name="csX4" fmla="*/ 0 w 86061"/>
              <a:gd name="csY4" fmla="*/ 0 h 301011"/>
              <a:gd name="csX0" fmla="*/ 0 w 54311"/>
              <a:gd name="csY0" fmla="*/ 0 h 301011"/>
              <a:gd name="csX1" fmla="*/ 6686 w 54311"/>
              <a:gd name="csY1" fmla="*/ 6350 h 301011"/>
              <a:gd name="csX2" fmla="*/ 54311 w 54311"/>
              <a:gd name="csY2" fmla="*/ 288311 h 301011"/>
              <a:gd name="csX3" fmla="*/ 0 w 54311"/>
              <a:gd name="csY3" fmla="*/ 301011 h 301011"/>
              <a:gd name="csX4" fmla="*/ 0 w 54311"/>
              <a:gd name="csY4" fmla="*/ 0 h 30101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54311" h="301011">
                <a:moveTo>
                  <a:pt x="0" y="0"/>
                </a:moveTo>
                <a:lnTo>
                  <a:pt x="6686" y="6350"/>
                </a:lnTo>
                <a:lnTo>
                  <a:pt x="54311" y="288311"/>
                </a:lnTo>
                <a:lnTo>
                  <a:pt x="0" y="301011"/>
                </a:lnTo>
                <a:lnTo>
                  <a:pt x="0" y="0"/>
                </a:lnTo>
                <a:close/>
              </a:path>
            </a:pathLst>
          </a:custGeom>
          <a:solidFill>
            <a:srgbClr val="29FFDD"/>
          </a:solidFill>
          <a:ln w="63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411428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" name="Group 25">
            <a:extLst>
              <a:ext uri="{FF2B5EF4-FFF2-40B4-BE49-F238E27FC236}">
                <a16:creationId xmlns:a16="http://schemas.microsoft.com/office/drawing/2014/main" id="{C0FAFF00-D1A2-CFF7-CE74-895E9A18F6A7}"/>
              </a:ext>
            </a:extLst>
          </p:cNvPr>
          <p:cNvGrpSpPr/>
          <p:nvPr/>
        </p:nvGrpSpPr>
        <p:grpSpPr>
          <a:xfrm>
            <a:off x="3692324" y="300942"/>
            <a:ext cx="2002420" cy="5515658"/>
            <a:chOff x="4473239" y="1507871"/>
            <a:chExt cx="995256" cy="145586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7FD2C1D-0A6E-694C-9228-2E88CDCA9323}"/>
                </a:ext>
              </a:extLst>
            </p:cNvPr>
            <p:cNvSpPr/>
            <p:nvPr/>
          </p:nvSpPr>
          <p:spPr>
            <a:xfrm>
              <a:off x="4485939" y="1651145"/>
              <a:ext cx="982556" cy="858964"/>
            </a:xfrm>
            <a:prstGeom prst="rect">
              <a:avLst/>
            </a:prstGeom>
            <a:solidFill>
              <a:srgbClr val="00B0F0">
                <a:alpha val="10000"/>
              </a:srgbClr>
            </a:solidFill>
            <a:ln w="635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DC07B64C-B344-D3B5-7B92-8A1E0640B51D}"/>
                </a:ext>
              </a:extLst>
            </p:cNvPr>
            <p:cNvGrpSpPr/>
            <p:nvPr/>
          </p:nvGrpSpPr>
          <p:grpSpPr>
            <a:xfrm>
              <a:off x="4478768" y="1507871"/>
              <a:ext cx="984329" cy="1455864"/>
              <a:chOff x="4478768" y="1507871"/>
              <a:chExt cx="984329" cy="1455864"/>
            </a:xfrm>
          </p:grpSpPr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1DA89DC5-351B-E84B-79EC-5A60E7F88E4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8768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FD6C4620-1A7E-261B-0EE6-642DDB2973D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5463097" y="1507871"/>
                <a:ext cx="0" cy="1455864"/>
              </a:xfrm>
              <a:prstGeom prst="line">
                <a:avLst/>
              </a:prstGeom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C9EE3F8C-6A3A-4891-2D1B-CBC81A0EABED}"/>
                  </a:ext>
                </a:extLst>
              </p:cNvPr>
              <p:cNvSpPr/>
              <p:nvPr/>
            </p:nvSpPr>
            <p:spPr>
              <a:xfrm>
                <a:off x="4489450" y="1908175"/>
                <a:ext cx="968375" cy="692150"/>
              </a:xfrm>
              <a:custGeom>
                <a:avLst/>
                <a:gdLst>
                  <a:gd name="csX0" fmla="*/ 0 w 1212850"/>
                  <a:gd name="csY0" fmla="*/ 0 h 1320800"/>
                  <a:gd name="csX1" fmla="*/ 327025 w 1212850"/>
                  <a:gd name="csY1" fmla="*/ 1158875 h 1320800"/>
                  <a:gd name="csX2" fmla="*/ 431800 w 1212850"/>
                  <a:gd name="csY2" fmla="*/ 1260475 h 1320800"/>
                  <a:gd name="csX3" fmla="*/ 488950 w 1212850"/>
                  <a:gd name="csY3" fmla="*/ 1279525 h 1320800"/>
                  <a:gd name="csX4" fmla="*/ 546100 w 1212850"/>
                  <a:gd name="csY4" fmla="*/ 1257300 h 1320800"/>
                  <a:gd name="csX5" fmla="*/ 606425 w 1212850"/>
                  <a:gd name="csY5" fmla="*/ 1228725 h 1320800"/>
                  <a:gd name="csX6" fmla="*/ 679450 w 1212850"/>
                  <a:gd name="csY6" fmla="*/ 1212850 h 1320800"/>
                  <a:gd name="csX7" fmla="*/ 746125 w 1212850"/>
                  <a:gd name="csY7" fmla="*/ 1209675 h 1320800"/>
                  <a:gd name="csX8" fmla="*/ 822325 w 1212850"/>
                  <a:gd name="csY8" fmla="*/ 1222375 h 1320800"/>
                  <a:gd name="csX9" fmla="*/ 876300 w 1212850"/>
                  <a:gd name="csY9" fmla="*/ 1238250 h 1320800"/>
                  <a:gd name="csX10" fmla="*/ 914400 w 1212850"/>
                  <a:gd name="csY10" fmla="*/ 1276350 h 1320800"/>
                  <a:gd name="csX11" fmla="*/ 942975 w 1212850"/>
                  <a:gd name="csY11" fmla="*/ 1320800 h 1320800"/>
                  <a:gd name="csX12" fmla="*/ 965200 w 1212850"/>
                  <a:gd name="csY12" fmla="*/ 1301750 h 1320800"/>
                  <a:gd name="csX13" fmla="*/ 1006475 w 1212850"/>
                  <a:gd name="csY13" fmla="*/ 1311275 h 1320800"/>
                  <a:gd name="csX14" fmla="*/ 1006475 w 1212850"/>
                  <a:gd name="csY14" fmla="*/ 1311275 h 1320800"/>
                  <a:gd name="csX15" fmla="*/ 1089025 w 1212850"/>
                  <a:gd name="csY15" fmla="*/ 1190625 h 1320800"/>
                  <a:gd name="csX16" fmla="*/ 1127125 w 1212850"/>
                  <a:gd name="csY16" fmla="*/ 1108075 h 1320800"/>
                  <a:gd name="csX17" fmla="*/ 1187450 w 1212850"/>
                  <a:gd name="csY17" fmla="*/ 1038225 h 1320800"/>
                  <a:gd name="csX18" fmla="*/ 1212850 w 1212850"/>
                  <a:gd name="csY18" fmla="*/ 1003300 h 1320800"/>
                  <a:gd name="csX0" fmla="*/ 0 w 968375"/>
                  <a:gd name="csY0" fmla="*/ 0 h 692150"/>
                  <a:gd name="csX1" fmla="*/ 82550 w 968375"/>
                  <a:gd name="csY1" fmla="*/ 530225 h 692150"/>
                  <a:gd name="csX2" fmla="*/ 187325 w 968375"/>
                  <a:gd name="csY2" fmla="*/ 631825 h 692150"/>
                  <a:gd name="csX3" fmla="*/ 244475 w 968375"/>
                  <a:gd name="csY3" fmla="*/ 650875 h 692150"/>
                  <a:gd name="csX4" fmla="*/ 301625 w 968375"/>
                  <a:gd name="csY4" fmla="*/ 628650 h 692150"/>
                  <a:gd name="csX5" fmla="*/ 361950 w 968375"/>
                  <a:gd name="csY5" fmla="*/ 600075 h 692150"/>
                  <a:gd name="csX6" fmla="*/ 434975 w 968375"/>
                  <a:gd name="csY6" fmla="*/ 584200 h 692150"/>
                  <a:gd name="csX7" fmla="*/ 501650 w 968375"/>
                  <a:gd name="csY7" fmla="*/ 581025 h 692150"/>
                  <a:gd name="csX8" fmla="*/ 577850 w 968375"/>
                  <a:gd name="csY8" fmla="*/ 593725 h 692150"/>
                  <a:gd name="csX9" fmla="*/ 631825 w 968375"/>
                  <a:gd name="csY9" fmla="*/ 609600 h 692150"/>
                  <a:gd name="csX10" fmla="*/ 669925 w 968375"/>
                  <a:gd name="csY10" fmla="*/ 647700 h 692150"/>
                  <a:gd name="csX11" fmla="*/ 698500 w 968375"/>
                  <a:gd name="csY11" fmla="*/ 692150 h 692150"/>
                  <a:gd name="csX12" fmla="*/ 720725 w 968375"/>
                  <a:gd name="csY12" fmla="*/ 673100 h 692150"/>
                  <a:gd name="csX13" fmla="*/ 762000 w 968375"/>
                  <a:gd name="csY13" fmla="*/ 682625 h 692150"/>
                  <a:gd name="csX14" fmla="*/ 762000 w 968375"/>
                  <a:gd name="csY14" fmla="*/ 682625 h 692150"/>
                  <a:gd name="csX15" fmla="*/ 844550 w 968375"/>
                  <a:gd name="csY15" fmla="*/ 561975 h 692150"/>
                  <a:gd name="csX16" fmla="*/ 882650 w 968375"/>
                  <a:gd name="csY16" fmla="*/ 479425 h 692150"/>
                  <a:gd name="csX17" fmla="*/ 942975 w 968375"/>
                  <a:gd name="csY17" fmla="*/ 409575 h 692150"/>
                  <a:gd name="csX18" fmla="*/ 968375 w 968375"/>
                  <a:gd name="csY18" fmla="*/ 374650 h 69215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</a:cxnLst>
                <a:rect l="l" t="t" r="r" b="b"/>
                <a:pathLst>
                  <a:path w="968375" h="692150">
                    <a:moveTo>
                      <a:pt x="0" y="0"/>
                    </a:moveTo>
                    <a:lnTo>
                      <a:pt x="82550" y="530225"/>
                    </a:lnTo>
                    <a:lnTo>
                      <a:pt x="187325" y="631825"/>
                    </a:lnTo>
                    <a:lnTo>
                      <a:pt x="244475" y="650875"/>
                    </a:lnTo>
                    <a:lnTo>
                      <a:pt x="301625" y="628650"/>
                    </a:lnTo>
                    <a:lnTo>
                      <a:pt x="361950" y="600075"/>
                    </a:lnTo>
                    <a:lnTo>
                      <a:pt x="434975" y="584200"/>
                    </a:lnTo>
                    <a:lnTo>
                      <a:pt x="501650" y="581025"/>
                    </a:lnTo>
                    <a:lnTo>
                      <a:pt x="577850" y="593725"/>
                    </a:lnTo>
                    <a:lnTo>
                      <a:pt x="631825" y="609600"/>
                    </a:lnTo>
                    <a:lnTo>
                      <a:pt x="669925" y="647700"/>
                    </a:lnTo>
                    <a:lnTo>
                      <a:pt x="698500" y="692150"/>
                    </a:lnTo>
                    <a:lnTo>
                      <a:pt x="720725" y="673100"/>
                    </a:lnTo>
                    <a:lnTo>
                      <a:pt x="762000" y="682625"/>
                    </a:lnTo>
                    <a:lnTo>
                      <a:pt x="762000" y="682625"/>
                    </a:lnTo>
                    <a:lnTo>
                      <a:pt x="844550" y="561975"/>
                    </a:lnTo>
                    <a:lnTo>
                      <a:pt x="882650" y="479425"/>
                    </a:lnTo>
                    <a:lnTo>
                      <a:pt x="942975" y="409575"/>
                    </a:lnTo>
                    <a:lnTo>
                      <a:pt x="968375" y="374650"/>
                    </a:lnTo>
                  </a:path>
                </a:pathLst>
              </a:custGeom>
              <a:noFill/>
              <a:ln w="6350"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69E96479-BC23-A0FC-99C5-76C0B0C716B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85939" y="158750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EAA0AA7-0F53-3367-23D6-6C101E13909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9589" y="16446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A18EEA4C-6DC2-26B6-2277-0FD34828EAF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6414" y="2012950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>
              <a:extLst>
                <a:ext uri="{FF2B5EF4-FFF2-40B4-BE49-F238E27FC236}">
                  <a16:creationId xmlns:a16="http://schemas.microsoft.com/office/drawing/2014/main" id="{9647F3CD-C6C7-91A7-43E7-B2503E8F2682}"/>
                </a:ext>
              </a:extLst>
            </p:cNvPr>
            <p:cNvCxnSpPr>
              <a:cxnSpLocks/>
            </p:cNvCxnSpPr>
            <p:nvPr/>
          </p:nvCxnSpPr>
          <p:spPr>
            <a:xfrm>
              <a:off x="4479589" y="2439706"/>
              <a:ext cx="988906" cy="0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2D56693F-635A-66A7-665A-B0FC97683C8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473239" y="2505075"/>
              <a:ext cx="971886" cy="4481"/>
            </a:xfrm>
            <a:prstGeom prst="line">
              <a:avLst/>
            </a:prstGeom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9831559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E94BE1E-AC79-90AB-206D-CF903E8397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068" y="1073150"/>
            <a:ext cx="8762036" cy="4711700"/>
          </a:xfrm>
          <a:prstGeom prst="rect">
            <a:avLst/>
          </a:prstGeom>
          <a:solidFill>
            <a:srgbClr val="941100"/>
          </a:solidFill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11D785B7-03EA-BBB1-943F-74B3ADB823CA}"/>
              </a:ext>
            </a:extLst>
          </p:cNvPr>
          <p:cNvSpPr txBox="1"/>
          <p:nvPr/>
        </p:nvSpPr>
        <p:spPr>
          <a:xfrm>
            <a:off x="457200" y="217714"/>
            <a:ext cx="194450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Raai</a:t>
            </a:r>
            <a:r>
              <a:rPr lang="en-US" dirty="0"/>
              <a:t> 5,  Y=475100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E8034D50-D91B-CDD2-066A-5646EB742A48}"/>
              </a:ext>
            </a:extLst>
          </p:cNvPr>
          <p:cNvGrpSpPr/>
          <p:nvPr/>
        </p:nvGrpSpPr>
        <p:grpSpPr>
          <a:xfrm>
            <a:off x="3104417" y="104717"/>
            <a:ext cx="3689922" cy="6012270"/>
            <a:chOff x="3104417" y="104717"/>
            <a:chExt cx="3689922" cy="6012270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B73D1086-B336-CCDE-A911-73692E5848F5}"/>
                </a:ext>
              </a:extLst>
            </p:cNvPr>
            <p:cNvGrpSpPr/>
            <p:nvPr/>
          </p:nvGrpSpPr>
          <p:grpSpPr>
            <a:xfrm>
              <a:off x="3130596" y="2159515"/>
              <a:ext cx="3642422" cy="1899771"/>
              <a:chOff x="3130596" y="2159515"/>
              <a:chExt cx="3642422" cy="1899771"/>
            </a:xfrm>
          </p:grpSpPr>
          <p:sp>
            <p:nvSpPr>
              <p:cNvPr id="26" name="Triangle 25">
                <a:extLst>
                  <a:ext uri="{FF2B5EF4-FFF2-40B4-BE49-F238E27FC236}">
                    <a16:creationId xmlns:a16="http://schemas.microsoft.com/office/drawing/2014/main" id="{3708F1E4-4B7A-5FF1-4632-290EF2DFA4C6}"/>
                  </a:ext>
                </a:extLst>
              </p:cNvPr>
              <p:cNvSpPr/>
              <p:nvPr/>
            </p:nvSpPr>
            <p:spPr>
              <a:xfrm>
                <a:off x="3130596" y="2159515"/>
                <a:ext cx="273542" cy="1350199"/>
              </a:xfrm>
              <a:custGeom>
                <a:avLst/>
                <a:gdLst>
                  <a:gd name="csX0" fmla="*/ 0 w 1060704"/>
                  <a:gd name="csY0" fmla="*/ 914400 h 914400"/>
                  <a:gd name="csX1" fmla="*/ 530352 w 1060704"/>
                  <a:gd name="csY1" fmla="*/ 0 h 914400"/>
                  <a:gd name="csX2" fmla="*/ 1060704 w 1060704"/>
                  <a:gd name="csY2" fmla="*/ 914400 h 914400"/>
                  <a:gd name="csX3" fmla="*/ 0 w 1060704"/>
                  <a:gd name="csY3" fmla="*/ 914400 h 914400"/>
                  <a:gd name="csX0" fmla="*/ 22179 w 1082883"/>
                  <a:gd name="csY0" fmla="*/ 1350199 h 1350199"/>
                  <a:gd name="csX1" fmla="*/ 0 w 1082883"/>
                  <a:gd name="csY1" fmla="*/ 0 h 1350199"/>
                  <a:gd name="csX2" fmla="*/ 1082883 w 1082883"/>
                  <a:gd name="csY2" fmla="*/ 1350199 h 1350199"/>
                  <a:gd name="csX3" fmla="*/ 22179 w 1082883"/>
                  <a:gd name="csY3" fmla="*/ 1350199 h 1350199"/>
                  <a:gd name="csX0" fmla="*/ 22179 w 273542"/>
                  <a:gd name="csY0" fmla="*/ 1350199 h 1361872"/>
                  <a:gd name="csX1" fmla="*/ 0 w 273542"/>
                  <a:gd name="csY1" fmla="*/ 0 h 1361872"/>
                  <a:gd name="csX2" fmla="*/ 273542 w 273542"/>
                  <a:gd name="csY2" fmla="*/ 1361872 h 1361872"/>
                  <a:gd name="csX3" fmla="*/ 22179 w 273542"/>
                  <a:gd name="csY3" fmla="*/ 1350199 h 1361872"/>
                  <a:gd name="csX0" fmla="*/ 22179 w 269651"/>
                  <a:gd name="csY0" fmla="*/ 1350199 h 1350199"/>
                  <a:gd name="csX1" fmla="*/ 0 w 269651"/>
                  <a:gd name="csY1" fmla="*/ 0 h 1350199"/>
                  <a:gd name="csX2" fmla="*/ 269651 w 269651"/>
                  <a:gd name="csY2" fmla="*/ 1350199 h 1350199"/>
                  <a:gd name="csX3" fmla="*/ 22179 w 269651"/>
                  <a:gd name="csY3" fmla="*/ 1350199 h 1350199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269651 w 269651"/>
                  <a:gd name="csY2" fmla="*/ 1350199 h 1354090"/>
                  <a:gd name="csX3" fmla="*/ 10506 w 269651"/>
                  <a:gd name="csY3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71750 w 269651"/>
                  <a:gd name="csY2" fmla="*/ 350221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0506 w 269651"/>
                  <a:gd name="csY0" fmla="*/ 1354090 h 1354090"/>
                  <a:gd name="csX1" fmla="*/ 0 w 269651"/>
                  <a:gd name="csY1" fmla="*/ 0 h 1354090"/>
                  <a:gd name="csX2" fmla="*/ 32839 w 269651"/>
                  <a:gd name="csY2" fmla="*/ 15589 h 1354090"/>
                  <a:gd name="csX3" fmla="*/ 269651 w 269651"/>
                  <a:gd name="csY3" fmla="*/ 1350199 h 1354090"/>
                  <a:gd name="csX4" fmla="*/ 10506 w 269651"/>
                  <a:gd name="csY4" fmla="*/ 1354090 h 1354090"/>
                  <a:gd name="csX0" fmla="*/ 14397 w 273542"/>
                  <a:gd name="csY0" fmla="*/ 1338526 h 1338526"/>
                  <a:gd name="csX1" fmla="*/ 0 w 273542"/>
                  <a:gd name="csY1" fmla="*/ 0 h 1338526"/>
                  <a:gd name="csX2" fmla="*/ 36730 w 273542"/>
                  <a:gd name="csY2" fmla="*/ 25 h 1338526"/>
                  <a:gd name="csX3" fmla="*/ 273542 w 273542"/>
                  <a:gd name="csY3" fmla="*/ 1334635 h 1338526"/>
                  <a:gd name="csX4" fmla="*/ 14397 w 273542"/>
                  <a:gd name="csY4" fmla="*/ 1338526 h 1338526"/>
                  <a:gd name="csX0" fmla="*/ 14397 w 273542"/>
                  <a:gd name="csY0" fmla="*/ 1338526 h 1346309"/>
                  <a:gd name="csX1" fmla="*/ 0 w 273542"/>
                  <a:gd name="csY1" fmla="*/ 0 h 1346309"/>
                  <a:gd name="csX2" fmla="*/ 36730 w 273542"/>
                  <a:gd name="csY2" fmla="*/ 25 h 1346309"/>
                  <a:gd name="csX3" fmla="*/ 273542 w 273542"/>
                  <a:gd name="csY3" fmla="*/ 1346309 h 1346309"/>
                  <a:gd name="csX4" fmla="*/ 14397 w 273542"/>
                  <a:gd name="csY4" fmla="*/ 1338526 h 1346309"/>
                  <a:gd name="csX0" fmla="*/ 14397 w 273542"/>
                  <a:gd name="csY0" fmla="*/ 1350199 h 1350199"/>
                  <a:gd name="csX1" fmla="*/ 0 w 273542"/>
                  <a:gd name="csY1" fmla="*/ 0 h 1350199"/>
                  <a:gd name="csX2" fmla="*/ 36730 w 273542"/>
                  <a:gd name="csY2" fmla="*/ 25 h 1350199"/>
                  <a:gd name="csX3" fmla="*/ 273542 w 273542"/>
                  <a:gd name="csY3" fmla="*/ 1346309 h 1350199"/>
                  <a:gd name="csX4" fmla="*/ 14397 w 273542"/>
                  <a:gd name="csY4" fmla="*/ 1350199 h 1350199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73542" h="1350199">
                    <a:moveTo>
                      <a:pt x="14397" y="1350199"/>
                    </a:moveTo>
                    <a:lnTo>
                      <a:pt x="0" y="0"/>
                    </a:lnTo>
                    <a:lnTo>
                      <a:pt x="36730" y="25"/>
                    </a:lnTo>
                    <a:lnTo>
                      <a:pt x="273542" y="1346309"/>
                    </a:lnTo>
                    <a:lnTo>
                      <a:pt x="14397" y="1350199"/>
                    </a:lnTo>
                    <a:close/>
                  </a:path>
                </a:pathLst>
              </a:custGeom>
              <a:solidFill>
                <a:srgbClr val="D18228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7" name="Rectangle 26">
                <a:extLst>
                  <a:ext uri="{FF2B5EF4-FFF2-40B4-BE49-F238E27FC236}">
                    <a16:creationId xmlns:a16="http://schemas.microsoft.com/office/drawing/2014/main" id="{7449ADEF-9909-DDFD-A107-865B155CEB34}"/>
                  </a:ext>
                </a:extLst>
              </p:cNvPr>
              <p:cNvSpPr/>
              <p:nvPr/>
            </p:nvSpPr>
            <p:spPr>
              <a:xfrm>
                <a:off x="3149076" y="3497124"/>
                <a:ext cx="297861" cy="27959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93400" h="275685">
                    <a:moveTo>
                      <a:pt x="0" y="0"/>
                    </a:moveTo>
                    <a:lnTo>
                      <a:pt x="250598" y="0"/>
                    </a:lnTo>
                    <a:lnTo>
                      <a:pt x="293400" y="271794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982F0B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6">
                <a:extLst>
                  <a:ext uri="{FF2B5EF4-FFF2-40B4-BE49-F238E27FC236}">
                    <a16:creationId xmlns:a16="http://schemas.microsoft.com/office/drawing/2014/main" id="{BAEEFF79-60AA-F7A7-CE40-867901C62B7B}"/>
                  </a:ext>
                </a:extLst>
              </p:cNvPr>
              <p:cNvSpPr/>
              <p:nvPr/>
            </p:nvSpPr>
            <p:spPr>
              <a:xfrm>
                <a:off x="3149076" y="3783600"/>
                <a:ext cx="487953" cy="275686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71169 w 293400"/>
                  <a:gd name="csY2" fmla="*/ 130811 h 275685"/>
                  <a:gd name="csX3" fmla="*/ 293400 w 293400"/>
                  <a:gd name="csY3" fmla="*/ 271794 h 275685"/>
                  <a:gd name="csX4" fmla="*/ 0 w 293400"/>
                  <a:gd name="csY4" fmla="*/ 275685 h 275685"/>
                  <a:gd name="csX5" fmla="*/ 0 w 293400"/>
                  <a:gd name="csY5" fmla="*/ 0 h 275685"/>
                  <a:gd name="csX0" fmla="*/ 0 w 321753"/>
                  <a:gd name="csY0" fmla="*/ 0 h 275685"/>
                  <a:gd name="csX1" fmla="*/ 250598 w 321753"/>
                  <a:gd name="csY1" fmla="*/ 0 h 275685"/>
                  <a:gd name="csX2" fmla="*/ 321753 w 321753"/>
                  <a:gd name="csY2" fmla="*/ 126920 h 275685"/>
                  <a:gd name="csX3" fmla="*/ 293400 w 321753"/>
                  <a:gd name="csY3" fmla="*/ 271794 h 275685"/>
                  <a:gd name="csX4" fmla="*/ 0 w 321753"/>
                  <a:gd name="csY4" fmla="*/ 275685 h 275685"/>
                  <a:gd name="csX5" fmla="*/ 0 w 321753"/>
                  <a:gd name="csY5" fmla="*/ 0 h 275685"/>
                  <a:gd name="csX0" fmla="*/ 0 w 487953"/>
                  <a:gd name="csY0" fmla="*/ 0 h 275686"/>
                  <a:gd name="csX1" fmla="*/ 250598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  <a:gd name="csX0" fmla="*/ 0 w 487953"/>
                  <a:gd name="csY0" fmla="*/ 0 h 275686"/>
                  <a:gd name="csX1" fmla="*/ 293399 w 487953"/>
                  <a:gd name="csY1" fmla="*/ 0 h 275686"/>
                  <a:gd name="csX2" fmla="*/ 321753 w 487953"/>
                  <a:gd name="csY2" fmla="*/ 126920 h 275686"/>
                  <a:gd name="csX3" fmla="*/ 487953 w 487953"/>
                  <a:gd name="csY3" fmla="*/ 275686 h 275686"/>
                  <a:gd name="csX4" fmla="*/ 0 w 487953"/>
                  <a:gd name="csY4" fmla="*/ 275685 h 275686"/>
                  <a:gd name="csX5" fmla="*/ 0 w 487953"/>
                  <a:gd name="csY5" fmla="*/ 0 h 2756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87953" h="275686">
                    <a:moveTo>
                      <a:pt x="0" y="0"/>
                    </a:moveTo>
                    <a:lnTo>
                      <a:pt x="293399" y="0"/>
                    </a:lnTo>
                    <a:lnTo>
                      <a:pt x="321753" y="126920"/>
                    </a:lnTo>
                    <a:lnTo>
                      <a:pt x="487953" y="275686"/>
                    </a:lnTo>
                    <a:lnTo>
                      <a:pt x="0" y="275685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6">
                <a:extLst>
                  <a:ext uri="{FF2B5EF4-FFF2-40B4-BE49-F238E27FC236}">
                    <a16:creationId xmlns:a16="http://schemas.microsoft.com/office/drawing/2014/main" id="{555367BF-FE2F-4925-18B0-D321D345A032}"/>
                  </a:ext>
                </a:extLst>
              </p:cNvPr>
              <p:cNvSpPr/>
              <p:nvPr/>
            </p:nvSpPr>
            <p:spPr>
              <a:xfrm>
                <a:off x="6279816" y="3500213"/>
                <a:ext cx="491844" cy="548060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26848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0 w 293400"/>
                  <a:gd name="csY4" fmla="*/ 26848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116732 w 293400"/>
                  <a:gd name="csY4" fmla="*/ 15564 h 544169"/>
                  <a:gd name="csX0" fmla="*/ 116732 w 293400"/>
                  <a:gd name="csY0" fmla="*/ 15564 h 544169"/>
                  <a:gd name="csX1" fmla="*/ 293400 w 293400"/>
                  <a:gd name="csY1" fmla="*/ 0 h 544169"/>
                  <a:gd name="csX2" fmla="*/ 293400 w 293400"/>
                  <a:gd name="csY2" fmla="*/ 540278 h 544169"/>
                  <a:gd name="csX3" fmla="*/ 0 w 293400"/>
                  <a:gd name="csY3" fmla="*/ 544169 h 544169"/>
                  <a:gd name="csX4" fmla="*/ 58726 w 293400"/>
                  <a:gd name="csY4" fmla="*/ 285793 h 544169"/>
                  <a:gd name="csX5" fmla="*/ 116732 w 293400"/>
                  <a:gd name="csY5" fmla="*/ 15564 h 544169"/>
                  <a:gd name="csX0" fmla="*/ 151391 w 328059"/>
                  <a:gd name="csY0" fmla="*/ 15564 h 544169"/>
                  <a:gd name="csX1" fmla="*/ 328059 w 328059"/>
                  <a:gd name="csY1" fmla="*/ 0 h 544169"/>
                  <a:gd name="csX2" fmla="*/ 328059 w 328059"/>
                  <a:gd name="csY2" fmla="*/ 540278 h 544169"/>
                  <a:gd name="csX3" fmla="*/ 34659 w 328059"/>
                  <a:gd name="csY3" fmla="*/ 544169 h 544169"/>
                  <a:gd name="csX4" fmla="*/ 0 w 328059"/>
                  <a:gd name="csY4" fmla="*/ 196299 h 544169"/>
                  <a:gd name="csX5" fmla="*/ 151391 w 328059"/>
                  <a:gd name="csY5" fmla="*/ 15564 h 544169"/>
                  <a:gd name="csX0" fmla="*/ 315176 w 491844"/>
                  <a:gd name="csY0" fmla="*/ 15564 h 548060"/>
                  <a:gd name="csX1" fmla="*/ 491844 w 491844"/>
                  <a:gd name="csY1" fmla="*/ 0 h 548060"/>
                  <a:gd name="csX2" fmla="*/ 491844 w 491844"/>
                  <a:gd name="csY2" fmla="*/ 540278 h 548060"/>
                  <a:gd name="csX3" fmla="*/ 0 w 491844"/>
                  <a:gd name="csY3" fmla="*/ 548060 h 548060"/>
                  <a:gd name="csX4" fmla="*/ 163785 w 491844"/>
                  <a:gd name="csY4" fmla="*/ 196299 h 548060"/>
                  <a:gd name="csX5" fmla="*/ 315176 w 491844"/>
                  <a:gd name="csY5" fmla="*/ 15564 h 548060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491844" h="548060">
                    <a:moveTo>
                      <a:pt x="315176" y="15564"/>
                    </a:moveTo>
                    <a:lnTo>
                      <a:pt x="491844" y="0"/>
                    </a:lnTo>
                    <a:lnTo>
                      <a:pt x="491844" y="540278"/>
                    </a:lnTo>
                    <a:lnTo>
                      <a:pt x="0" y="548060"/>
                    </a:lnTo>
                    <a:lnTo>
                      <a:pt x="163785" y="196299"/>
                    </a:lnTo>
                    <a:lnTo>
                      <a:pt x="315176" y="15564"/>
                    </a:lnTo>
                    <a:close/>
                  </a:path>
                </a:pathLst>
              </a:custGeom>
              <a:solidFill>
                <a:srgbClr val="FFFF50"/>
              </a:solidFill>
              <a:ln w="63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6">
                <a:extLst>
                  <a:ext uri="{FF2B5EF4-FFF2-40B4-BE49-F238E27FC236}">
                    <a16:creationId xmlns:a16="http://schemas.microsoft.com/office/drawing/2014/main" id="{0908DB35-7B1D-B582-0E14-E820C7B81F15}"/>
                  </a:ext>
                </a:extLst>
              </p:cNvPr>
              <p:cNvSpPr/>
              <p:nvPr/>
            </p:nvSpPr>
            <p:spPr>
              <a:xfrm>
                <a:off x="6604132" y="3357072"/>
                <a:ext cx="168886" cy="158954"/>
              </a:xfrm>
              <a:custGeom>
                <a:avLst/>
                <a:gdLst>
                  <a:gd name="csX0" fmla="*/ 0 w 250598"/>
                  <a:gd name="csY0" fmla="*/ 0 h 275685"/>
                  <a:gd name="csX1" fmla="*/ 250598 w 250598"/>
                  <a:gd name="csY1" fmla="*/ 0 h 275685"/>
                  <a:gd name="csX2" fmla="*/ 250598 w 250598"/>
                  <a:gd name="csY2" fmla="*/ 275685 h 275685"/>
                  <a:gd name="csX3" fmla="*/ 0 w 250598"/>
                  <a:gd name="csY3" fmla="*/ 275685 h 275685"/>
                  <a:gd name="csX4" fmla="*/ 0 w 250598"/>
                  <a:gd name="csY4" fmla="*/ 0 h 275685"/>
                  <a:gd name="csX0" fmla="*/ 0 w 305073"/>
                  <a:gd name="csY0" fmla="*/ 0 h 279576"/>
                  <a:gd name="csX1" fmla="*/ 250598 w 305073"/>
                  <a:gd name="csY1" fmla="*/ 0 h 279576"/>
                  <a:gd name="csX2" fmla="*/ 305073 w 305073"/>
                  <a:gd name="csY2" fmla="*/ 279576 h 279576"/>
                  <a:gd name="csX3" fmla="*/ 0 w 305073"/>
                  <a:gd name="csY3" fmla="*/ 275685 h 279576"/>
                  <a:gd name="csX4" fmla="*/ 0 w 305073"/>
                  <a:gd name="csY4" fmla="*/ 0 h 279576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67903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50598 w 293400"/>
                  <a:gd name="csY1" fmla="*/ 0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0 w 293400"/>
                  <a:gd name="csY0" fmla="*/ 0 h 275685"/>
                  <a:gd name="csX1" fmla="*/ 289509 w 293400"/>
                  <a:gd name="csY1" fmla="*/ 124514 h 275685"/>
                  <a:gd name="csX2" fmla="*/ 293400 w 293400"/>
                  <a:gd name="csY2" fmla="*/ 271794 h 275685"/>
                  <a:gd name="csX3" fmla="*/ 0 w 293400"/>
                  <a:gd name="csY3" fmla="*/ 275685 h 275685"/>
                  <a:gd name="csX4" fmla="*/ 0 w 293400"/>
                  <a:gd name="csY4" fmla="*/ 0 h 275685"/>
                  <a:gd name="csX0" fmla="*/ 186771 w 293400"/>
                  <a:gd name="csY0" fmla="*/ 73930 h 151171"/>
                  <a:gd name="csX1" fmla="*/ 289509 w 293400"/>
                  <a:gd name="csY1" fmla="*/ 0 h 151171"/>
                  <a:gd name="csX2" fmla="*/ 293400 w 293400"/>
                  <a:gd name="csY2" fmla="*/ 147280 h 151171"/>
                  <a:gd name="csX3" fmla="*/ 0 w 293400"/>
                  <a:gd name="csY3" fmla="*/ 151171 h 151171"/>
                  <a:gd name="csX4" fmla="*/ 186771 w 293400"/>
                  <a:gd name="csY4" fmla="*/ 73930 h 151171"/>
                  <a:gd name="csX0" fmla="*/ 62257 w 168886"/>
                  <a:gd name="csY0" fmla="*/ 73930 h 158954"/>
                  <a:gd name="csX1" fmla="*/ 164995 w 168886"/>
                  <a:gd name="csY1" fmla="*/ 0 h 158954"/>
                  <a:gd name="csX2" fmla="*/ 168886 w 168886"/>
                  <a:gd name="csY2" fmla="*/ 147280 h 158954"/>
                  <a:gd name="csX3" fmla="*/ 0 w 168886"/>
                  <a:gd name="csY3" fmla="*/ 158954 h 158954"/>
                  <a:gd name="csX4" fmla="*/ 62257 w 168886"/>
                  <a:gd name="csY4" fmla="*/ 73930 h 15895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168886" h="158954">
                    <a:moveTo>
                      <a:pt x="62257" y="73930"/>
                    </a:moveTo>
                    <a:lnTo>
                      <a:pt x="164995" y="0"/>
                    </a:lnTo>
                    <a:lnTo>
                      <a:pt x="168886" y="147280"/>
                    </a:lnTo>
                    <a:lnTo>
                      <a:pt x="0" y="158954"/>
                    </a:lnTo>
                    <a:lnTo>
                      <a:pt x="62257" y="73930"/>
                    </a:lnTo>
                    <a:close/>
                  </a:path>
                </a:pathLst>
              </a:custGeom>
              <a:solidFill>
                <a:srgbClr val="941100"/>
              </a:solidFill>
              <a:ln w="6350">
                <a:solidFill>
                  <a:srgbClr val="982F0B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2BA2F38-27F6-2880-6FBB-B80C12477F5E}"/>
                </a:ext>
              </a:extLst>
            </p:cNvPr>
            <p:cNvGrpSpPr/>
            <p:nvPr/>
          </p:nvGrpSpPr>
          <p:grpSpPr>
            <a:xfrm>
              <a:off x="3113591" y="335665"/>
              <a:ext cx="3680748" cy="5578996"/>
              <a:chOff x="4473239" y="1507832"/>
              <a:chExt cx="995256" cy="1455827"/>
            </a:xfrm>
            <a:solidFill>
              <a:srgbClr val="00B0F0"/>
            </a:solidFill>
          </p:grpSpPr>
          <p:grpSp>
            <p:nvGrpSpPr>
              <p:cNvPr id="17" name="Group 16">
                <a:extLst>
                  <a:ext uri="{FF2B5EF4-FFF2-40B4-BE49-F238E27FC236}">
                    <a16:creationId xmlns:a16="http://schemas.microsoft.com/office/drawing/2014/main" id="{DCD64D48-FB90-BFD7-0A11-1EB6E387A608}"/>
                  </a:ext>
                </a:extLst>
              </p:cNvPr>
              <p:cNvGrpSpPr/>
              <p:nvPr/>
            </p:nvGrpSpPr>
            <p:grpSpPr>
              <a:xfrm>
                <a:off x="4478770" y="1507832"/>
                <a:ext cx="986887" cy="1455827"/>
                <a:chOff x="4478770" y="1507871"/>
                <a:chExt cx="986887" cy="1455864"/>
              </a:xfrm>
              <a:grpFill/>
            </p:grpSpPr>
            <p:sp>
              <p:nvSpPr>
                <p:cNvPr id="25" name="Freeform 24">
                  <a:extLst>
                    <a:ext uri="{FF2B5EF4-FFF2-40B4-BE49-F238E27FC236}">
                      <a16:creationId xmlns:a16="http://schemas.microsoft.com/office/drawing/2014/main" id="{8CD3D8E3-1DEA-160E-758A-9202752D5AF5}"/>
                    </a:ext>
                  </a:extLst>
                </p:cNvPr>
                <p:cNvSpPr/>
                <p:nvPr/>
              </p:nvSpPr>
              <p:spPr>
                <a:xfrm>
                  <a:off x="4479816" y="1646446"/>
                  <a:ext cx="985841" cy="951849"/>
                </a:xfrm>
                <a:custGeom>
                  <a:avLst/>
                  <a:gdLst>
                    <a:gd name="csX0" fmla="*/ 0 w 1212850"/>
                    <a:gd name="csY0" fmla="*/ 0 h 1320800"/>
                    <a:gd name="csX1" fmla="*/ 327025 w 1212850"/>
                    <a:gd name="csY1" fmla="*/ 1158875 h 1320800"/>
                    <a:gd name="csX2" fmla="*/ 431800 w 1212850"/>
                    <a:gd name="csY2" fmla="*/ 1260475 h 1320800"/>
                    <a:gd name="csX3" fmla="*/ 488950 w 1212850"/>
                    <a:gd name="csY3" fmla="*/ 1279525 h 1320800"/>
                    <a:gd name="csX4" fmla="*/ 546100 w 1212850"/>
                    <a:gd name="csY4" fmla="*/ 1257300 h 1320800"/>
                    <a:gd name="csX5" fmla="*/ 606425 w 1212850"/>
                    <a:gd name="csY5" fmla="*/ 1228725 h 1320800"/>
                    <a:gd name="csX6" fmla="*/ 679450 w 1212850"/>
                    <a:gd name="csY6" fmla="*/ 1212850 h 1320800"/>
                    <a:gd name="csX7" fmla="*/ 746125 w 1212850"/>
                    <a:gd name="csY7" fmla="*/ 1209675 h 1320800"/>
                    <a:gd name="csX8" fmla="*/ 822325 w 1212850"/>
                    <a:gd name="csY8" fmla="*/ 1222375 h 1320800"/>
                    <a:gd name="csX9" fmla="*/ 876300 w 1212850"/>
                    <a:gd name="csY9" fmla="*/ 1238250 h 1320800"/>
                    <a:gd name="csX10" fmla="*/ 914400 w 1212850"/>
                    <a:gd name="csY10" fmla="*/ 1276350 h 1320800"/>
                    <a:gd name="csX11" fmla="*/ 942975 w 1212850"/>
                    <a:gd name="csY11" fmla="*/ 1320800 h 1320800"/>
                    <a:gd name="csX12" fmla="*/ 965200 w 1212850"/>
                    <a:gd name="csY12" fmla="*/ 1301750 h 1320800"/>
                    <a:gd name="csX13" fmla="*/ 1006475 w 1212850"/>
                    <a:gd name="csY13" fmla="*/ 1311275 h 1320800"/>
                    <a:gd name="csX14" fmla="*/ 1006475 w 1212850"/>
                    <a:gd name="csY14" fmla="*/ 1311275 h 1320800"/>
                    <a:gd name="csX15" fmla="*/ 1089025 w 1212850"/>
                    <a:gd name="csY15" fmla="*/ 1190625 h 1320800"/>
                    <a:gd name="csX16" fmla="*/ 1127125 w 1212850"/>
                    <a:gd name="csY16" fmla="*/ 1108075 h 1320800"/>
                    <a:gd name="csX17" fmla="*/ 1187450 w 1212850"/>
                    <a:gd name="csY17" fmla="*/ 1038225 h 1320800"/>
                    <a:gd name="csX18" fmla="*/ 1212850 w 1212850"/>
                    <a:gd name="csY18" fmla="*/ 1003300 h 1320800"/>
                    <a:gd name="csX0" fmla="*/ 0 w 968375"/>
                    <a:gd name="csY0" fmla="*/ 0 h 692150"/>
                    <a:gd name="csX1" fmla="*/ 82550 w 968375"/>
                    <a:gd name="csY1" fmla="*/ 530225 h 692150"/>
                    <a:gd name="csX2" fmla="*/ 187325 w 968375"/>
                    <a:gd name="csY2" fmla="*/ 631825 h 692150"/>
                    <a:gd name="csX3" fmla="*/ 244475 w 968375"/>
                    <a:gd name="csY3" fmla="*/ 650875 h 692150"/>
                    <a:gd name="csX4" fmla="*/ 301625 w 968375"/>
                    <a:gd name="csY4" fmla="*/ 628650 h 692150"/>
                    <a:gd name="csX5" fmla="*/ 361950 w 968375"/>
                    <a:gd name="csY5" fmla="*/ 600075 h 692150"/>
                    <a:gd name="csX6" fmla="*/ 434975 w 968375"/>
                    <a:gd name="csY6" fmla="*/ 584200 h 692150"/>
                    <a:gd name="csX7" fmla="*/ 501650 w 968375"/>
                    <a:gd name="csY7" fmla="*/ 581025 h 692150"/>
                    <a:gd name="csX8" fmla="*/ 577850 w 968375"/>
                    <a:gd name="csY8" fmla="*/ 593725 h 692150"/>
                    <a:gd name="csX9" fmla="*/ 631825 w 968375"/>
                    <a:gd name="csY9" fmla="*/ 609600 h 692150"/>
                    <a:gd name="csX10" fmla="*/ 669925 w 968375"/>
                    <a:gd name="csY10" fmla="*/ 647700 h 692150"/>
                    <a:gd name="csX11" fmla="*/ 698500 w 968375"/>
                    <a:gd name="csY11" fmla="*/ 692150 h 692150"/>
                    <a:gd name="csX12" fmla="*/ 720725 w 968375"/>
                    <a:gd name="csY12" fmla="*/ 673100 h 692150"/>
                    <a:gd name="csX13" fmla="*/ 762000 w 968375"/>
                    <a:gd name="csY13" fmla="*/ 682625 h 692150"/>
                    <a:gd name="csX14" fmla="*/ 762000 w 968375"/>
                    <a:gd name="csY14" fmla="*/ 682625 h 692150"/>
                    <a:gd name="csX15" fmla="*/ 844550 w 968375"/>
                    <a:gd name="csY15" fmla="*/ 561975 h 692150"/>
                    <a:gd name="csX16" fmla="*/ 882650 w 968375"/>
                    <a:gd name="csY16" fmla="*/ 479425 h 692150"/>
                    <a:gd name="csX17" fmla="*/ 942975 w 968375"/>
                    <a:gd name="csY17" fmla="*/ 409575 h 692150"/>
                    <a:gd name="csX18" fmla="*/ 968375 w 968375"/>
                    <a:gd name="csY18" fmla="*/ 374650 h 692150"/>
                    <a:gd name="csX0" fmla="*/ 0 w 968375"/>
                    <a:gd name="csY0" fmla="*/ 0 h 692150"/>
                    <a:gd name="csX1" fmla="*/ 8827 w 968375"/>
                    <a:gd name="csY1" fmla="*/ 82970 h 692150"/>
                    <a:gd name="csX2" fmla="*/ 82550 w 968375"/>
                    <a:gd name="csY2" fmla="*/ 530225 h 692150"/>
                    <a:gd name="csX3" fmla="*/ 187325 w 968375"/>
                    <a:gd name="csY3" fmla="*/ 631825 h 692150"/>
                    <a:gd name="csX4" fmla="*/ 244475 w 968375"/>
                    <a:gd name="csY4" fmla="*/ 650875 h 692150"/>
                    <a:gd name="csX5" fmla="*/ 301625 w 968375"/>
                    <a:gd name="csY5" fmla="*/ 628650 h 692150"/>
                    <a:gd name="csX6" fmla="*/ 361950 w 968375"/>
                    <a:gd name="csY6" fmla="*/ 600075 h 692150"/>
                    <a:gd name="csX7" fmla="*/ 434975 w 968375"/>
                    <a:gd name="csY7" fmla="*/ 584200 h 692150"/>
                    <a:gd name="csX8" fmla="*/ 501650 w 968375"/>
                    <a:gd name="csY8" fmla="*/ 581025 h 692150"/>
                    <a:gd name="csX9" fmla="*/ 577850 w 968375"/>
                    <a:gd name="csY9" fmla="*/ 593725 h 692150"/>
                    <a:gd name="csX10" fmla="*/ 631825 w 968375"/>
                    <a:gd name="csY10" fmla="*/ 609600 h 692150"/>
                    <a:gd name="csX11" fmla="*/ 669925 w 968375"/>
                    <a:gd name="csY11" fmla="*/ 647700 h 692150"/>
                    <a:gd name="csX12" fmla="*/ 698500 w 968375"/>
                    <a:gd name="csY12" fmla="*/ 692150 h 692150"/>
                    <a:gd name="csX13" fmla="*/ 720725 w 968375"/>
                    <a:gd name="csY13" fmla="*/ 673100 h 692150"/>
                    <a:gd name="csX14" fmla="*/ 762000 w 968375"/>
                    <a:gd name="csY14" fmla="*/ 682625 h 692150"/>
                    <a:gd name="csX15" fmla="*/ 762000 w 968375"/>
                    <a:gd name="csY15" fmla="*/ 682625 h 692150"/>
                    <a:gd name="csX16" fmla="*/ 844550 w 968375"/>
                    <a:gd name="csY16" fmla="*/ 561975 h 692150"/>
                    <a:gd name="csX17" fmla="*/ 882650 w 968375"/>
                    <a:gd name="csY17" fmla="*/ 479425 h 692150"/>
                    <a:gd name="csX18" fmla="*/ 942975 w 968375"/>
                    <a:gd name="csY18" fmla="*/ 409575 h 692150"/>
                    <a:gd name="csX19" fmla="*/ 968375 w 968375"/>
                    <a:gd name="csY19" fmla="*/ 374650 h 692150"/>
                    <a:gd name="csX0" fmla="*/ 0 w 974634"/>
                    <a:gd name="csY0" fmla="*/ 0 h 942849"/>
                    <a:gd name="csX1" fmla="*/ 15086 w 974634"/>
                    <a:gd name="csY1" fmla="*/ 333669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74634"/>
                    <a:gd name="csY0" fmla="*/ 0 h 942849"/>
                    <a:gd name="csX1" fmla="*/ 5697 w 974634"/>
                    <a:gd name="csY1" fmla="*/ 297423 h 942849"/>
                    <a:gd name="csX2" fmla="*/ 88809 w 974634"/>
                    <a:gd name="csY2" fmla="*/ 780924 h 942849"/>
                    <a:gd name="csX3" fmla="*/ 193584 w 974634"/>
                    <a:gd name="csY3" fmla="*/ 882524 h 942849"/>
                    <a:gd name="csX4" fmla="*/ 250734 w 974634"/>
                    <a:gd name="csY4" fmla="*/ 901574 h 942849"/>
                    <a:gd name="csX5" fmla="*/ 307884 w 974634"/>
                    <a:gd name="csY5" fmla="*/ 879349 h 942849"/>
                    <a:gd name="csX6" fmla="*/ 368209 w 974634"/>
                    <a:gd name="csY6" fmla="*/ 850774 h 942849"/>
                    <a:gd name="csX7" fmla="*/ 441234 w 974634"/>
                    <a:gd name="csY7" fmla="*/ 834899 h 942849"/>
                    <a:gd name="csX8" fmla="*/ 507909 w 974634"/>
                    <a:gd name="csY8" fmla="*/ 831724 h 942849"/>
                    <a:gd name="csX9" fmla="*/ 584109 w 974634"/>
                    <a:gd name="csY9" fmla="*/ 844424 h 942849"/>
                    <a:gd name="csX10" fmla="*/ 638084 w 974634"/>
                    <a:gd name="csY10" fmla="*/ 860299 h 942849"/>
                    <a:gd name="csX11" fmla="*/ 676184 w 974634"/>
                    <a:gd name="csY11" fmla="*/ 898399 h 942849"/>
                    <a:gd name="csX12" fmla="*/ 704759 w 974634"/>
                    <a:gd name="csY12" fmla="*/ 942849 h 942849"/>
                    <a:gd name="csX13" fmla="*/ 726984 w 974634"/>
                    <a:gd name="csY13" fmla="*/ 923799 h 942849"/>
                    <a:gd name="csX14" fmla="*/ 768259 w 974634"/>
                    <a:gd name="csY14" fmla="*/ 933324 h 942849"/>
                    <a:gd name="csX15" fmla="*/ 768259 w 974634"/>
                    <a:gd name="csY15" fmla="*/ 933324 h 942849"/>
                    <a:gd name="csX16" fmla="*/ 850809 w 974634"/>
                    <a:gd name="csY16" fmla="*/ 812674 h 942849"/>
                    <a:gd name="csX17" fmla="*/ 888909 w 974634"/>
                    <a:gd name="csY17" fmla="*/ 730124 h 942849"/>
                    <a:gd name="csX18" fmla="*/ 949234 w 974634"/>
                    <a:gd name="csY18" fmla="*/ 660274 h 942849"/>
                    <a:gd name="csX19" fmla="*/ 974634 w 974634"/>
                    <a:gd name="csY19" fmla="*/ 625349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21428 w 949234"/>
                    <a:gd name="csY19" fmla="*/ 546817 h 942849"/>
                    <a:gd name="csX0" fmla="*/ 0 w 949234"/>
                    <a:gd name="csY0" fmla="*/ 0 h 942849"/>
                    <a:gd name="csX1" fmla="*/ 5697 w 949234"/>
                    <a:gd name="csY1" fmla="*/ 297423 h 942849"/>
                    <a:gd name="csX2" fmla="*/ 88809 w 949234"/>
                    <a:gd name="csY2" fmla="*/ 780924 h 942849"/>
                    <a:gd name="csX3" fmla="*/ 193584 w 949234"/>
                    <a:gd name="csY3" fmla="*/ 882524 h 942849"/>
                    <a:gd name="csX4" fmla="*/ 250734 w 949234"/>
                    <a:gd name="csY4" fmla="*/ 901574 h 942849"/>
                    <a:gd name="csX5" fmla="*/ 307884 w 949234"/>
                    <a:gd name="csY5" fmla="*/ 879349 h 942849"/>
                    <a:gd name="csX6" fmla="*/ 368209 w 949234"/>
                    <a:gd name="csY6" fmla="*/ 850774 h 942849"/>
                    <a:gd name="csX7" fmla="*/ 441234 w 949234"/>
                    <a:gd name="csY7" fmla="*/ 834899 h 942849"/>
                    <a:gd name="csX8" fmla="*/ 507909 w 949234"/>
                    <a:gd name="csY8" fmla="*/ 831724 h 942849"/>
                    <a:gd name="csX9" fmla="*/ 584109 w 949234"/>
                    <a:gd name="csY9" fmla="*/ 844424 h 942849"/>
                    <a:gd name="csX10" fmla="*/ 638084 w 949234"/>
                    <a:gd name="csY10" fmla="*/ 860299 h 942849"/>
                    <a:gd name="csX11" fmla="*/ 676184 w 949234"/>
                    <a:gd name="csY11" fmla="*/ 898399 h 942849"/>
                    <a:gd name="csX12" fmla="*/ 704759 w 949234"/>
                    <a:gd name="csY12" fmla="*/ 942849 h 942849"/>
                    <a:gd name="csX13" fmla="*/ 726984 w 949234"/>
                    <a:gd name="csY13" fmla="*/ 923799 h 942849"/>
                    <a:gd name="csX14" fmla="*/ 768259 w 949234"/>
                    <a:gd name="csY14" fmla="*/ 933324 h 942849"/>
                    <a:gd name="csX15" fmla="*/ 768259 w 949234"/>
                    <a:gd name="csY15" fmla="*/ 933324 h 942849"/>
                    <a:gd name="csX16" fmla="*/ 850809 w 949234"/>
                    <a:gd name="csY16" fmla="*/ 812674 h 942849"/>
                    <a:gd name="csX17" fmla="*/ 888909 w 949234"/>
                    <a:gd name="csY17" fmla="*/ 730124 h 942849"/>
                    <a:gd name="csX18" fmla="*/ 949234 w 949234"/>
                    <a:gd name="csY18" fmla="*/ 660274 h 942849"/>
                    <a:gd name="csX19" fmla="*/ 938358 w 949234"/>
                    <a:gd name="csY19" fmla="*/ 608532 h 942849"/>
                    <a:gd name="csX20" fmla="*/ 921428 w 949234"/>
                    <a:gd name="csY20" fmla="*/ 546817 h 942849"/>
                    <a:gd name="csX0" fmla="*/ 0 w 985304"/>
                    <a:gd name="csY0" fmla="*/ 0 h 942849"/>
                    <a:gd name="csX1" fmla="*/ 5697 w 985304"/>
                    <a:gd name="csY1" fmla="*/ 297423 h 942849"/>
                    <a:gd name="csX2" fmla="*/ 88809 w 985304"/>
                    <a:gd name="csY2" fmla="*/ 780924 h 942849"/>
                    <a:gd name="csX3" fmla="*/ 193584 w 985304"/>
                    <a:gd name="csY3" fmla="*/ 882524 h 942849"/>
                    <a:gd name="csX4" fmla="*/ 250734 w 985304"/>
                    <a:gd name="csY4" fmla="*/ 901574 h 942849"/>
                    <a:gd name="csX5" fmla="*/ 307884 w 985304"/>
                    <a:gd name="csY5" fmla="*/ 879349 h 942849"/>
                    <a:gd name="csX6" fmla="*/ 368209 w 985304"/>
                    <a:gd name="csY6" fmla="*/ 850774 h 942849"/>
                    <a:gd name="csX7" fmla="*/ 441234 w 985304"/>
                    <a:gd name="csY7" fmla="*/ 834899 h 942849"/>
                    <a:gd name="csX8" fmla="*/ 507909 w 985304"/>
                    <a:gd name="csY8" fmla="*/ 831724 h 942849"/>
                    <a:gd name="csX9" fmla="*/ 584109 w 985304"/>
                    <a:gd name="csY9" fmla="*/ 844424 h 942849"/>
                    <a:gd name="csX10" fmla="*/ 638084 w 985304"/>
                    <a:gd name="csY10" fmla="*/ 860299 h 942849"/>
                    <a:gd name="csX11" fmla="*/ 676184 w 985304"/>
                    <a:gd name="csY11" fmla="*/ 898399 h 942849"/>
                    <a:gd name="csX12" fmla="*/ 704759 w 985304"/>
                    <a:gd name="csY12" fmla="*/ 942849 h 942849"/>
                    <a:gd name="csX13" fmla="*/ 726984 w 985304"/>
                    <a:gd name="csY13" fmla="*/ 923799 h 942849"/>
                    <a:gd name="csX14" fmla="*/ 768259 w 985304"/>
                    <a:gd name="csY14" fmla="*/ 933324 h 942849"/>
                    <a:gd name="csX15" fmla="*/ 768259 w 985304"/>
                    <a:gd name="csY15" fmla="*/ 933324 h 942849"/>
                    <a:gd name="csX16" fmla="*/ 850809 w 985304"/>
                    <a:gd name="csY16" fmla="*/ 812674 h 942849"/>
                    <a:gd name="csX17" fmla="*/ 888909 w 985304"/>
                    <a:gd name="csY17" fmla="*/ 730124 h 942849"/>
                    <a:gd name="csX18" fmla="*/ 949234 w 985304"/>
                    <a:gd name="csY18" fmla="*/ 660274 h 942849"/>
                    <a:gd name="csX19" fmla="*/ 985304 w 985304"/>
                    <a:gd name="csY19" fmla="*/ 635716 h 942849"/>
                    <a:gd name="csX20" fmla="*/ 921428 w 985304"/>
                    <a:gd name="csY20" fmla="*/ 546817 h 942849"/>
                    <a:gd name="csX0" fmla="*/ 0 w 985304"/>
                    <a:gd name="csY0" fmla="*/ 2908 h 945757"/>
                    <a:gd name="csX1" fmla="*/ 5697 w 985304"/>
                    <a:gd name="csY1" fmla="*/ 300331 h 945757"/>
                    <a:gd name="csX2" fmla="*/ 88809 w 985304"/>
                    <a:gd name="csY2" fmla="*/ 783832 h 945757"/>
                    <a:gd name="csX3" fmla="*/ 193584 w 985304"/>
                    <a:gd name="csY3" fmla="*/ 885432 h 945757"/>
                    <a:gd name="csX4" fmla="*/ 250734 w 985304"/>
                    <a:gd name="csY4" fmla="*/ 904482 h 945757"/>
                    <a:gd name="csX5" fmla="*/ 307884 w 985304"/>
                    <a:gd name="csY5" fmla="*/ 882257 h 945757"/>
                    <a:gd name="csX6" fmla="*/ 368209 w 985304"/>
                    <a:gd name="csY6" fmla="*/ 853682 h 945757"/>
                    <a:gd name="csX7" fmla="*/ 441234 w 985304"/>
                    <a:gd name="csY7" fmla="*/ 837807 h 945757"/>
                    <a:gd name="csX8" fmla="*/ 507909 w 985304"/>
                    <a:gd name="csY8" fmla="*/ 834632 h 945757"/>
                    <a:gd name="csX9" fmla="*/ 584109 w 985304"/>
                    <a:gd name="csY9" fmla="*/ 847332 h 945757"/>
                    <a:gd name="csX10" fmla="*/ 638084 w 985304"/>
                    <a:gd name="csY10" fmla="*/ 863207 h 945757"/>
                    <a:gd name="csX11" fmla="*/ 676184 w 985304"/>
                    <a:gd name="csY11" fmla="*/ 901307 h 945757"/>
                    <a:gd name="csX12" fmla="*/ 704759 w 985304"/>
                    <a:gd name="csY12" fmla="*/ 945757 h 945757"/>
                    <a:gd name="csX13" fmla="*/ 726984 w 985304"/>
                    <a:gd name="csY13" fmla="*/ 926707 h 945757"/>
                    <a:gd name="csX14" fmla="*/ 768259 w 985304"/>
                    <a:gd name="csY14" fmla="*/ 936232 h 945757"/>
                    <a:gd name="csX15" fmla="*/ 768259 w 985304"/>
                    <a:gd name="csY15" fmla="*/ 936232 h 945757"/>
                    <a:gd name="csX16" fmla="*/ 850809 w 985304"/>
                    <a:gd name="csY16" fmla="*/ 815582 h 945757"/>
                    <a:gd name="csX17" fmla="*/ 888909 w 985304"/>
                    <a:gd name="csY17" fmla="*/ 733032 h 945757"/>
                    <a:gd name="csX18" fmla="*/ 949234 w 985304"/>
                    <a:gd name="csY18" fmla="*/ 663182 h 945757"/>
                    <a:gd name="csX19" fmla="*/ 985304 w 985304"/>
                    <a:gd name="csY19" fmla="*/ 638624 h 945757"/>
                    <a:gd name="csX20" fmla="*/ 977763 w 985304"/>
                    <a:gd name="csY20" fmla="*/ 0 h 945757"/>
                    <a:gd name="csX0" fmla="*/ 0 w 978991"/>
                    <a:gd name="csY0" fmla="*/ 2908 h 945757"/>
                    <a:gd name="csX1" fmla="*/ 5697 w 978991"/>
                    <a:gd name="csY1" fmla="*/ 300331 h 945757"/>
                    <a:gd name="csX2" fmla="*/ 88809 w 978991"/>
                    <a:gd name="csY2" fmla="*/ 783832 h 945757"/>
                    <a:gd name="csX3" fmla="*/ 193584 w 978991"/>
                    <a:gd name="csY3" fmla="*/ 885432 h 945757"/>
                    <a:gd name="csX4" fmla="*/ 250734 w 978991"/>
                    <a:gd name="csY4" fmla="*/ 904482 h 945757"/>
                    <a:gd name="csX5" fmla="*/ 307884 w 978991"/>
                    <a:gd name="csY5" fmla="*/ 882257 h 945757"/>
                    <a:gd name="csX6" fmla="*/ 368209 w 978991"/>
                    <a:gd name="csY6" fmla="*/ 853682 h 945757"/>
                    <a:gd name="csX7" fmla="*/ 441234 w 978991"/>
                    <a:gd name="csY7" fmla="*/ 837807 h 945757"/>
                    <a:gd name="csX8" fmla="*/ 507909 w 978991"/>
                    <a:gd name="csY8" fmla="*/ 834632 h 945757"/>
                    <a:gd name="csX9" fmla="*/ 584109 w 978991"/>
                    <a:gd name="csY9" fmla="*/ 847332 h 945757"/>
                    <a:gd name="csX10" fmla="*/ 638084 w 978991"/>
                    <a:gd name="csY10" fmla="*/ 863207 h 945757"/>
                    <a:gd name="csX11" fmla="*/ 676184 w 978991"/>
                    <a:gd name="csY11" fmla="*/ 901307 h 945757"/>
                    <a:gd name="csX12" fmla="*/ 704759 w 978991"/>
                    <a:gd name="csY12" fmla="*/ 945757 h 945757"/>
                    <a:gd name="csX13" fmla="*/ 726984 w 978991"/>
                    <a:gd name="csY13" fmla="*/ 926707 h 945757"/>
                    <a:gd name="csX14" fmla="*/ 768259 w 978991"/>
                    <a:gd name="csY14" fmla="*/ 936232 h 945757"/>
                    <a:gd name="csX15" fmla="*/ 768259 w 978991"/>
                    <a:gd name="csY15" fmla="*/ 936232 h 945757"/>
                    <a:gd name="csX16" fmla="*/ 850809 w 978991"/>
                    <a:gd name="csY16" fmla="*/ 815582 h 945757"/>
                    <a:gd name="csX17" fmla="*/ 888909 w 978991"/>
                    <a:gd name="csY17" fmla="*/ 733032 h 945757"/>
                    <a:gd name="csX18" fmla="*/ 949234 w 978991"/>
                    <a:gd name="csY18" fmla="*/ 663182 h 945757"/>
                    <a:gd name="csX19" fmla="*/ 978991 w 978991"/>
                    <a:gd name="csY19" fmla="*/ 641670 h 945757"/>
                    <a:gd name="csX20" fmla="*/ 977763 w 978991"/>
                    <a:gd name="csY20" fmla="*/ 0 h 945757"/>
                    <a:gd name="csX0" fmla="*/ 2720 w 981711"/>
                    <a:gd name="csY0" fmla="*/ 2908 h 945757"/>
                    <a:gd name="csX1" fmla="*/ 0 w 981711"/>
                    <a:gd name="csY1" fmla="*/ 290177 h 945757"/>
                    <a:gd name="csX2" fmla="*/ 91529 w 981711"/>
                    <a:gd name="csY2" fmla="*/ 783832 h 945757"/>
                    <a:gd name="csX3" fmla="*/ 196304 w 981711"/>
                    <a:gd name="csY3" fmla="*/ 885432 h 945757"/>
                    <a:gd name="csX4" fmla="*/ 253454 w 981711"/>
                    <a:gd name="csY4" fmla="*/ 904482 h 945757"/>
                    <a:gd name="csX5" fmla="*/ 310604 w 981711"/>
                    <a:gd name="csY5" fmla="*/ 882257 h 945757"/>
                    <a:gd name="csX6" fmla="*/ 370929 w 981711"/>
                    <a:gd name="csY6" fmla="*/ 853682 h 945757"/>
                    <a:gd name="csX7" fmla="*/ 443954 w 981711"/>
                    <a:gd name="csY7" fmla="*/ 837807 h 945757"/>
                    <a:gd name="csX8" fmla="*/ 510629 w 981711"/>
                    <a:gd name="csY8" fmla="*/ 834632 h 945757"/>
                    <a:gd name="csX9" fmla="*/ 586829 w 981711"/>
                    <a:gd name="csY9" fmla="*/ 847332 h 945757"/>
                    <a:gd name="csX10" fmla="*/ 640804 w 981711"/>
                    <a:gd name="csY10" fmla="*/ 863207 h 945757"/>
                    <a:gd name="csX11" fmla="*/ 678904 w 981711"/>
                    <a:gd name="csY11" fmla="*/ 901307 h 945757"/>
                    <a:gd name="csX12" fmla="*/ 707479 w 981711"/>
                    <a:gd name="csY12" fmla="*/ 945757 h 945757"/>
                    <a:gd name="csX13" fmla="*/ 729704 w 981711"/>
                    <a:gd name="csY13" fmla="*/ 926707 h 945757"/>
                    <a:gd name="csX14" fmla="*/ 770979 w 981711"/>
                    <a:gd name="csY14" fmla="*/ 936232 h 945757"/>
                    <a:gd name="csX15" fmla="*/ 770979 w 981711"/>
                    <a:gd name="csY15" fmla="*/ 936232 h 945757"/>
                    <a:gd name="csX16" fmla="*/ 853529 w 981711"/>
                    <a:gd name="csY16" fmla="*/ 815582 h 945757"/>
                    <a:gd name="csX17" fmla="*/ 891629 w 981711"/>
                    <a:gd name="csY17" fmla="*/ 733032 h 945757"/>
                    <a:gd name="csX18" fmla="*/ 951954 w 981711"/>
                    <a:gd name="csY18" fmla="*/ 663182 h 945757"/>
                    <a:gd name="csX19" fmla="*/ 981711 w 981711"/>
                    <a:gd name="csY19" fmla="*/ 641670 h 945757"/>
                    <a:gd name="csX20" fmla="*/ 980483 w 981711"/>
                    <a:gd name="csY20" fmla="*/ 0 h 945757"/>
                    <a:gd name="csX0" fmla="*/ 219 w 982366"/>
                    <a:gd name="csY0" fmla="*/ 0 h 948941"/>
                    <a:gd name="csX1" fmla="*/ 655 w 982366"/>
                    <a:gd name="csY1" fmla="*/ 293361 h 948941"/>
                    <a:gd name="csX2" fmla="*/ 92184 w 982366"/>
                    <a:gd name="csY2" fmla="*/ 787016 h 948941"/>
                    <a:gd name="csX3" fmla="*/ 196959 w 982366"/>
                    <a:gd name="csY3" fmla="*/ 888616 h 948941"/>
                    <a:gd name="csX4" fmla="*/ 254109 w 982366"/>
                    <a:gd name="csY4" fmla="*/ 907666 h 948941"/>
                    <a:gd name="csX5" fmla="*/ 311259 w 982366"/>
                    <a:gd name="csY5" fmla="*/ 885441 h 948941"/>
                    <a:gd name="csX6" fmla="*/ 371584 w 982366"/>
                    <a:gd name="csY6" fmla="*/ 856866 h 948941"/>
                    <a:gd name="csX7" fmla="*/ 444609 w 982366"/>
                    <a:gd name="csY7" fmla="*/ 840991 h 948941"/>
                    <a:gd name="csX8" fmla="*/ 511284 w 982366"/>
                    <a:gd name="csY8" fmla="*/ 837816 h 948941"/>
                    <a:gd name="csX9" fmla="*/ 587484 w 982366"/>
                    <a:gd name="csY9" fmla="*/ 850516 h 948941"/>
                    <a:gd name="csX10" fmla="*/ 641459 w 982366"/>
                    <a:gd name="csY10" fmla="*/ 866391 h 948941"/>
                    <a:gd name="csX11" fmla="*/ 679559 w 982366"/>
                    <a:gd name="csY11" fmla="*/ 904491 h 948941"/>
                    <a:gd name="csX12" fmla="*/ 708134 w 982366"/>
                    <a:gd name="csY12" fmla="*/ 948941 h 948941"/>
                    <a:gd name="csX13" fmla="*/ 730359 w 982366"/>
                    <a:gd name="csY13" fmla="*/ 929891 h 948941"/>
                    <a:gd name="csX14" fmla="*/ 771634 w 982366"/>
                    <a:gd name="csY14" fmla="*/ 939416 h 948941"/>
                    <a:gd name="csX15" fmla="*/ 771634 w 982366"/>
                    <a:gd name="csY15" fmla="*/ 939416 h 948941"/>
                    <a:gd name="csX16" fmla="*/ 854184 w 982366"/>
                    <a:gd name="csY16" fmla="*/ 818766 h 948941"/>
                    <a:gd name="csX17" fmla="*/ 892284 w 982366"/>
                    <a:gd name="csY17" fmla="*/ 736216 h 948941"/>
                    <a:gd name="csX18" fmla="*/ 952609 w 982366"/>
                    <a:gd name="csY18" fmla="*/ 666366 h 948941"/>
                    <a:gd name="csX19" fmla="*/ 982366 w 982366"/>
                    <a:gd name="csY19" fmla="*/ 644854 h 948941"/>
                    <a:gd name="csX20" fmla="*/ 981138 w 982366"/>
                    <a:gd name="csY20" fmla="*/ 3184 h 948941"/>
                    <a:gd name="csX0" fmla="*/ 219 w 985841"/>
                    <a:gd name="csY0" fmla="*/ 2908 h 951849"/>
                    <a:gd name="csX1" fmla="*/ 655 w 985841"/>
                    <a:gd name="csY1" fmla="*/ 296269 h 951849"/>
                    <a:gd name="csX2" fmla="*/ 92184 w 985841"/>
                    <a:gd name="csY2" fmla="*/ 789924 h 951849"/>
                    <a:gd name="csX3" fmla="*/ 196959 w 985841"/>
                    <a:gd name="csY3" fmla="*/ 891524 h 951849"/>
                    <a:gd name="csX4" fmla="*/ 254109 w 985841"/>
                    <a:gd name="csY4" fmla="*/ 910574 h 951849"/>
                    <a:gd name="csX5" fmla="*/ 311259 w 985841"/>
                    <a:gd name="csY5" fmla="*/ 888349 h 951849"/>
                    <a:gd name="csX6" fmla="*/ 371584 w 985841"/>
                    <a:gd name="csY6" fmla="*/ 859774 h 951849"/>
                    <a:gd name="csX7" fmla="*/ 444609 w 985841"/>
                    <a:gd name="csY7" fmla="*/ 843899 h 951849"/>
                    <a:gd name="csX8" fmla="*/ 511284 w 985841"/>
                    <a:gd name="csY8" fmla="*/ 840724 h 951849"/>
                    <a:gd name="csX9" fmla="*/ 587484 w 985841"/>
                    <a:gd name="csY9" fmla="*/ 853424 h 951849"/>
                    <a:gd name="csX10" fmla="*/ 641459 w 985841"/>
                    <a:gd name="csY10" fmla="*/ 869299 h 951849"/>
                    <a:gd name="csX11" fmla="*/ 679559 w 985841"/>
                    <a:gd name="csY11" fmla="*/ 907399 h 951849"/>
                    <a:gd name="csX12" fmla="*/ 708134 w 985841"/>
                    <a:gd name="csY12" fmla="*/ 951849 h 951849"/>
                    <a:gd name="csX13" fmla="*/ 730359 w 985841"/>
                    <a:gd name="csY13" fmla="*/ 932799 h 951849"/>
                    <a:gd name="csX14" fmla="*/ 771634 w 985841"/>
                    <a:gd name="csY14" fmla="*/ 942324 h 951849"/>
                    <a:gd name="csX15" fmla="*/ 771634 w 985841"/>
                    <a:gd name="csY15" fmla="*/ 942324 h 951849"/>
                    <a:gd name="csX16" fmla="*/ 854184 w 985841"/>
                    <a:gd name="csY16" fmla="*/ 821674 h 951849"/>
                    <a:gd name="csX17" fmla="*/ 892284 w 985841"/>
                    <a:gd name="csY17" fmla="*/ 739124 h 951849"/>
                    <a:gd name="csX18" fmla="*/ 952609 w 985841"/>
                    <a:gd name="csY18" fmla="*/ 669274 h 951849"/>
                    <a:gd name="csX19" fmla="*/ 982366 w 985841"/>
                    <a:gd name="csY19" fmla="*/ 647762 h 951849"/>
                    <a:gd name="csX20" fmla="*/ 985347 w 985841"/>
                    <a:gd name="csY20" fmla="*/ 0 h 95184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  <a:cxn ang="0">
                      <a:pos x="csX6" y="csY6"/>
                    </a:cxn>
                    <a:cxn ang="0">
                      <a:pos x="csX7" y="csY7"/>
                    </a:cxn>
                    <a:cxn ang="0">
                      <a:pos x="csX8" y="csY8"/>
                    </a:cxn>
                    <a:cxn ang="0">
                      <a:pos x="csX9" y="csY9"/>
                    </a:cxn>
                    <a:cxn ang="0">
                      <a:pos x="csX10" y="csY10"/>
                    </a:cxn>
                    <a:cxn ang="0">
                      <a:pos x="csX11" y="csY11"/>
                    </a:cxn>
                    <a:cxn ang="0">
                      <a:pos x="csX12" y="csY12"/>
                    </a:cxn>
                    <a:cxn ang="0">
                      <a:pos x="csX13" y="csY13"/>
                    </a:cxn>
                    <a:cxn ang="0">
                      <a:pos x="csX14" y="csY14"/>
                    </a:cxn>
                    <a:cxn ang="0">
                      <a:pos x="csX15" y="csY15"/>
                    </a:cxn>
                    <a:cxn ang="0">
                      <a:pos x="csX16" y="csY16"/>
                    </a:cxn>
                    <a:cxn ang="0">
                      <a:pos x="csX17" y="csY17"/>
                    </a:cxn>
                    <a:cxn ang="0">
                      <a:pos x="csX18" y="csY18"/>
                    </a:cxn>
                    <a:cxn ang="0">
                      <a:pos x="csX19" y="csY19"/>
                    </a:cxn>
                    <a:cxn ang="0">
                      <a:pos x="csX20" y="csY20"/>
                    </a:cxn>
                  </a:cxnLst>
                  <a:rect l="l" t="t" r="r" b="b"/>
                  <a:pathLst>
                    <a:path w="985841" h="951849">
                      <a:moveTo>
                        <a:pt x="219" y="2908"/>
                      </a:moveTo>
                      <a:cubicBezTo>
                        <a:pt x="-688" y="98664"/>
                        <a:pt x="1562" y="200513"/>
                        <a:pt x="655" y="296269"/>
                      </a:cubicBezTo>
                      <a:lnTo>
                        <a:pt x="92184" y="789924"/>
                      </a:lnTo>
                      <a:lnTo>
                        <a:pt x="196959" y="891524"/>
                      </a:lnTo>
                      <a:lnTo>
                        <a:pt x="254109" y="910574"/>
                      </a:lnTo>
                      <a:lnTo>
                        <a:pt x="311259" y="888349"/>
                      </a:lnTo>
                      <a:lnTo>
                        <a:pt x="371584" y="859774"/>
                      </a:lnTo>
                      <a:lnTo>
                        <a:pt x="444609" y="843899"/>
                      </a:lnTo>
                      <a:lnTo>
                        <a:pt x="511284" y="840724"/>
                      </a:lnTo>
                      <a:lnTo>
                        <a:pt x="587484" y="853424"/>
                      </a:lnTo>
                      <a:lnTo>
                        <a:pt x="641459" y="869299"/>
                      </a:lnTo>
                      <a:lnTo>
                        <a:pt x="679559" y="907399"/>
                      </a:lnTo>
                      <a:lnTo>
                        <a:pt x="708134" y="951849"/>
                      </a:lnTo>
                      <a:lnTo>
                        <a:pt x="730359" y="932799"/>
                      </a:lnTo>
                      <a:lnTo>
                        <a:pt x="771634" y="942324"/>
                      </a:lnTo>
                      <a:lnTo>
                        <a:pt x="771634" y="942324"/>
                      </a:lnTo>
                      <a:lnTo>
                        <a:pt x="854184" y="821674"/>
                      </a:lnTo>
                      <a:lnTo>
                        <a:pt x="892284" y="739124"/>
                      </a:lnTo>
                      <a:lnTo>
                        <a:pt x="952609" y="669274"/>
                      </a:lnTo>
                      <a:lnTo>
                        <a:pt x="982366" y="647762"/>
                      </a:lnTo>
                      <a:cubicBezTo>
                        <a:pt x="979852" y="434887"/>
                        <a:pt x="987861" y="212875"/>
                        <a:pt x="985347" y="0"/>
                      </a:cubicBezTo>
                    </a:path>
                  </a:pathLst>
                </a:custGeom>
                <a:solidFill>
                  <a:srgbClr val="00B0F0">
                    <a:alpha val="78000"/>
                  </a:srgbClr>
                </a:solidFill>
                <a:ln w="6350">
                  <a:solidFill>
                    <a:srgbClr val="00B0F0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dirty="0"/>
                </a:p>
              </p:txBody>
            </p:sp>
            <p:cxnSp>
              <p:nvCxnSpPr>
                <p:cNvPr id="23" name="Straight Connector 22">
                  <a:extLst>
                    <a:ext uri="{FF2B5EF4-FFF2-40B4-BE49-F238E27FC236}">
                      <a16:creationId xmlns:a16="http://schemas.microsoft.com/office/drawing/2014/main" id="{EEF1DB74-EF01-F37F-9407-F1A97B3C7147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8770" y="1507871"/>
                  <a:ext cx="0" cy="1455864"/>
                </a:xfrm>
                <a:prstGeom prst="line">
                  <a:avLst/>
                </a:prstGeom>
                <a:grpFill/>
                <a:ln w="5080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4" name="Straight Connector 23">
                  <a:extLst>
                    <a:ext uri="{FF2B5EF4-FFF2-40B4-BE49-F238E27FC236}">
                      <a16:creationId xmlns:a16="http://schemas.microsoft.com/office/drawing/2014/main" id="{7BD07CBF-F5B8-15E6-7F92-56E9D533DD52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5463097" y="1507871"/>
                  <a:ext cx="0" cy="1455864"/>
                </a:xfrm>
                <a:prstGeom prst="line">
                  <a:avLst/>
                </a:prstGeom>
                <a:grpFill/>
                <a:ln w="57150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cxnSp>
            <p:nvCxnSpPr>
              <p:cNvPr id="18" name="Straight Connector 17">
                <a:extLst>
                  <a:ext uri="{FF2B5EF4-FFF2-40B4-BE49-F238E27FC236}">
                    <a16:creationId xmlns:a16="http://schemas.microsoft.com/office/drawing/2014/main" id="{7C1D1A5E-5057-6CF1-8886-C3EE3F5CA54B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85939" y="1587459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C212098-262F-081B-C389-EE0B27F1134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9589" y="164460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" name="Straight Connector 19">
                <a:extLst>
                  <a:ext uri="{FF2B5EF4-FFF2-40B4-BE49-F238E27FC236}">
                    <a16:creationId xmlns:a16="http://schemas.microsoft.com/office/drawing/2014/main" id="{ADA9EA07-C978-255D-2273-9032C21C418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6414" y="2012898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1" name="Straight Connector 20">
                <a:extLst>
                  <a:ext uri="{FF2B5EF4-FFF2-40B4-BE49-F238E27FC236}">
                    <a16:creationId xmlns:a16="http://schemas.microsoft.com/office/drawing/2014/main" id="{A9BFB7C0-FBF5-4CE9-F985-BE2D01C4EC94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4479589" y="2439646"/>
                <a:ext cx="988906" cy="0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" name="Straight Connector 21">
                <a:extLst>
                  <a:ext uri="{FF2B5EF4-FFF2-40B4-BE49-F238E27FC236}">
                    <a16:creationId xmlns:a16="http://schemas.microsoft.com/office/drawing/2014/main" id="{D435F7F6-AC4D-0E08-D3A0-2CF3EBDB4746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473239" y="2505075"/>
                <a:ext cx="971886" cy="4481"/>
              </a:xfrm>
              <a:prstGeom prst="line">
                <a:avLst/>
              </a:prstGeom>
              <a:grpFill/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A0B21486-DEC3-8AF3-250E-EDF9F9DD1CA0}"/>
                </a:ext>
              </a:extLst>
            </p:cNvPr>
            <p:cNvSpPr txBox="1"/>
            <p:nvPr/>
          </p:nvSpPr>
          <p:spPr>
            <a:xfrm>
              <a:off x="4680857" y="335665"/>
              <a:ext cx="61747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3E62944-AF1D-4FEA-7AF2-C582C78A596D}"/>
                </a:ext>
              </a:extLst>
            </p:cNvPr>
            <p:cNvSpPr txBox="1"/>
            <p:nvPr/>
          </p:nvSpPr>
          <p:spPr>
            <a:xfrm>
              <a:off x="5545266" y="599461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F5A023A3-8059-62EA-E4F0-6083C19FA2D7}"/>
                </a:ext>
              </a:extLst>
            </p:cNvPr>
            <p:cNvSpPr txBox="1"/>
            <p:nvPr/>
          </p:nvSpPr>
          <p:spPr>
            <a:xfrm>
              <a:off x="5545265" y="1995149"/>
              <a:ext cx="575799" cy="369332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36" name="TextBox 35">
              <a:extLst>
                <a:ext uri="{FF2B5EF4-FFF2-40B4-BE49-F238E27FC236}">
                  <a16:creationId xmlns:a16="http://schemas.microsoft.com/office/drawing/2014/main" id="{032E5D42-24A9-540F-A842-74525EB70194}"/>
                </a:ext>
              </a:extLst>
            </p:cNvPr>
            <p:cNvSpPr txBox="1"/>
            <p:nvPr/>
          </p:nvSpPr>
          <p:spPr>
            <a:xfrm>
              <a:off x="5513925" y="3639475"/>
              <a:ext cx="575799" cy="369332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FAEC3C09-6839-01AC-0639-DBFF0F057164}"/>
                </a:ext>
              </a:extLst>
            </p:cNvPr>
            <p:cNvCxnSpPr>
              <a:cxnSpLocks/>
            </p:cNvCxnSpPr>
            <p:nvPr/>
          </p:nvCxnSpPr>
          <p:spPr>
            <a:xfrm>
              <a:off x="3104417" y="4439947"/>
              <a:ext cx="3657264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A6CE98E4-32B9-0E81-D706-C9EF9C229EF9}"/>
                </a:ext>
              </a:extLst>
            </p:cNvPr>
            <p:cNvSpPr txBox="1"/>
            <p:nvPr/>
          </p:nvSpPr>
          <p:spPr>
            <a:xfrm>
              <a:off x="6177952" y="4172877"/>
              <a:ext cx="575799" cy="369332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60693726-447D-96EB-2319-AAB5632B886A}"/>
                </a:ext>
              </a:extLst>
            </p:cNvPr>
            <p:cNvSpPr txBox="1"/>
            <p:nvPr/>
          </p:nvSpPr>
          <p:spPr>
            <a:xfrm>
              <a:off x="3135086" y="5747655"/>
              <a:ext cx="57579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40" name="TextBox 39">
              <a:extLst>
                <a:ext uri="{FF2B5EF4-FFF2-40B4-BE49-F238E27FC236}">
                  <a16:creationId xmlns:a16="http://schemas.microsoft.com/office/drawing/2014/main" id="{B7BBCEE4-E749-9F43-149E-B0D422334C65}"/>
                </a:ext>
              </a:extLst>
            </p:cNvPr>
            <p:cNvSpPr txBox="1"/>
            <p:nvPr/>
          </p:nvSpPr>
          <p:spPr>
            <a:xfrm>
              <a:off x="5522822" y="104717"/>
              <a:ext cx="620683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41" name="Straight Connector 40">
              <a:extLst>
                <a:ext uri="{FF2B5EF4-FFF2-40B4-BE49-F238E27FC236}">
                  <a16:creationId xmlns:a16="http://schemas.microsoft.com/office/drawing/2014/main" id="{26B67B84-6351-286C-DBDB-F54E44EA992B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279816" y="357781"/>
              <a:ext cx="496832" cy="2374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809401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6" name="Group 45">
            <a:extLst>
              <a:ext uri="{FF2B5EF4-FFF2-40B4-BE49-F238E27FC236}">
                <a16:creationId xmlns:a16="http://schemas.microsoft.com/office/drawing/2014/main" id="{AAE345B5-D89A-06B5-20DD-3A544A215F28}"/>
              </a:ext>
            </a:extLst>
          </p:cNvPr>
          <p:cNvGrpSpPr/>
          <p:nvPr/>
        </p:nvGrpSpPr>
        <p:grpSpPr>
          <a:xfrm>
            <a:off x="97971" y="13132"/>
            <a:ext cx="8839200" cy="6095568"/>
            <a:chOff x="97971" y="13132"/>
            <a:chExt cx="8839200" cy="609556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27247216-9FFB-EAD5-A493-F61619102C9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97971" y="749300"/>
              <a:ext cx="8839200" cy="5359400"/>
            </a:xfrm>
            <a:prstGeom prst="rect">
              <a:avLst/>
            </a:prstGeom>
          </p:spPr>
        </p:pic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B410C724-72C3-AA75-E1A9-D7E92D28B17D}"/>
                </a:ext>
              </a:extLst>
            </p:cNvPr>
            <p:cNvSpPr/>
            <p:nvPr/>
          </p:nvSpPr>
          <p:spPr>
            <a:xfrm>
              <a:off x="3462589" y="1687725"/>
              <a:ext cx="3210964" cy="1973691"/>
            </a:xfrm>
            <a:prstGeom prst="rect">
              <a:avLst/>
            </a:prstGeom>
            <a:solidFill>
              <a:srgbClr val="D18228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" name="Freeform 40">
              <a:extLst>
                <a:ext uri="{FF2B5EF4-FFF2-40B4-BE49-F238E27FC236}">
                  <a16:creationId xmlns:a16="http://schemas.microsoft.com/office/drawing/2014/main" id="{D0DFA80F-DAF2-C240-A019-5CD57B53D003}"/>
                </a:ext>
              </a:extLst>
            </p:cNvPr>
            <p:cNvSpPr/>
            <p:nvPr/>
          </p:nvSpPr>
          <p:spPr>
            <a:xfrm>
              <a:off x="3454284" y="489429"/>
              <a:ext cx="3236935" cy="3561014"/>
            </a:xfrm>
            <a:custGeom>
              <a:avLst/>
              <a:gdLst>
                <a:gd name="csX0" fmla="*/ 0 w 6553200"/>
                <a:gd name="csY0" fmla="*/ 1665515 h 3940629"/>
                <a:gd name="csX1" fmla="*/ 141514 w 6553200"/>
                <a:gd name="csY1" fmla="*/ 2296886 h 3940629"/>
                <a:gd name="csX2" fmla="*/ 272143 w 6553200"/>
                <a:gd name="csY2" fmla="*/ 2852057 h 3940629"/>
                <a:gd name="csX3" fmla="*/ 457200 w 6553200"/>
                <a:gd name="csY3" fmla="*/ 3145972 h 3940629"/>
                <a:gd name="csX4" fmla="*/ 696686 w 6553200"/>
                <a:gd name="csY4" fmla="*/ 3287486 h 3940629"/>
                <a:gd name="csX5" fmla="*/ 914400 w 6553200"/>
                <a:gd name="csY5" fmla="*/ 3363686 h 3940629"/>
                <a:gd name="csX6" fmla="*/ 1077686 w 6553200"/>
                <a:gd name="csY6" fmla="*/ 3526972 h 3940629"/>
                <a:gd name="csX7" fmla="*/ 1262743 w 6553200"/>
                <a:gd name="csY7" fmla="*/ 3733800 h 3940629"/>
                <a:gd name="csX8" fmla="*/ 1415143 w 6553200"/>
                <a:gd name="csY8" fmla="*/ 3766457 h 3940629"/>
                <a:gd name="csX9" fmla="*/ 1621971 w 6553200"/>
                <a:gd name="csY9" fmla="*/ 3744686 h 3940629"/>
                <a:gd name="csX10" fmla="*/ 1894114 w 6553200"/>
                <a:gd name="csY10" fmla="*/ 3712029 h 3940629"/>
                <a:gd name="csX11" fmla="*/ 2177143 w 6553200"/>
                <a:gd name="csY11" fmla="*/ 3614057 h 3940629"/>
                <a:gd name="csX12" fmla="*/ 2579914 w 6553200"/>
                <a:gd name="csY12" fmla="*/ 3603172 h 3940629"/>
                <a:gd name="csX13" fmla="*/ 2917371 w 6553200"/>
                <a:gd name="csY13" fmla="*/ 3548743 h 3940629"/>
                <a:gd name="csX14" fmla="*/ 3156857 w 6553200"/>
                <a:gd name="csY14" fmla="*/ 3483429 h 3940629"/>
                <a:gd name="csX15" fmla="*/ 3494314 w 6553200"/>
                <a:gd name="csY15" fmla="*/ 3472543 h 3940629"/>
                <a:gd name="csX16" fmla="*/ 3973286 w 6553200"/>
                <a:gd name="csY16" fmla="*/ 3570515 h 3940629"/>
                <a:gd name="csX17" fmla="*/ 4299857 w 6553200"/>
                <a:gd name="csY17" fmla="*/ 3701143 h 3940629"/>
                <a:gd name="csX18" fmla="*/ 4474029 w 6553200"/>
                <a:gd name="csY18" fmla="*/ 3842657 h 3940629"/>
                <a:gd name="csX19" fmla="*/ 4648200 w 6553200"/>
                <a:gd name="csY19" fmla="*/ 3929743 h 3940629"/>
                <a:gd name="csX20" fmla="*/ 4767943 w 6553200"/>
                <a:gd name="csY20" fmla="*/ 3940629 h 3940629"/>
                <a:gd name="csX21" fmla="*/ 4876800 w 6553200"/>
                <a:gd name="csY21" fmla="*/ 3864429 h 3940629"/>
                <a:gd name="csX22" fmla="*/ 4963886 w 6553200"/>
                <a:gd name="csY22" fmla="*/ 3788229 h 3940629"/>
                <a:gd name="csX23" fmla="*/ 5127171 w 6553200"/>
                <a:gd name="csY23" fmla="*/ 3788229 h 3940629"/>
                <a:gd name="csX24" fmla="*/ 5279571 w 6553200"/>
                <a:gd name="csY24" fmla="*/ 3766457 h 3940629"/>
                <a:gd name="csX25" fmla="*/ 5410200 w 6553200"/>
                <a:gd name="csY25" fmla="*/ 3668486 h 3940629"/>
                <a:gd name="csX26" fmla="*/ 5584371 w 6553200"/>
                <a:gd name="csY26" fmla="*/ 3505200 h 3940629"/>
                <a:gd name="csX27" fmla="*/ 5747657 w 6553200"/>
                <a:gd name="csY27" fmla="*/ 3385457 h 3940629"/>
                <a:gd name="csX28" fmla="*/ 5910943 w 6553200"/>
                <a:gd name="csY28" fmla="*/ 3113315 h 3940629"/>
                <a:gd name="csX29" fmla="*/ 6041571 w 6553200"/>
                <a:gd name="csY29" fmla="*/ 2939143 h 3940629"/>
                <a:gd name="csX30" fmla="*/ 6193971 w 6553200"/>
                <a:gd name="csY30" fmla="*/ 2797629 h 3940629"/>
                <a:gd name="csX31" fmla="*/ 6357257 w 6553200"/>
                <a:gd name="csY31" fmla="*/ 2579915 h 3940629"/>
                <a:gd name="csX32" fmla="*/ 6411686 w 6553200"/>
                <a:gd name="csY32" fmla="*/ 2449286 h 3940629"/>
                <a:gd name="csX33" fmla="*/ 6509657 w 6553200"/>
                <a:gd name="csY33" fmla="*/ 2166257 h 3940629"/>
                <a:gd name="csX34" fmla="*/ 6542314 w 6553200"/>
                <a:gd name="csY34" fmla="*/ 2024743 h 3940629"/>
                <a:gd name="csX35" fmla="*/ 6553200 w 6553200"/>
                <a:gd name="csY35" fmla="*/ 1883229 h 3940629"/>
                <a:gd name="csX36" fmla="*/ 6531429 w 6553200"/>
                <a:gd name="csY36" fmla="*/ 0 h 3940629"/>
                <a:gd name="csX0" fmla="*/ 0 w 6553200"/>
                <a:gd name="csY0" fmla="*/ 0 h 4191000"/>
                <a:gd name="csX1" fmla="*/ 141514 w 6553200"/>
                <a:gd name="csY1" fmla="*/ 2547257 h 4191000"/>
                <a:gd name="csX2" fmla="*/ 272143 w 6553200"/>
                <a:gd name="csY2" fmla="*/ 3102428 h 4191000"/>
                <a:gd name="csX3" fmla="*/ 457200 w 6553200"/>
                <a:gd name="csY3" fmla="*/ 3396343 h 4191000"/>
                <a:gd name="csX4" fmla="*/ 696686 w 6553200"/>
                <a:gd name="csY4" fmla="*/ 3537857 h 4191000"/>
                <a:gd name="csX5" fmla="*/ 914400 w 6553200"/>
                <a:gd name="csY5" fmla="*/ 3614057 h 4191000"/>
                <a:gd name="csX6" fmla="*/ 1077686 w 6553200"/>
                <a:gd name="csY6" fmla="*/ 3777343 h 4191000"/>
                <a:gd name="csX7" fmla="*/ 1262743 w 6553200"/>
                <a:gd name="csY7" fmla="*/ 3984171 h 4191000"/>
                <a:gd name="csX8" fmla="*/ 1415143 w 6553200"/>
                <a:gd name="csY8" fmla="*/ 4016828 h 4191000"/>
                <a:gd name="csX9" fmla="*/ 1621971 w 6553200"/>
                <a:gd name="csY9" fmla="*/ 3995057 h 4191000"/>
                <a:gd name="csX10" fmla="*/ 1894114 w 6553200"/>
                <a:gd name="csY10" fmla="*/ 3962400 h 4191000"/>
                <a:gd name="csX11" fmla="*/ 2177143 w 6553200"/>
                <a:gd name="csY11" fmla="*/ 3864428 h 4191000"/>
                <a:gd name="csX12" fmla="*/ 2579914 w 6553200"/>
                <a:gd name="csY12" fmla="*/ 3853543 h 4191000"/>
                <a:gd name="csX13" fmla="*/ 2917371 w 6553200"/>
                <a:gd name="csY13" fmla="*/ 3799114 h 4191000"/>
                <a:gd name="csX14" fmla="*/ 3156857 w 6553200"/>
                <a:gd name="csY14" fmla="*/ 3733800 h 4191000"/>
                <a:gd name="csX15" fmla="*/ 3494314 w 6553200"/>
                <a:gd name="csY15" fmla="*/ 3722914 h 4191000"/>
                <a:gd name="csX16" fmla="*/ 3973286 w 6553200"/>
                <a:gd name="csY16" fmla="*/ 3820886 h 4191000"/>
                <a:gd name="csX17" fmla="*/ 4299857 w 6553200"/>
                <a:gd name="csY17" fmla="*/ 3951514 h 4191000"/>
                <a:gd name="csX18" fmla="*/ 4474029 w 6553200"/>
                <a:gd name="csY18" fmla="*/ 4093028 h 4191000"/>
                <a:gd name="csX19" fmla="*/ 4648200 w 6553200"/>
                <a:gd name="csY19" fmla="*/ 4180114 h 4191000"/>
                <a:gd name="csX20" fmla="*/ 4767943 w 6553200"/>
                <a:gd name="csY20" fmla="*/ 4191000 h 4191000"/>
                <a:gd name="csX21" fmla="*/ 4876800 w 6553200"/>
                <a:gd name="csY21" fmla="*/ 4114800 h 4191000"/>
                <a:gd name="csX22" fmla="*/ 4963886 w 6553200"/>
                <a:gd name="csY22" fmla="*/ 4038600 h 4191000"/>
                <a:gd name="csX23" fmla="*/ 5127171 w 6553200"/>
                <a:gd name="csY23" fmla="*/ 4038600 h 4191000"/>
                <a:gd name="csX24" fmla="*/ 5279571 w 6553200"/>
                <a:gd name="csY24" fmla="*/ 4016828 h 4191000"/>
                <a:gd name="csX25" fmla="*/ 5410200 w 6553200"/>
                <a:gd name="csY25" fmla="*/ 3918857 h 4191000"/>
                <a:gd name="csX26" fmla="*/ 5584371 w 6553200"/>
                <a:gd name="csY26" fmla="*/ 3755571 h 4191000"/>
                <a:gd name="csX27" fmla="*/ 5747657 w 6553200"/>
                <a:gd name="csY27" fmla="*/ 3635828 h 4191000"/>
                <a:gd name="csX28" fmla="*/ 5910943 w 6553200"/>
                <a:gd name="csY28" fmla="*/ 3363686 h 4191000"/>
                <a:gd name="csX29" fmla="*/ 6041571 w 6553200"/>
                <a:gd name="csY29" fmla="*/ 3189514 h 4191000"/>
                <a:gd name="csX30" fmla="*/ 6193971 w 6553200"/>
                <a:gd name="csY30" fmla="*/ 3048000 h 4191000"/>
                <a:gd name="csX31" fmla="*/ 6357257 w 6553200"/>
                <a:gd name="csY31" fmla="*/ 2830286 h 4191000"/>
                <a:gd name="csX32" fmla="*/ 6411686 w 6553200"/>
                <a:gd name="csY32" fmla="*/ 2699657 h 4191000"/>
                <a:gd name="csX33" fmla="*/ 6509657 w 6553200"/>
                <a:gd name="csY33" fmla="*/ 2416628 h 4191000"/>
                <a:gd name="csX34" fmla="*/ 6542314 w 6553200"/>
                <a:gd name="csY34" fmla="*/ 2275114 h 4191000"/>
                <a:gd name="csX35" fmla="*/ 6553200 w 6553200"/>
                <a:gd name="csY35" fmla="*/ 2133600 h 4191000"/>
                <a:gd name="csX36" fmla="*/ 6531429 w 6553200"/>
                <a:gd name="csY36" fmla="*/ 250371 h 4191000"/>
                <a:gd name="csX0" fmla="*/ 0 w 6553200"/>
                <a:gd name="csY0" fmla="*/ 0 h 4191000"/>
                <a:gd name="csX1" fmla="*/ 76200 w 6553200"/>
                <a:gd name="csY1" fmla="*/ 1382486 h 4191000"/>
                <a:gd name="csX2" fmla="*/ 141514 w 6553200"/>
                <a:gd name="csY2" fmla="*/ 2547257 h 4191000"/>
                <a:gd name="csX3" fmla="*/ 272143 w 6553200"/>
                <a:gd name="csY3" fmla="*/ 3102428 h 4191000"/>
                <a:gd name="csX4" fmla="*/ 457200 w 6553200"/>
                <a:gd name="csY4" fmla="*/ 3396343 h 4191000"/>
                <a:gd name="csX5" fmla="*/ 696686 w 6553200"/>
                <a:gd name="csY5" fmla="*/ 3537857 h 4191000"/>
                <a:gd name="csX6" fmla="*/ 914400 w 6553200"/>
                <a:gd name="csY6" fmla="*/ 3614057 h 4191000"/>
                <a:gd name="csX7" fmla="*/ 1077686 w 6553200"/>
                <a:gd name="csY7" fmla="*/ 3777343 h 4191000"/>
                <a:gd name="csX8" fmla="*/ 1262743 w 6553200"/>
                <a:gd name="csY8" fmla="*/ 3984171 h 4191000"/>
                <a:gd name="csX9" fmla="*/ 1415143 w 6553200"/>
                <a:gd name="csY9" fmla="*/ 4016828 h 4191000"/>
                <a:gd name="csX10" fmla="*/ 1621971 w 6553200"/>
                <a:gd name="csY10" fmla="*/ 3995057 h 4191000"/>
                <a:gd name="csX11" fmla="*/ 1894114 w 6553200"/>
                <a:gd name="csY11" fmla="*/ 3962400 h 4191000"/>
                <a:gd name="csX12" fmla="*/ 2177143 w 6553200"/>
                <a:gd name="csY12" fmla="*/ 3864428 h 4191000"/>
                <a:gd name="csX13" fmla="*/ 2579914 w 6553200"/>
                <a:gd name="csY13" fmla="*/ 3853543 h 4191000"/>
                <a:gd name="csX14" fmla="*/ 2917371 w 6553200"/>
                <a:gd name="csY14" fmla="*/ 3799114 h 4191000"/>
                <a:gd name="csX15" fmla="*/ 3156857 w 6553200"/>
                <a:gd name="csY15" fmla="*/ 3733800 h 4191000"/>
                <a:gd name="csX16" fmla="*/ 3494314 w 6553200"/>
                <a:gd name="csY16" fmla="*/ 3722914 h 4191000"/>
                <a:gd name="csX17" fmla="*/ 3973286 w 6553200"/>
                <a:gd name="csY17" fmla="*/ 3820886 h 4191000"/>
                <a:gd name="csX18" fmla="*/ 4299857 w 6553200"/>
                <a:gd name="csY18" fmla="*/ 3951514 h 4191000"/>
                <a:gd name="csX19" fmla="*/ 4474029 w 6553200"/>
                <a:gd name="csY19" fmla="*/ 4093028 h 4191000"/>
                <a:gd name="csX20" fmla="*/ 4648200 w 6553200"/>
                <a:gd name="csY20" fmla="*/ 4180114 h 4191000"/>
                <a:gd name="csX21" fmla="*/ 4767943 w 6553200"/>
                <a:gd name="csY21" fmla="*/ 4191000 h 4191000"/>
                <a:gd name="csX22" fmla="*/ 4876800 w 6553200"/>
                <a:gd name="csY22" fmla="*/ 4114800 h 4191000"/>
                <a:gd name="csX23" fmla="*/ 4963886 w 6553200"/>
                <a:gd name="csY23" fmla="*/ 4038600 h 4191000"/>
                <a:gd name="csX24" fmla="*/ 5127171 w 6553200"/>
                <a:gd name="csY24" fmla="*/ 4038600 h 4191000"/>
                <a:gd name="csX25" fmla="*/ 5279571 w 6553200"/>
                <a:gd name="csY25" fmla="*/ 4016828 h 4191000"/>
                <a:gd name="csX26" fmla="*/ 5410200 w 6553200"/>
                <a:gd name="csY26" fmla="*/ 3918857 h 4191000"/>
                <a:gd name="csX27" fmla="*/ 5584371 w 6553200"/>
                <a:gd name="csY27" fmla="*/ 3755571 h 4191000"/>
                <a:gd name="csX28" fmla="*/ 5747657 w 6553200"/>
                <a:gd name="csY28" fmla="*/ 3635828 h 4191000"/>
                <a:gd name="csX29" fmla="*/ 5910943 w 6553200"/>
                <a:gd name="csY29" fmla="*/ 3363686 h 4191000"/>
                <a:gd name="csX30" fmla="*/ 6041571 w 6553200"/>
                <a:gd name="csY30" fmla="*/ 3189514 h 4191000"/>
                <a:gd name="csX31" fmla="*/ 6193971 w 6553200"/>
                <a:gd name="csY31" fmla="*/ 3048000 h 4191000"/>
                <a:gd name="csX32" fmla="*/ 6357257 w 6553200"/>
                <a:gd name="csY32" fmla="*/ 2830286 h 4191000"/>
                <a:gd name="csX33" fmla="*/ 6411686 w 6553200"/>
                <a:gd name="csY33" fmla="*/ 2699657 h 4191000"/>
                <a:gd name="csX34" fmla="*/ 6509657 w 6553200"/>
                <a:gd name="csY34" fmla="*/ 2416628 h 4191000"/>
                <a:gd name="csX35" fmla="*/ 6542314 w 6553200"/>
                <a:gd name="csY35" fmla="*/ 2275114 h 4191000"/>
                <a:gd name="csX36" fmla="*/ 6553200 w 6553200"/>
                <a:gd name="csY36" fmla="*/ 2133600 h 4191000"/>
                <a:gd name="csX37" fmla="*/ 6531429 w 6553200"/>
                <a:gd name="csY37" fmla="*/ 250371 h 4191000"/>
                <a:gd name="csX0" fmla="*/ 32657 w 6585857"/>
                <a:gd name="csY0" fmla="*/ 0 h 4191000"/>
                <a:gd name="csX1" fmla="*/ 0 w 6585857"/>
                <a:gd name="csY1" fmla="*/ 1948543 h 4191000"/>
                <a:gd name="csX2" fmla="*/ 174171 w 6585857"/>
                <a:gd name="csY2" fmla="*/ 2547257 h 4191000"/>
                <a:gd name="csX3" fmla="*/ 304800 w 6585857"/>
                <a:gd name="csY3" fmla="*/ 3102428 h 4191000"/>
                <a:gd name="csX4" fmla="*/ 489857 w 6585857"/>
                <a:gd name="csY4" fmla="*/ 3396343 h 4191000"/>
                <a:gd name="csX5" fmla="*/ 729343 w 6585857"/>
                <a:gd name="csY5" fmla="*/ 3537857 h 4191000"/>
                <a:gd name="csX6" fmla="*/ 947057 w 6585857"/>
                <a:gd name="csY6" fmla="*/ 3614057 h 4191000"/>
                <a:gd name="csX7" fmla="*/ 1110343 w 6585857"/>
                <a:gd name="csY7" fmla="*/ 3777343 h 4191000"/>
                <a:gd name="csX8" fmla="*/ 1295400 w 6585857"/>
                <a:gd name="csY8" fmla="*/ 3984171 h 4191000"/>
                <a:gd name="csX9" fmla="*/ 1447800 w 6585857"/>
                <a:gd name="csY9" fmla="*/ 4016828 h 4191000"/>
                <a:gd name="csX10" fmla="*/ 1654628 w 6585857"/>
                <a:gd name="csY10" fmla="*/ 3995057 h 4191000"/>
                <a:gd name="csX11" fmla="*/ 1926771 w 6585857"/>
                <a:gd name="csY11" fmla="*/ 3962400 h 4191000"/>
                <a:gd name="csX12" fmla="*/ 2209800 w 6585857"/>
                <a:gd name="csY12" fmla="*/ 3864428 h 4191000"/>
                <a:gd name="csX13" fmla="*/ 2612571 w 6585857"/>
                <a:gd name="csY13" fmla="*/ 3853543 h 4191000"/>
                <a:gd name="csX14" fmla="*/ 2950028 w 6585857"/>
                <a:gd name="csY14" fmla="*/ 3799114 h 4191000"/>
                <a:gd name="csX15" fmla="*/ 3189514 w 6585857"/>
                <a:gd name="csY15" fmla="*/ 3733800 h 4191000"/>
                <a:gd name="csX16" fmla="*/ 3526971 w 6585857"/>
                <a:gd name="csY16" fmla="*/ 3722914 h 4191000"/>
                <a:gd name="csX17" fmla="*/ 4005943 w 6585857"/>
                <a:gd name="csY17" fmla="*/ 3820886 h 4191000"/>
                <a:gd name="csX18" fmla="*/ 4332514 w 6585857"/>
                <a:gd name="csY18" fmla="*/ 3951514 h 4191000"/>
                <a:gd name="csX19" fmla="*/ 4506686 w 6585857"/>
                <a:gd name="csY19" fmla="*/ 4093028 h 4191000"/>
                <a:gd name="csX20" fmla="*/ 4680857 w 6585857"/>
                <a:gd name="csY20" fmla="*/ 4180114 h 4191000"/>
                <a:gd name="csX21" fmla="*/ 4800600 w 6585857"/>
                <a:gd name="csY21" fmla="*/ 4191000 h 4191000"/>
                <a:gd name="csX22" fmla="*/ 4909457 w 6585857"/>
                <a:gd name="csY22" fmla="*/ 4114800 h 4191000"/>
                <a:gd name="csX23" fmla="*/ 4996543 w 6585857"/>
                <a:gd name="csY23" fmla="*/ 4038600 h 4191000"/>
                <a:gd name="csX24" fmla="*/ 5159828 w 6585857"/>
                <a:gd name="csY24" fmla="*/ 4038600 h 4191000"/>
                <a:gd name="csX25" fmla="*/ 5312228 w 6585857"/>
                <a:gd name="csY25" fmla="*/ 4016828 h 4191000"/>
                <a:gd name="csX26" fmla="*/ 5442857 w 6585857"/>
                <a:gd name="csY26" fmla="*/ 3918857 h 4191000"/>
                <a:gd name="csX27" fmla="*/ 5617028 w 6585857"/>
                <a:gd name="csY27" fmla="*/ 3755571 h 4191000"/>
                <a:gd name="csX28" fmla="*/ 5780314 w 6585857"/>
                <a:gd name="csY28" fmla="*/ 3635828 h 4191000"/>
                <a:gd name="csX29" fmla="*/ 5943600 w 6585857"/>
                <a:gd name="csY29" fmla="*/ 3363686 h 4191000"/>
                <a:gd name="csX30" fmla="*/ 6074228 w 6585857"/>
                <a:gd name="csY30" fmla="*/ 3189514 h 4191000"/>
                <a:gd name="csX31" fmla="*/ 6226628 w 6585857"/>
                <a:gd name="csY31" fmla="*/ 3048000 h 4191000"/>
                <a:gd name="csX32" fmla="*/ 6389914 w 6585857"/>
                <a:gd name="csY32" fmla="*/ 2830286 h 4191000"/>
                <a:gd name="csX33" fmla="*/ 6444343 w 6585857"/>
                <a:gd name="csY33" fmla="*/ 2699657 h 4191000"/>
                <a:gd name="csX34" fmla="*/ 6542314 w 6585857"/>
                <a:gd name="csY34" fmla="*/ 2416628 h 4191000"/>
                <a:gd name="csX35" fmla="*/ 6574971 w 6585857"/>
                <a:gd name="csY35" fmla="*/ 2275114 h 4191000"/>
                <a:gd name="csX36" fmla="*/ 6585857 w 6585857"/>
                <a:gd name="csY36" fmla="*/ 2133600 h 4191000"/>
                <a:gd name="csX37" fmla="*/ 6564086 w 6585857"/>
                <a:gd name="csY37" fmla="*/ 250371 h 4191000"/>
                <a:gd name="csX0" fmla="*/ 0 w 6618515"/>
                <a:gd name="csY0" fmla="*/ 0 h 4191000"/>
                <a:gd name="csX1" fmla="*/ 32658 w 6618515"/>
                <a:gd name="csY1" fmla="*/ 1948543 h 4191000"/>
                <a:gd name="csX2" fmla="*/ 206829 w 6618515"/>
                <a:gd name="csY2" fmla="*/ 2547257 h 4191000"/>
                <a:gd name="csX3" fmla="*/ 337458 w 6618515"/>
                <a:gd name="csY3" fmla="*/ 3102428 h 4191000"/>
                <a:gd name="csX4" fmla="*/ 522515 w 6618515"/>
                <a:gd name="csY4" fmla="*/ 3396343 h 4191000"/>
                <a:gd name="csX5" fmla="*/ 762001 w 6618515"/>
                <a:gd name="csY5" fmla="*/ 3537857 h 4191000"/>
                <a:gd name="csX6" fmla="*/ 979715 w 6618515"/>
                <a:gd name="csY6" fmla="*/ 3614057 h 4191000"/>
                <a:gd name="csX7" fmla="*/ 1143001 w 6618515"/>
                <a:gd name="csY7" fmla="*/ 3777343 h 4191000"/>
                <a:gd name="csX8" fmla="*/ 1328058 w 6618515"/>
                <a:gd name="csY8" fmla="*/ 3984171 h 4191000"/>
                <a:gd name="csX9" fmla="*/ 1480458 w 6618515"/>
                <a:gd name="csY9" fmla="*/ 4016828 h 4191000"/>
                <a:gd name="csX10" fmla="*/ 1687286 w 6618515"/>
                <a:gd name="csY10" fmla="*/ 3995057 h 4191000"/>
                <a:gd name="csX11" fmla="*/ 1959429 w 6618515"/>
                <a:gd name="csY11" fmla="*/ 3962400 h 4191000"/>
                <a:gd name="csX12" fmla="*/ 2242458 w 6618515"/>
                <a:gd name="csY12" fmla="*/ 3864428 h 4191000"/>
                <a:gd name="csX13" fmla="*/ 2645229 w 6618515"/>
                <a:gd name="csY13" fmla="*/ 3853543 h 4191000"/>
                <a:gd name="csX14" fmla="*/ 2982686 w 6618515"/>
                <a:gd name="csY14" fmla="*/ 3799114 h 4191000"/>
                <a:gd name="csX15" fmla="*/ 3222172 w 6618515"/>
                <a:gd name="csY15" fmla="*/ 3733800 h 4191000"/>
                <a:gd name="csX16" fmla="*/ 3559629 w 6618515"/>
                <a:gd name="csY16" fmla="*/ 3722914 h 4191000"/>
                <a:gd name="csX17" fmla="*/ 4038601 w 6618515"/>
                <a:gd name="csY17" fmla="*/ 3820886 h 4191000"/>
                <a:gd name="csX18" fmla="*/ 4365172 w 6618515"/>
                <a:gd name="csY18" fmla="*/ 3951514 h 4191000"/>
                <a:gd name="csX19" fmla="*/ 4539344 w 6618515"/>
                <a:gd name="csY19" fmla="*/ 4093028 h 4191000"/>
                <a:gd name="csX20" fmla="*/ 4713515 w 6618515"/>
                <a:gd name="csY20" fmla="*/ 4180114 h 4191000"/>
                <a:gd name="csX21" fmla="*/ 4833258 w 6618515"/>
                <a:gd name="csY21" fmla="*/ 4191000 h 4191000"/>
                <a:gd name="csX22" fmla="*/ 4942115 w 6618515"/>
                <a:gd name="csY22" fmla="*/ 4114800 h 4191000"/>
                <a:gd name="csX23" fmla="*/ 5029201 w 6618515"/>
                <a:gd name="csY23" fmla="*/ 4038600 h 4191000"/>
                <a:gd name="csX24" fmla="*/ 5192486 w 6618515"/>
                <a:gd name="csY24" fmla="*/ 4038600 h 4191000"/>
                <a:gd name="csX25" fmla="*/ 5344886 w 6618515"/>
                <a:gd name="csY25" fmla="*/ 4016828 h 4191000"/>
                <a:gd name="csX26" fmla="*/ 5475515 w 6618515"/>
                <a:gd name="csY26" fmla="*/ 3918857 h 4191000"/>
                <a:gd name="csX27" fmla="*/ 5649686 w 6618515"/>
                <a:gd name="csY27" fmla="*/ 3755571 h 4191000"/>
                <a:gd name="csX28" fmla="*/ 5812972 w 6618515"/>
                <a:gd name="csY28" fmla="*/ 3635828 h 4191000"/>
                <a:gd name="csX29" fmla="*/ 5976258 w 6618515"/>
                <a:gd name="csY29" fmla="*/ 3363686 h 4191000"/>
                <a:gd name="csX30" fmla="*/ 6106886 w 6618515"/>
                <a:gd name="csY30" fmla="*/ 3189514 h 4191000"/>
                <a:gd name="csX31" fmla="*/ 6259286 w 6618515"/>
                <a:gd name="csY31" fmla="*/ 3048000 h 4191000"/>
                <a:gd name="csX32" fmla="*/ 6422572 w 6618515"/>
                <a:gd name="csY32" fmla="*/ 2830286 h 4191000"/>
                <a:gd name="csX33" fmla="*/ 6477001 w 6618515"/>
                <a:gd name="csY33" fmla="*/ 2699657 h 4191000"/>
                <a:gd name="csX34" fmla="*/ 6574972 w 6618515"/>
                <a:gd name="csY34" fmla="*/ 2416628 h 4191000"/>
                <a:gd name="csX35" fmla="*/ 6607629 w 6618515"/>
                <a:gd name="csY35" fmla="*/ 2275114 h 4191000"/>
                <a:gd name="csX36" fmla="*/ 6618515 w 6618515"/>
                <a:gd name="csY36" fmla="*/ 2133600 h 4191000"/>
                <a:gd name="csX37" fmla="*/ 6596744 w 6618515"/>
                <a:gd name="csY37" fmla="*/ 250371 h 4191000"/>
                <a:gd name="csX0" fmla="*/ 0 w 6607630"/>
                <a:gd name="csY0" fmla="*/ 576944 h 3940629"/>
                <a:gd name="csX1" fmla="*/ 21773 w 6607630"/>
                <a:gd name="csY1" fmla="*/ 1698172 h 3940629"/>
                <a:gd name="csX2" fmla="*/ 195944 w 6607630"/>
                <a:gd name="csY2" fmla="*/ 2296886 h 3940629"/>
                <a:gd name="csX3" fmla="*/ 326573 w 6607630"/>
                <a:gd name="csY3" fmla="*/ 2852057 h 3940629"/>
                <a:gd name="csX4" fmla="*/ 511630 w 6607630"/>
                <a:gd name="csY4" fmla="*/ 3145972 h 3940629"/>
                <a:gd name="csX5" fmla="*/ 751116 w 6607630"/>
                <a:gd name="csY5" fmla="*/ 3287486 h 3940629"/>
                <a:gd name="csX6" fmla="*/ 968830 w 6607630"/>
                <a:gd name="csY6" fmla="*/ 3363686 h 3940629"/>
                <a:gd name="csX7" fmla="*/ 1132116 w 6607630"/>
                <a:gd name="csY7" fmla="*/ 3526972 h 3940629"/>
                <a:gd name="csX8" fmla="*/ 1317173 w 6607630"/>
                <a:gd name="csY8" fmla="*/ 3733800 h 3940629"/>
                <a:gd name="csX9" fmla="*/ 1469573 w 6607630"/>
                <a:gd name="csY9" fmla="*/ 3766457 h 3940629"/>
                <a:gd name="csX10" fmla="*/ 1676401 w 6607630"/>
                <a:gd name="csY10" fmla="*/ 3744686 h 3940629"/>
                <a:gd name="csX11" fmla="*/ 1948544 w 6607630"/>
                <a:gd name="csY11" fmla="*/ 3712029 h 3940629"/>
                <a:gd name="csX12" fmla="*/ 2231573 w 6607630"/>
                <a:gd name="csY12" fmla="*/ 3614057 h 3940629"/>
                <a:gd name="csX13" fmla="*/ 2634344 w 6607630"/>
                <a:gd name="csY13" fmla="*/ 3603172 h 3940629"/>
                <a:gd name="csX14" fmla="*/ 2971801 w 6607630"/>
                <a:gd name="csY14" fmla="*/ 3548743 h 3940629"/>
                <a:gd name="csX15" fmla="*/ 3211287 w 6607630"/>
                <a:gd name="csY15" fmla="*/ 3483429 h 3940629"/>
                <a:gd name="csX16" fmla="*/ 3548744 w 6607630"/>
                <a:gd name="csY16" fmla="*/ 3472543 h 3940629"/>
                <a:gd name="csX17" fmla="*/ 4027716 w 6607630"/>
                <a:gd name="csY17" fmla="*/ 3570515 h 3940629"/>
                <a:gd name="csX18" fmla="*/ 4354287 w 6607630"/>
                <a:gd name="csY18" fmla="*/ 3701143 h 3940629"/>
                <a:gd name="csX19" fmla="*/ 4528459 w 6607630"/>
                <a:gd name="csY19" fmla="*/ 3842657 h 3940629"/>
                <a:gd name="csX20" fmla="*/ 4702630 w 6607630"/>
                <a:gd name="csY20" fmla="*/ 3929743 h 3940629"/>
                <a:gd name="csX21" fmla="*/ 4822373 w 6607630"/>
                <a:gd name="csY21" fmla="*/ 3940629 h 3940629"/>
                <a:gd name="csX22" fmla="*/ 4931230 w 6607630"/>
                <a:gd name="csY22" fmla="*/ 3864429 h 3940629"/>
                <a:gd name="csX23" fmla="*/ 5018316 w 6607630"/>
                <a:gd name="csY23" fmla="*/ 3788229 h 3940629"/>
                <a:gd name="csX24" fmla="*/ 5181601 w 6607630"/>
                <a:gd name="csY24" fmla="*/ 3788229 h 3940629"/>
                <a:gd name="csX25" fmla="*/ 5334001 w 6607630"/>
                <a:gd name="csY25" fmla="*/ 3766457 h 3940629"/>
                <a:gd name="csX26" fmla="*/ 5464630 w 6607630"/>
                <a:gd name="csY26" fmla="*/ 3668486 h 3940629"/>
                <a:gd name="csX27" fmla="*/ 5638801 w 6607630"/>
                <a:gd name="csY27" fmla="*/ 3505200 h 3940629"/>
                <a:gd name="csX28" fmla="*/ 5802087 w 6607630"/>
                <a:gd name="csY28" fmla="*/ 3385457 h 3940629"/>
                <a:gd name="csX29" fmla="*/ 5965373 w 6607630"/>
                <a:gd name="csY29" fmla="*/ 3113315 h 3940629"/>
                <a:gd name="csX30" fmla="*/ 6096001 w 6607630"/>
                <a:gd name="csY30" fmla="*/ 2939143 h 3940629"/>
                <a:gd name="csX31" fmla="*/ 6248401 w 6607630"/>
                <a:gd name="csY31" fmla="*/ 2797629 h 3940629"/>
                <a:gd name="csX32" fmla="*/ 6411687 w 6607630"/>
                <a:gd name="csY32" fmla="*/ 2579915 h 3940629"/>
                <a:gd name="csX33" fmla="*/ 6466116 w 6607630"/>
                <a:gd name="csY33" fmla="*/ 2449286 h 3940629"/>
                <a:gd name="csX34" fmla="*/ 6564087 w 6607630"/>
                <a:gd name="csY34" fmla="*/ 2166257 h 3940629"/>
                <a:gd name="csX35" fmla="*/ 6596744 w 6607630"/>
                <a:gd name="csY35" fmla="*/ 2024743 h 3940629"/>
                <a:gd name="csX36" fmla="*/ 6607630 w 6607630"/>
                <a:gd name="csY36" fmla="*/ 1883229 h 3940629"/>
                <a:gd name="csX37" fmla="*/ 6585859 w 6607630"/>
                <a:gd name="csY37" fmla="*/ 0 h 3940629"/>
                <a:gd name="csX0" fmla="*/ 0 w 6607630"/>
                <a:gd name="csY0" fmla="*/ 0 h 3363685"/>
                <a:gd name="csX1" fmla="*/ 21773 w 6607630"/>
                <a:gd name="csY1" fmla="*/ 1121228 h 3363685"/>
                <a:gd name="csX2" fmla="*/ 195944 w 6607630"/>
                <a:gd name="csY2" fmla="*/ 1719942 h 3363685"/>
                <a:gd name="csX3" fmla="*/ 326573 w 6607630"/>
                <a:gd name="csY3" fmla="*/ 2275113 h 3363685"/>
                <a:gd name="csX4" fmla="*/ 511630 w 6607630"/>
                <a:gd name="csY4" fmla="*/ 2569028 h 3363685"/>
                <a:gd name="csX5" fmla="*/ 751116 w 6607630"/>
                <a:gd name="csY5" fmla="*/ 2710542 h 3363685"/>
                <a:gd name="csX6" fmla="*/ 968830 w 6607630"/>
                <a:gd name="csY6" fmla="*/ 2786742 h 3363685"/>
                <a:gd name="csX7" fmla="*/ 1132116 w 6607630"/>
                <a:gd name="csY7" fmla="*/ 2950028 h 3363685"/>
                <a:gd name="csX8" fmla="*/ 1317173 w 6607630"/>
                <a:gd name="csY8" fmla="*/ 3156856 h 3363685"/>
                <a:gd name="csX9" fmla="*/ 1469573 w 6607630"/>
                <a:gd name="csY9" fmla="*/ 3189513 h 3363685"/>
                <a:gd name="csX10" fmla="*/ 1676401 w 6607630"/>
                <a:gd name="csY10" fmla="*/ 3167742 h 3363685"/>
                <a:gd name="csX11" fmla="*/ 1948544 w 6607630"/>
                <a:gd name="csY11" fmla="*/ 3135085 h 3363685"/>
                <a:gd name="csX12" fmla="*/ 2231573 w 6607630"/>
                <a:gd name="csY12" fmla="*/ 3037113 h 3363685"/>
                <a:gd name="csX13" fmla="*/ 2634344 w 6607630"/>
                <a:gd name="csY13" fmla="*/ 3026228 h 3363685"/>
                <a:gd name="csX14" fmla="*/ 2971801 w 6607630"/>
                <a:gd name="csY14" fmla="*/ 2971799 h 3363685"/>
                <a:gd name="csX15" fmla="*/ 3211287 w 6607630"/>
                <a:gd name="csY15" fmla="*/ 2906485 h 3363685"/>
                <a:gd name="csX16" fmla="*/ 3548744 w 6607630"/>
                <a:gd name="csY16" fmla="*/ 2895599 h 3363685"/>
                <a:gd name="csX17" fmla="*/ 4027716 w 6607630"/>
                <a:gd name="csY17" fmla="*/ 2993571 h 3363685"/>
                <a:gd name="csX18" fmla="*/ 4354287 w 6607630"/>
                <a:gd name="csY18" fmla="*/ 3124199 h 3363685"/>
                <a:gd name="csX19" fmla="*/ 4528459 w 6607630"/>
                <a:gd name="csY19" fmla="*/ 3265713 h 3363685"/>
                <a:gd name="csX20" fmla="*/ 4702630 w 6607630"/>
                <a:gd name="csY20" fmla="*/ 3352799 h 3363685"/>
                <a:gd name="csX21" fmla="*/ 4822373 w 6607630"/>
                <a:gd name="csY21" fmla="*/ 3363685 h 3363685"/>
                <a:gd name="csX22" fmla="*/ 4931230 w 6607630"/>
                <a:gd name="csY22" fmla="*/ 3287485 h 3363685"/>
                <a:gd name="csX23" fmla="*/ 5018316 w 6607630"/>
                <a:gd name="csY23" fmla="*/ 3211285 h 3363685"/>
                <a:gd name="csX24" fmla="*/ 5181601 w 6607630"/>
                <a:gd name="csY24" fmla="*/ 3211285 h 3363685"/>
                <a:gd name="csX25" fmla="*/ 5334001 w 6607630"/>
                <a:gd name="csY25" fmla="*/ 3189513 h 3363685"/>
                <a:gd name="csX26" fmla="*/ 5464630 w 6607630"/>
                <a:gd name="csY26" fmla="*/ 3091542 h 3363685"/>
                <a:gd name="csX27" fmla="*/ 5638801 w 6607630"/>
                <a:gd name="csY27" fmla="*/ 2928256 h 3363685"/>
                <a:gd name="csX28" fmla="*/ 5802087 w 6607630"/>
                <a:gd name="csY28" fmla="*/ 2808513 h 3363685"/>
                <a:gd name="csX29" fmla="*/ 5965373 w 6607630"/>
                <a:gd name="csY29" fmla="*/ 2536371 h 3363685"/>
                <a:gd name="csX30" fmla="*/ 6096001 w 6607630"/>
                <a:gd name="csY30" fmla="*/ 2362199 h 3363685"/>
                <a:gd name="csX31" fmla="*/ 6248401 w 6607630"/>
                <a:gd name="csY31" fmla="*/ 2220685 h 3363685"/>
                <a:gd name="csX32" fmla="*/ 6411687 w 6607630"/>
                <a:gd name="csY32" fmla="*/ 2002971 h 3363685"/>
                <a:gd name="csX33" fmla="*/ 6466116 w 6607630"/>
                <a:gd name="csY33" fmla="*/ 1872342 h 3363685"/>
                <a:gd name="csX34" fmla="*/ 6564087 w 6607630"/>
                <a:gd name="csY34" fmla="*/ 1589313 h 3363685"/>
                <a:gd name="csX35" fmla="*/ 6596744 w 6607630"/>
                <a:gd name="csY35" fmla="*/ 1447799 h 3363685"/>
                <a:gd name="csX36" fmla="*/ 6607630 w 6607630"/>
                <a:gd name="csY36" fmla="*/ 1306285 h 3363685"/>
                <a:gd name="csX37" fmla="*/ 6585859 w 6607630"/>
                <a:gd name="csY37" fmla="*/ 21770 h 33636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  <a:cxn ang="0">
                  <a:pos x="csX31" y="csY31"/>
                </a:cxn>
                <a:cxn ang="0">
                  <a:pos x="csX32" y="csY32"/>
                </a:cxn>
                <a:cxn ang="0">
                  <a:pos x="csX33" y="csY33"/>
                </a:cxn>
                <a:cxn ang="0">
                  <a:pos x="csX34" y="csY34"/>
                </a:cxn>
                <a:cxn ang="0">
                  <a:pos x="csX35" y="csY35"/>
                </a:cxn>
                <a:cxn ang="0">
                  <a:pos x="csX36" y="csY36"/>
                </a:cxn>
                <a:cxn ang="0">
                  <a:pos x="csX37" y="csY37"/>
                </a:cxn>
              </a:cxnLst>
              <a:rect l="l" t="t" r="r" b="b"/>
              <a:pathLst>
                <a:path w="6607630" h="3363685">
                  <a:moveTo>
                    <a:pt x="0" y="0"/>
                  </a:moveTo>
                  <a:lnTo>
                    <a:pt x="21773" y="1121228"/>
                  </a:lnTo>
                  <a:lnTo>
                    <a:pt x="195944" y="1719942"/>
                  </a:lnTo>
                  <a:lnTo>
                    <a:pt x="326573" y="2275113"/>
                  </a:lnTo>
                  <a:lnTo>
                    <a:pt x="511630" y="2569028"/>
                  </a:lnTo>
                  <a:lnTo>
                    <a:pt x="751116" y="2710542"/>
                  </a:lnTo>
                  <a:lnTo>
                    <a:pt x="968830" y="2786742"/>
                  </a:lnTo>
                  <a:lnTo>
                    <a:pt x="1132116" y="2950028"/>
                  </a:lnTo>
                  <a:lnTo>
                    <a:pt x="1317173" y="3156856"/>
                  </a:lnTo>
                  <a:lnTo>
                    <a:pt x="1469573" y="3189513"/>
                  </a:lnTo>
                  <a:lnTo>
                    <a:pt x="1676401" y="3167742"/>
                  </a:lnTo>
                  <a:lnTo>
                    <a:pt x="1948544" y="3135085"/>
                  </a:lnTo>
                  <a:lnTo>
                    <a:pt x="2231573" y="3037113"/>
                  </a:lnTo>
                  <a:lnTo>
                    <a:pt x="2634344" y="3026228"/>
                  </a:lnTo>
                  <a:lnTo>
                    <a:pt x="2971801" y="2971799"/>
                  </a:lnTo>
                  <a:lnTo>
                    <a:pt x="3211287" y="2906485"/>
                  </a:lnTo>
                  <a:lnTo>
                    <a:pt x="3548744" y="2895599"/>
                  </a:lnTo>
                  <a:lnTo>
                    <a:pt x="4027716" y="2993571"/>
                  </a:lnTo>
                  <a:lnTo>
                    <a:pt x="4354287" y="3124199"/>
                  </a:lnTo>
                  <a:lnTo>
                    <a:pt x="4528459" y="3265713"/>
                  </a:lnTo>
                  <a:lnTo>
                    <a:pt x="4702630" y="3352799"/>
                  </a:lnTo>
                  <a:lnTo>
                    <a:pt x="4822373" y="3363685"/>
                  </a:lnTo>
                  <a:lnTo>
                    <a:pt x="4931230" y="3287485"/>
                  </a:lnTo>
                  <a:lnTo>
                    <a:pt x="5018316" y="3211285"/>
                  </a:lnTo>
                  <a:lnTo>
                    <a:pt x="5181601" y="3211285"/>
                  </a:lnTo>
                  <a:lnTo>
                    <a:pt x="5334001" y="3189513"/>
                  </a:lnTo>
                  <a:lnTo>
                    <a:pt x="5464630" y="3091542"/>
                  </a:lnTo>
                  <a:lnTo>
                    <a:pt x="5638801" y="2928256"/>
                  </a:lnTo>
                  <a:lnTo>
                    <a:pt x="5802087" y="2808513"/>
                  </a:lnTo>
                  <a:lnTo>
                    <a:pt x="5965373" y="2536371"/>
                  </a:lnTo>
                  <a:lnTo>
                    <a:pt x="6096001" y="2362199"/>
                  </a:lnTo>
                  <a:lnTo>
                    <a:pt x="6248401" y="2220685"/>
                  </a:lnTo>
                  <a:lnTo>
                    <a:pt x="6411687" y="2002971"/>
                  </a:lnTo>
                  <a:lnTo>
                    <a:pt x="6466116" y="1872342"/>
                  </a:lnTo>
                  <a:lnTo>
                    <a:pt x="6564087" y="1589313"/>
                  </a:lnTo>
                  <a:lnTo>
                    <a:pt x="6596744" y="1447799"/>
                  </a:lnTo>
                  <a:lnTo>
                    <a:pt x="6607630" y="1306285"/>
                  </a:lnTo>
                  <a:lnTo>
                    <a:pt x="6585859" y="21770"/>
                  </a:lnTo>
                </a:path>
              </a:pathLst>
            </a:custGeom>
            <a:solidFill>
              <a:srgbClr val="00B0F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" name="Straight Connector 17">
              <a:extLst>
                <a:ext uri="{FF2B5EF4-FFF2-40B4-BE49-F238E27FC236}">
                  <a16:creationId xmlns:a16="http://schemas.microsoft.com/office/drawing/2014/main" id="{F623D554-CFD4-BBA6-D752-F28EB0D6194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67967" y="289276"/>
              <a:ext cx="3212455" cy="15647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18">
              <a:extLst>
                <a:ext uri="{FF2B5EF4-FFF2-40B4-BE49-F238E27FC236}">
                  <a16:creationId xmlns:a16="http://schemas.microsoft.com/office/drawing/2014/main" id="{E896B325-6954-C18D-1A22-4BDA68F1C5A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47114" y="48764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4B1310A-4D8A-2D95-C084-9FAC76E1C4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36687" y="1765329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1803194A-6233-02F7-E1EC-F75EAD2D8EE5}"/>
                </a:ext>
              </a:extLst>
            </p:cNvPr>
            <p:cNvCxnSpPr>
              <a:cxnSpLocks/>
            </p:cNvCxnSpPr>
            <p:nvPr/>
          </p:nvCxnSpPr>
          <p:spPr>
            <a:xfrm>
              <a:off x="3447114" y="3245821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Connector 21">
              <a:extLst>
                <a:ext uri="{FF2B5EF4-FFF2-40B4-BE49-F238E27FC236}">
                  <a16:creationId xmlns:a16="http://schemas.microsoft.com/office/drawing/2014/main" id="{40CFFDFE-2F02-8748-929C-AC1E10DB69D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426260" y="3472811"/>
              <a:ext cx="3191706" cy="15546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C2B421E2-F258-850F-94F5-BF62CDD4A5B4}"/>
                </a:ext>
              </a:extLst>
            </p:cNvPr>
            <p:cNvSpPr txBox="1"/>
            <p:nvPr/>
          </p:nvSpPr>
          <p:spPr>
            <a:xfrm>
              <a:off x="4817971" y="13132"/>
              <a:ext cx="548311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NAP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657A5A82-EC98-AECB-633B-1695516AEDDF}"/>
                </a:ext>
              </a:extLst>
            </p:cNvPr>
            <p:cNvSpPr txBox="1"/>
            <p:nvPr/>
          </p:nvSpPr>
          <p:spPr>
            <a:xfrm>
              <a:off x="5585554" y="251945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-0.4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7C889037-14DE-7FB5-8168-42F57A3CFF63}"/>
                </a:ext>
              </a:extLst>
            </p:cNvPr>
            <p:cNvSpPr txBox="1"/>
            <p:nvPr/>
          </p:nvSpPr>
          <p:spPr>
            <a:xfrm>
              <a:off x="5585553" y="1515449"/>
              <a:ext cx="511302" cy="334353"/>
            </a:xfrm>
            <a:prstGeom prst="rect">
              <a:avLst/>
            </a:prstGeom>
            <a:solidFill>
              <a:schemeClr val="bg1">
                <a:alpha val="60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-3.0</a:t>
              </a:r>
            </a:p>
          </p:txBody>
        </p:sp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179EACEE-F894-7E82-ED31-A8FD39AA62F6}"/>
                </a:ext>
              </a:extLst>
            </p:cNvPr>
            <p:cNvSpPr txBox="1"/>
            <p:nvPr/>
          </p:nvSpPr>
          <p:spPr>
            <a:xfrm>
              <a:off x="5557724" y="3004043"/>
              <a:ext cx="511302" cy="334353"/>
            </a:xfrm>
            <a:prstGeom prst="rect">
              <a:avLst/>
            </a:prstGeom>
            <a:solidFill>
              <a:schemeClr val="bg1">
                <a:alpha val="62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-6.0</a:t>
              </a:r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45EC3C07-4BDD-B661-4F28-E22129C79C98}"/>
                </a:ext>
              </a:extLst>
            </p:cNvPr>
            <p:cNvCxnSpPr>
              <a:cxnSpLocks/>
            </p:cNvCxnSpPr>
            <p:nvPr/>
          </p:nvCxnSpPr>
          <p:spPr>
            <a:xfrm>
              <a:off x="3418114" y="3728704"/>
              <a:ext cx="3247600" cy="0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D5B6B226-A78B-6CAD-A999-5B71A196D3FE}"/>
                </a:ext>
              </a:extLst>
            </p:cNvPr>
            <p:cNvSpPr txBox="1"/>
            <p:nvPr/>
          </p:nvSpPr>
          <p:spPr>
            <a:xfrm>
              <a:off x="6147371" y="3486928"/>
              <a:ext cx="511302" cy="334353"/>
            </a:xfrm>
            <a:prstGeom prst="rect">
              <a:avLst/>
            </a:prstGeom>
            <a:solidFill>
              <a:schemeClr val="bg1">
                <a:alpha val="64000"/>
              </a:schemeClr>
            </a:solidFill>
          </p:spPr>
          <p:txBody>
            <a:bodyPr wrap="none" rtlCol="0">
              <a:spAutoFit/>
            </a:bodyPr>
            <a:lstStyle/>
            <a:p>
              <a:r>
                <a:rPr lang="en-US" dirty="0"/>
                <a:t>-7.0</a:t>
              </a:r>
            </a:p>
          </p:txBody>
        </p:sp>
        <p:cxnSp>
          <p:nvCxnSpPr>
            <p:cNvPr id="42" name="Straight Connector 41">
              <a:extLst>
                <a:ext uri="{FF2B5EF4-FFF2-40B4-BE49-F238E27FC236}">
                  <a16:creationId xmlns:a16="http://schemas.microsoft.com/office/drawing/2014/main" id="{4B82853D-745A-21C8-3C45-F113471861ED}"/>
                </a:ext>
              </a:extLst>
            </p:cNvPr>
            <p:cNvCxnSpPr>
              <a:cxnSpLocks/>
            </p:cNvCxnSpPr>
            <p:nvPr/>
          </p:nvCxnSpPr>
          <p:spPr>
            <a:xfrm>
              <a:off x="3448951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42">
              <a:extLst>
                <a:ext uri="{FF2B5EF4-FFF2-40B4-BE49-F238E27FC236}">
                  <a16:creationId xmlns:a16="http://schemas.microsoft.com/office/drawing/2014/main" id="{A4355C16-D4E3-1013-8F86-87E9D2196020}"/>
                </a:ext>
              </a:extLst>
            </p:cNvPr>
            <p:cNvCxnSpPr>
              <a:cxnSpLocks/>
            </p:cNvCxnSpPr>
            <p:nvPr/>
          </p:nvCxnSpPr>
          <p:spPr>
            <a:xfrm>
              <a:off x="6685886" y="74954"/>
              <a:ext cx="0" cy="4877137"/>
            </a:xfrm>
            <a:prstGeom prst="line">
              <a:avLst/>
            </a:prstGeom>
            <a:ln w="571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5E847F0A-8101-A861-7145-2399BBA6BD4C}"/>
                </a:ext>
              </a:extLst>
            </p:cNvPr>
            <p:cNvSpPr txBox="1"/>
            <p:nvPr/>
          </p:nvSpPr>
          <p:spPr>
            <a:xfrm>
              <a:off x="3445348" y="4912561"/>
              <a:ext cx="511302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-9.4</a:t>
              </a: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9C4ACE89-6F84-3217-DCB4-0832939E6542}"/>
                </a:ext>
              </a:extLst>
            </p:cNvPr>
            <p:cNvSpPr txBox="1"/>
            <p:nvPr/>
          </p:nvSpPr>
          <p:spPr>
            <a:xfrm>
              <a:off x="6882793" y="21771"/>
              <a:ext cx="551158" cy="33435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+0.6</a:t>
              </a:r>
            </a:p>
          </p:txBody>
        </p: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2FA05049-98F8-5CE9-EFCA-4AAF450106E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684140" y="65812"/>
              <a:ext cx="441180" cy="2149"/>
            </a:xfrm>
            <a:prstGeom prst="line">
              <a:avLst/>
            </a:prstGeom>
            <a:solidFill>
              <a:srgbClr val="00B0F0"/>
            </a:solidFill>
            <a:ln w="3175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1B6DF1E1-68C1-B5D1-C69E-69BE767C233E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5" y="1774235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38">
              <a:extLst>
                <a:ext uri="{FF2B5EF4-FFF2-40B4-BE49-F238E27FC236}">
                  <a16:creationId xmlns:a16="http://schemas.microsoft.com/office/drawing/2014/main" id="{8780FED3-EB53-B062-C132-17C2235768B1}"/>
                </a:ext>
              </a:extLst>
            </p:cNvPr>
            <p:cNvCxnSpPr>
              <a:cxnSpLocks/>
            </p:cNvCxnSpPr>
            <p:nvPr/>
          </p:nvCxnSpPr>
          <p:spPr>
            <a:xfrm>
              <a:off x="3454284" y="3249348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4608D6AD-A67E-2981-9470-99B8D04BF5C9}"/>
                </a:ext>
              </a:extLst>
            </p:cNvPr>
            <p:cNvCxnSpPr>
              <a:cxnSpLocks/>
            </p:cNvCxnSpPr>
            <p:nvPr/>
          </p:nvCxnSpPr>
          <p:spPr>
            <a:xfrm>
              <a:off x="3443619" y="310652"/>
              <a:ext cx="3236934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A14B3471-4BF0-CE0B-024E-7D56C02391B9}"/>
                </a:ext>
              </a:extLst>
            </p:cNvPr>
            <p:cNvSpPr txBox="1"/>
            <p:nvPr/>
          </p:nvSpPr>
          <p:spPr>
            <a:xfrm>
              <a:off x="457200" y="217714"/>
              <a:ext cx="206793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11,  Y=469340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18715395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7C5BB5-3FF1-9AB7-908F-DCD358ECDF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ADFDB97-558A-4439-C414-EAFCF07E61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78129"/>
            <a:ext cx="7772400" cy="2701741"/>
          </a:xfrm>
          <a:prstGeom prst="rect">
            <a:avLst/>
          </a:prstGeom>
        </p:spPr>
      </p:pic>
      <p:grpSp>
        <p:nvGrpSpPr>
          <p:cNvPr id="34" name="Group 33">
            <a:extLst>
              <a:ext uri="{FF2B5EF4-FFF2-40B4-BE49-F238E27FC236}">
                <a16:creationId xmlns:a16="http://schemas.microsoft.com/office/drawing/2014/main" id="{D073151A-E98C-6C37-7C4F-60A75B45E901}"/>
              </a:ext>
            </a:extLst>
          </p:cNvPr>
          <p:cNvGrpSpPr/>
          <p:nvPr/>
        </p:nvGrpSpPr>
        <p:grpSpPr>
          <a:xfrm>
            <a:off x="653143" y="1001865"/>
            <a:ext cx="7805057" cy="3237277"/>
            <a:chOff x="653143" y="1923429"/>
            <a:chExt cx="7805057" cy="2321803"/>
          </a:xfrm>
        </p:grpSpPr>
        <p:cxnSp>
          <p:nvCxnSpPr>
            <p:cNvPr id="5" name="Straight Connector 4">
              <a:extLst>
                <a:ext uri="{FF2B5EF4-FFF2-40B4-BE49-F238E27FC236}">
                  <a16:creationId xmlns:a16="http://schemas.microsoft.com/office/drawing/2014/main" id="{C8F5659F-8D92-431D-0F82-58DB4975A31F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192342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A2717E7A-77BA-2F70-7862-780E50701D84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918487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38F2F5D7-61A4-5520-E71C-56B3031CEF05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250173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8795423E-58B0-0591-B3B5-F6F16E24521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581859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>
              <a:extLst>
                <a:ext uri="{FF2B5EF4-FFF2-40B4-BE49-F238E27FC236}">
                  <a16:creationId xmlns:a16="http://schemas.microsoft.com/office/drawing/2014/main" id="{0B9C972C-F5BA-C222-21AD-80190A5D9D3D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391354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>
              <a:extLst>
                <a:ext uri="{FF2B5EF4-FFF2-40B4-BE49-F238E27FC236}">
                  <a16:creationId xmlns:a16="http://schemas.microsoft.com/office/drawing/2014/main" id="{9782CC33-6E41-29CC-4133-EC49B80C8BAE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4245232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CB6D5756-9BE6-C0DA-2B22-DCDC8EBE8950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255115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Straight Connector 32">
              <a:extLst>
                <a:ext uri="{FF2B5EF4-FFF2-40B4-BE49-F238E27FC236}">
                  <a16:creationId xmlns:a16="http://schemas.microsoft.com/office/drawing/2014/main" id="{8A599380-ED48-91A7-AF62-0B0C7BA96423}"/>
                </a:ext>
              </a:extLst>
            </p:cNvPr>
            <p:cNvCxnSpPr>
              <a:cxnSpLocks/>
            </p:cNvCxnSpPr>
            <p:nvPr/>
          </p:nvCxnSpPr>
          <p:spPr>
            <a:xfrm>
              <a:off x="653143" y="2586801"/>
              <a:ext cx="7805057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CA4F97A0-4BCF-22BB-F923-A13DD0E45F73}"/>
              </a:ext>
            </a:extLst>
          </p:cNvPr>
          <p:cNvCxnSpPr>
            <a:cxnSpLocks/>
          </p:cNvCxnSpPr>
          <p:nvPr/>
        </p:nvCxnSpPr>
        <p:spPr>
          <a:xfrm>
            <a:off x="674913" y="1176037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81F0D36-AC3F-8F4B-4FF0-CB278B4625A4}"/>
              </a:ext>
            </a:extLst>
          </p:cNvPr>
          <p:cNvCxnSpPr>
            <a:cxnSpLocks/>
          </p:cNvCxnSpPr>
          <p:nvPr/>
        </p:nvCxnSpPr>
        <p:spPr>
          <a:xfrm>
            <a:off x="674914" y="784151"/>
            <a:ext cx="7805057" cy="0"/>
          </a:xfrm>
          <a:prstGeom prst="line">
            <a:avLst/>
          </a:prstGeom>
          <a:ln w="6350"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7" name="Group 56">
            <a:extLst>
              <a:ext uri="{FF2B5EF4-FFF2-40B4-BE49-F238E27FC236}">
                <a16:creationId xmlns:a16="http://schemas.microsoft.com/office/drawing/2014/main" id="{53550E45-3FCE-CD00-5FCC-B9A310C1B018}"/>
              </a:ext>
            </a:extLst>
          </p:cNvPr>
          <p:cNvGrpSpPr/>
          <p:nvPr/>
        </p:nvGrpSpPr>
        <p:grpSpPr>
          <a:xfrm>
            <a:off x="1371598" y="784151"/>
            <a:ext cx="6629402" cy="4606877"/>
            <a:chOff x="1371598" y="784151"/>
            <a:chExt cx="6629402" cy="4606877"/>
          </a:xfrm>
        </p:grpSpPr>
        <p:grpSp>
          <p:nvGrpSpPr>
            <p:cNvPr id="50" name="Group 49">
              <a:extLst>
                <a:ext uri="{FF2B5EF4-FFF2-40B4-BE49-F238E27FC236}">
                  <a16:creationId xmlns:a16="http://schemas.microsoft.com/office/drawing/2014/main" id="{1BAB286B-2115-0547-991A-850B7842BFD3}"/>
                </a:ext>
              </a:extLst>
            </p:cNvPr>
            <p:cNvGrpSpPr/>
            <p:nvPr/>
          </p:nvGrpSpPr>
          <p:grpSpPr>
            <a:xfrm>
              <a:off x="1382483" y="784151"/>
              <a:ext cx="6618517" cy="4606877"/>
              <a:chOff x="1382483" y="784151"/>
              <a:chExt cx="6618517" cy="4606877"/>
            </a:xfrm>
          </p:grpSpPr>
          <p:sp>
            <p:nvSpPr>
              <p:cNvPr id="3" name="Freeform 2">
                <a:extLst>
                  <a:ext uri="{FF2B5EF4-FFF2-40B4-BE49-F238E27FC236}">
                    <a16:creationId xmlns:a16="http://schemas.microsoft.com/office/drawing/2014/main" id="{4D65D5E4-36DD-D0FE-C344-3CFAA5E27045}"/>
                  </a:ext>
                </a:extLst>
              </p:cNvPr>
              <p:cNvSpPr/>
              <p:nvPr/>
            </p:nvSpPr>
            <p:spPr>
              <a:xfrm>
                <a:off x="1393370" y="1175658"/>
                <a:ext cx="6607630" cy="3363685"/>
              </a:xfrm>
              <a:custGeom>
                <a:avLst/>
                <a:gdLst>
                  <a:gd name="csX0" fmla="*/ 0 w 6553200"/>
                  <a:gd name="csY0" fmla="*/ 1665515 h 3940629"/>
                  <a:gd name="csX1" fmla="*/ 141514 w 6553200"/>
                  <a:gd name="csY1" fmla="*/ 2296886 h 3940629"/>
                  <a:gd name="csX2" fmla="*/ 272143 w 6553200"/>
                  <a:gd name="csY2" fmla="*/ 2852057 h 3940629"/>
                  <a:gd name="csX3" fmla="*/ 457200 w 6553200"/>
                  <a:gd name="csY3" fmla="*/ 3145972 h 3940629"/>
                  <a:gd name="csX4" fmla="*/ 696686 w 6553200"/>
                  <a:gd name="csY4" fmla="*/ 3287486 h 3940629"/>
                  <a:gd name="csX5" fmla="*/ 914400 w 6553200"/>
                  <a:gd name="csY5" fmla="*/ 3363686 h 3940629"/>
                  <a:gd name="csX6" fmla="*/ 1077686 w 6553200"/>
                  <a:gd name="csY6" fmla="*/ 3526972 h 3940629"/>
                  <a:gd name="csX7" fmla="*/ 1262743 w 6553200"/>
                  <a:gd name="csY7" fmla="*/ 3733800 h 3940629"/>
                  <a:gd name="csX8" fmla="*/ 1415143 w 6553200"/>
                  <a:gd name="csY8" fmla="*/ 3766457 h 3940629"/>
                  <a:gd name="csX9" fmla="*/ 1621971 w 6553200"/>
                  <a:gd name="csY9" fmla="*/ 3744686 h 3940629"/>
                  <a:gd name="csX10" fmla="*/ 1894114 w 6553200"/>
                  <a:gd name="csY10" fmla="*/ 3712029 h 3940629"/>
                  <a:gd name="csX11" fmla="*/ 2177143 w 6553200"/>
                  <a:gd name="csY11" fmla="*/ 3614057 h 3940629"/>
                  <a:gd name="csX12" fmla="*/ 2579914 w 6553200"/>
                  <a:gd name="csY12" fmla="*/ 3603172 h 3940629"/>
                  <a:gd name="csX13" fmla="*/ 2917371 w 6553200"/>
                  <a:gd name="csY13" fmla="*/ 3548743 h 3940629"/>
                  <a:gd name="csX14" fmla="*/ 3156857 w 6553200"/>
                  <a:gd name="csY14" fmla="*/ 3483429 h 3940629"/>
                  <a:gd name="csX15" fmla="*/ 3494314 w 6553200"/>
                  <a:gd name="csY15" fmla="*/ 3472543 h 3940629"/>
                  <a:gd name="csX16" fmla="*/ 3973286 w 6553200"/>
                  <a:gd name="csY16" fmla="*/ 3570515 h 3940629"/>
                  <a:gd name="csX17" fmla="*/ 4299857 w 6553200"/>
                  <a:gd name="csY17" fmla="*/ 3701143 h 3940629"/>
                  <a:gd name="csX18" fmla="*/ 4474029 w 6553200"/>
                  <a:gd name="csY18" fmla="*/ 3842657 h 3940629"/>
                  <a:gd name="csX19" fmla="*/ 4648200 w 6553200"/>
                  <a:gd name="csY19" fmla="*/ 3929743 h 3940629"/>
                  <a:gd name="csX20" fmla="*/ 4767943 w 6553200"/>
                  <a:gd name="csY20" fmla="*/ 3940629 h 3940629"/>
                  <a:gd name="csX21" fmla="*/ 4876800 w 6553200"/>
                  <a:gd name="csY21" fmla="*/ 3864429 h 3940629"/>
                  <a:gd name="csX22" fmla="*/ 4963886 w 6553200"/>
                  <a:gd name="csY22" fmla="*/ 3788229 h 3940629"/>
                  <a:gd name="csX23" fmla="*/ 5127171 w 6553200"/>
                  <a:gd name="csY23" fmla="*/ 3788229 h 3940629"/>
                  <a:gd name="csX24" fmla="*/ 5279571 w 6553200"/>
                  <a:gd name="csY24" fmla="*/ 3766457 h 3940629"/>
                  <a:gd name="csX25" fmla="*/ 5410200 w 6553200"/>
                  <a:gd name="csY25" fmla="*/ 3668486 h 3940629"/>
                  <a:gd name="csX26" fmla="*/ 5584371 w 6553200"/>
                  <a:gd name="csY26" fmla="*/ 3505200 h 3940629"/>
                  <a:gd name="csX27" fmla="*/ 5747657 w 6553200"/>
                  <a:gd name="csY27" fmla="*/ 3385457 h 3940629"/>
                  <a:gd name="csX28" fmla="*/ 5910943 w 6553200"/>
                  <a:gd name="csY28" fmla="*/ 3113315 h 3940629"/>
                  <a:gd name="csX29" fmla="*/ 6041571 w 6553200"/>
                  <a:gd name="csY29" fmla="*/ 2939143 h 3940629"/>
                  <a:gd name="csX30" fmla="*/ 6193971 w 6553200"/>
                  <a:gd name="csY30" fmla="*/ 2797629 h 3940629"/>
                  <a:gd name="csX31" fmla="*/ 6357257 w 6553200"/>
                  <a:gd name="csY31" fmla="*/ 2579915 h 3940629"/>
                  <a:gd name="csX32" fmla="*/ 6411686 w 6553200"/>
                  <a:gd name="csY32" fmla="*/ 2449286 h 3940629"/>
                  <a:gd name="csX33" fmla="*/ 6509657 w 6553200"/>
                  <a:gd name="csY33" fmla="*/ 2166257 h 3940629"/>
                  <a:gd name="csX34" fmla="*/ 6542314 w 6553200"/>
                  <a:gd name="csY34" fmla="*/ 2024743 h 3940629"/>
                  <a:gd name="csX35" fmla="*/ 6553200 w 6553200"/>
                  <a:gd name="csY35" fmla="*/ 1883229 h 3940629"/>
                  <a:gd name="csX36" fmla="*/ 6531429 w 6553200"/>
                  <a:gd name="csY36" fmla="*/ 0 h 3940629"/>
                  <a:gd name="csX0" fmla="*/ 0 w 6553200"/>
                  <a:gd name="csY0" fmla="*/ 0 h 4191000"/>
                  <a:gd name="csX1" fmla="*/ 141514 w 6553200"/>
                  <a:gd name="csY1" fmla="*/ 2547257 h 4191000"/>
                  <a:gd name="csX2" fmla="*/ 272143 w 6553200"/>
                  <a:gd name="csY2" fmla="*/ 3102428 h 4191000"/>
                  <a:gd name="csX3" fmla="*/ 457200 w 6553200"/>
                  <a:gd name="csY3" fmla="*/ 3396343 h 4191000"/>
                  <a:gd name="csX4" fmla="*/ 696686 w 6553200"/>
                  <a:gd name="csY4" fmla="*/ 3537857 h 4191000"/>
                  <a:gd name="csX5" fmla="*/ 914400 w 6553200"/>
                  <a:gd name="csY5" fmla="*/ 3614057 h 4191000"/>
                  <a:gd name="csX6" fmla="*/ 1077686 w 6553200"/>
                  <a:gd name="csY6" fmla="*/ 3777343 h 4191000"/>
                  <a:gd name="csX7" fmla="*/ 1262743 w 6553200"/>
                  <a:gd name="csY7" fmla="*/ 3984171 h 4191000"/>
                  <a:gd name="csX8" fmla="*/ 1415143 w 6553200"/>
                  <a:gd name="csY8" fmla="*/ 4016828 h 4191000"/>
                  <a:gd name="csX9" fmla="*/ 1621971 w 6553200"/>
                  <a:gd name="csY9" fmla="*/ 3995057 h 4191000"/>
                  <a:gd name="csX10" fmla="*/ 1894114 w 6553200"/>
                  <a:gd name="csY10" fmla="*/ 3962400 h 4191000"/>
                  <a:gd name="csX11" fmla="*/ 2177143 w 6553200"/>
                  <a:gd name="csY11" fmla="*/ 3864428 h 4191000"/>
                  <a:gd name="csX12" fmla="*/ 2579914 w 6553200"/>
                  <a:gd name="csY12" fmla="*/ 3853543 h 4191000"/>
                  <a:gd name="csX13" fmla="*/ 2917371 w 6553200"/>
                  <a:gd name="csY13" fmla="*/ 3799114 h 4191000"/>
                  <a:gd name="csX14" fmla="*/ 3156857 w 6553200"/>
                  <a:gd name="csY14" fmla="*/ 3733800 h 4191000"/>
                  <a:gd name="csX15" fmla="*/ 3494314 w 6553200"/>
                  <a:gd name="csY15" fmla="*/ 3722914 h 4191000"/>
                  <a:gd name="csX16" fmla="*/ 3973286 w 6553200"/>
                  <a:gd name="csY16" fmla="*/ 3820886 h 4191000"/>
                  <a:gd name="csX17" fmla="*/ 4299857 w 6553200"/>
                  <a:gd name="csY17" fmla="*/ 3951514 h 4191000"/>
                  <a:gd name="csX18" fmla="*/ 4474029 w 6553200"/>
                  <a:gd name="csY18" fmla="*/ 4093028 h 4191000"/>
                  <a:gd name="csX19" fmla="*/ 4648200 w 6553200"/>
                  <a:gd name="csY19" fmla="*/ 4180114 h 4191000"/>
                  <a:gd name="csX20" fmla="*/ 4767943 w 6553200"/>
                  <a:gd name="csY20" fmla="*/ 4191000 h 4191000"/>
                  <a:gd name="csX21" fmla="*/ 4876800 w 6553200"/>
                  <a:gd name="csY21" fmla="*/ 4114800 h 4191000"/>
                  <a:gd name="csX22" fmla="*/ 4963886 w 6553200"/>
                  <a:gd name="csY22" fmla="*/ 4038600 h 4191000"/>
                  <a:gd name="csX23" fmla="*/ 5127171 w 6553200"/>
                  <a:gd name="csY23" fmla="*/ 4038600 h 4191000"/>
                  <a:gd name="csX24" fmla="*/ 5279571 w 6553200"/>
                  <a:gd name="csY24" fmla="*/ 4016828 h 4191000"/>
                  <a:gd name="csX25" fmla="*/ 5410200 w 6553200"/>
                  <a:gd name="csY25" fmla="*/ 3918857 h 4191000"/>
                  <a:gd name="csX26" fmla="*/ 5584371 w 6553200"/>
                  <a:gd name="csY26" fmla="*/ 3755571 h 4191000"/>
                  <a:gd name="csX27" fmla="*/ 5747657 w 6553200"/>
                  <a:gd name="csY27" fmla="*/ 3635828 h 4191000"/>
                  <a:gd name="csX28" fmla="*/ 5910943 w 6553200"/>
                  <a:gd name="csY28" fmla="*/ 3363686 h 4191000"/>
                  <a:gd name="csX29" fmla="*/ 6041571 w 6553200"/>
                  <a:gd name="csY29" fmla="*/ 3189514 h 4191000"/>
                  <a:gd name="csX30" fmla="*/ 6193971 w 6553200"/>
                  <a:gd name="csY30" fmla="*/ 3048000 h 4191000"/>
                  <a:gd name="csX31" fmla="*/ 6357257 w 6553200"/>
                  <a:gd name="csY31" fmla="*/ 2830286 h 4191000"/>
                  <a:gd name="csX32" fmla="*/ 6411686 w 6553200"/>
                  <a:gd name="csY32" fmla="*/ 2699657 h 4191000"/>
                  <a:gd name="csX33" fmla="*/ 6509657 w 6553200"/>
                  <a:gd name="csY33" fmla="*/ 2416628 h 4191000"/>
                  <a:gd name="csX34" fmla="*/ 6542314 w 6553200"/>
                  <a:gd name="csY34" fmla="*/ 2275114 h 4191000"/>
                  <a:gd name="csX35" fmla="*/ 6553200 w 6553200"/>
                  <a:gd name="csY35" fmla="*/ 2133600 h 4191000"/>
                  <a:gd name="csX36" fmla="*/ 6531429 w 6553200"/>
                  <a:gd name="csY36" fmla="*/ 250371 h 4191000"/>
                  <a:gd name="csX0" fmla="*/ 0 w 6553200"/>
                  <a:gd name="csY0" fmla="*/ 0 h 4191000"/>
                  <a:gd name="csX1" fmla="*/ 76200 w 6553200"/>
                  <a:gd name="csY1" fmla="*/ 1382486 h 4191000"/>
                  <a:gd name="csX2" fmla="*/ 141514 w 6553200"/>
                  <a:gd name="csY2" fmla="*/ 2547257 h 4191000"/>
                  <a:gd name="csX3" fmla="*/ 272143 w 6553200"/>
                  <a:gd name="csY3" fmla="*/ 3102428 h 4191000"/>
                  <a:gd name="csX4" fmla="*/ 457200 w 6553200"/>
                  <a:gd name="csY4" fmla="*/ 3396343 h 4191000"/>
                  <a:gd name="csX5" fmla="*/ 696686 w 6553200"/>
                  <a:gd name="csY5" fmla="*/ 3537857 h 4191000"/>
                  <a:gd name="csX6" fmla="*/ 914400 w 6553200"/>
                  <a:gd name="csY6" fmla="*/ 3614057 h 4191000"/>
                  <a:gd name="csX7" fmla="*/ 1077686 w 6553200"/>
                  <a:gd name="csY7" fmla="*/ 3777343 h 4191000"/>
                  <a:gd name="csX8" fmla="*/ 1262743 w 6553200"/>
                  <a:gd name="csY8" fmla="*/ 3984171 h 4191000"/>
                  <a:gd name="csX9" fmla="*/ 1415143 w 6553200"/>
                  <a:gd name="csY9" fmla="*/ 4016828 h 4191000"/>
                  <a:gd name="csX10" fmla="*/ 1621971 w 6553200"/>
                  <a:gd name="csY10" fmla="*/ 3995057 h 4191000"/>
                  <a:gd name="csX11" fmla="*/ 1894114 w 6553200"/>
                  <a:gd name="csY11" fmla="*/ 3962400 h 4191000"/>
                  <a:gd name="csX12" fmla="*/ 2177143 w 6553200"/>
                  <a:gd name="csY12" fmla="*/ 3864428 h 4191000"/>
                  <a:gd name="csX13" fmla="*/ 2579914 w 6553200"/>
                  <a:gd name="csY13" fmla="*/ 3853543 h 4191000"/>
                  <a:gd name="csX14" fmla="*/ 2917371 w 6553200"/>
                  <a:gd name="csY14" fmla="*/ 3799114 h 4191000"/>
                  <a:gd name="csX15" fmla="*/ 3156857 w 6553200"/>
                  <a:gd name="csY15" fmla="*/ 3733800 h 4191000"/>
                  <a:gd name="csX16" fmla="*/ 3494314 w 6553200"/>
                  <a:gd name="csY16" fmla="*/ 3722914 h 4191000"/>
                  <a:gd name="csX17" fmla="*/ 3973286 w 6553200"/>
                  <a:gd name="csY17" fmla="*/ 3820886 h 4191000"/>
                  <a:gd name="csX18" fmla="*/ 4299857 w 6553200"/>
                  <a:gd name="csY18" fmla="*/ 3951514 h 4191000"/>
                  <a:gd name="csX19" fmla="*/ 4474029 w 6553200"/>
                  <a:gd name="csY19" fmla="*/ 4093028 h 4191000"/>
                  <a:gd name="csX20" fmla="*/ 4648200 w 6553200"/>
                  <a:gd name="csY20" fmla="*/ 4180114 h 4191000"/>
                  <a:gd name="csX21" fmla="*/ 4767943 w 6553200"/>
                  <a:gd name="csY21" fmla="*/ 4191000 h 4191000"/>
                  <a:gd name="csX22" fmla="*/ 4876800 w 6553200"/>
                  <a:gd name="csY22" fmla="*/ 4114800 h 4191000"/>
                  <a:gd name="csX23" fmla="*/ 4963886 w 6553200"/>
                  <a:gd name="csY23" fmla="*/ 4038600 h 4191000"/>
                  <a:gd name="csX24" fmla="*/ 5127171 w 6553200"/>
                  <a:gd name="csY24" fmla="*/ 4038600 h 4191000"/>
                  <a:gd name="csX25" fmla="*/ 5279571 w 6553200"/>
                  <a:gd name="csY25" fmla="*/ 4016828 h 4191000"/>
                  <a:gd name="csX26" fmla="*/ 5410200 w 6553200"/>
                  <a:gd name="csY26" fmla="*/ 3918857 h 4191000"/>
                  <a:gd name="csX27" fmla="*/ 5584371 w 6553200"/>
                  <a:gd name="csY27" fmla="*/ 3755571 h 4191000"/>
                  <a:gd name="csX28" fmla="*/ 5747657 w 6553200"/>
                  <a:gd name="csY28" fmla="*/ 3635828 h 4191000"/>
                  <a:gd name="csX29" fmla="*/ 5910943 w 6553200"/>
                  <a:gd name="csY29" fmla="*/ 3363686 h 4191000"/>
                  <a:gd name="csX30" fmla="*/ 6041571 w 6553200"/>
                  <a:gd name="csY30" fmla="*/ 3189514 h 4191000"/>
                  <a:gd name="csX31" fmla="*/ 6193971 w 6553200"/>
                  <a:gd name="csY31" fmla="*/ 3048000 h 4191000"/>
                  <a:gd name="csX32" fmla="*/ 6357257 w 6553200"/>
                  <a:gd name="csY32" fmla="*/ 2830286 h 4191000"/>
                  <a:gd name="csX33" fmla="*/ 6411686 w 6553200"/>
                  <a:gd name="csY33" fmla="*/ 2699657 h 4191000"/>
                  <a:gd name="csX34" fmla="*/ 6509657 w 6553200"/>
                  <a:gd name="csY34" fmla="*/ 2416628 h 4191000"/>
                  <a:gd name="csX35" fmla="*/ 6542314 w 6553200"/>
                  <a:gd name="csY35" fmla="*/ 2275114 h 4191000"/>
                  <a:gd name="csX36" fmla="*/ 6553200 w 6553200"/>
                  <a:gd name="csY36" fmla="*/ 2133600 h 4191000"/>
                  <a:gd name="csX37" fmla="*/ 6531429 w 6553200"/>
                  <a:gd name="csY37" fmla="*/ 250371 h 4191000"/>
                  <a:gd name="csX0" fmla="*/ 32657 w 6585857"/>
                  <a:gd name="csY0" fmla="*/ 0 h 4191000"/>
                  <a:gd name="csX1" fmla="*/ 0 w 6585857"/>
                  <a:gd name="csY1" fmla="*/ 1948543 h 4191000"/>
                  <a:gd name="csX2" fmla="*/ 174171 w 6585857"/>
                  <a:gd name="csY2" fmla="*/ 2547257 h 4191000"/>
                  <a:gd name="csX3" fmla="*/ 304800 w 6585857"/>
                  <a:gd name="csY3" fmla="*/ 3102428 h 4191000"/>
                  <a:gd name="csX4" fmla="*/ 489857 w 6585857"/>
                  <a:gd name="csY4" fmla="*/ 3396343 h 4191000"/>
                  <a:gd name="csX5" fmla="*/ 729343 w 6585857"/>
                  <a:gd name="csY5" fmla="*/ 3537857 h 4191000"/>
                  <a:gd name="csX6" fmla="*/ 947057 w 6585857"/>
                  <a:gd name="csY6" fmla="*/ 3614057 h 4191000"/>
                  <a:gd name="csX7" fmla="*/ 1110343 w 6585857"/>
                  <a:gd name="csY7" fmla="*/ 3777343 h 4191000"/>
                  <a:gd name="csX8" fmla="*/ 1295400 w 6585857"/>
                  <a:gd name="csY8" fmla="*/ 3984171 h 4191000"/>
                  <a:gd name="csX9" fmla="*/ 1447800 w 6585857"/>
                  <a:gd name="csY9" fmla="*/ 4016828 h 4191000"/>
                  <a:gd name="csX10" fmla="*/ 1654628 w 6585857"/>
                  <a:gd name="csY10" fmla="*/ 3995057 h 4191000"/>
                  <a:gd name="csX11" fmla="*/ 1926771 w 6585857"/>
                  <a:gd name="csY11" fmla="*/ 3962400 h 4191000"/>
                  <a:gd name="csX12" fmla="*/ 2209800 w 6585857"/>
                  <a:gd name="csY12" fmla="*/ 3864428 h 4191000"/>
                  <a:gd name="csX13" fmla="*/ 2612571 w 6585857"/>
                  <a:gd name="csY13" fmla="*/ 3853543 h 4191000"/>
                  <a:gd name="csX14" fmla="*/ 2950028 w 6585857"/>
                  <a:gd name="csY14" fmla="*/ 3799114 h 4191000"/>
                  <a:gd name="csX15" fmla="*/ 3189514 w 6585857"/>
                  <a:gd name="csY15" fmla="*/ 3733800 h 4191000"/>
                  <a:gd name="csX16" fmla="*/ 3526971 w 6585857"/>
                  <a:gd name="csY16" fmla="*/ 3722914 h 4191000"/>
                  <a:gd name="csX17" fmla="*/ 4005943 w 6585857"/>
                  <a:gd name="csY17" fmla="*/ 3820886 h 4191000"/>
                  <a:gd name="csX18" fmla="*/ 4332514 w 6585857"/>
                  <a:gd name="csY18" fmla="*/ 3951514 h 4191000"/>
                  <a:gd name="csX19" fmla="*/ 4506686 w 6585857"/>
                  <a:gd name="csY19" fmla="*/ 4093028 h 4191000"/>
                  <a:gd name="csX20" fmla="*/ 4680857 w 6585857"/>
                  <a:gd name="csY20" fmla="*/ 4180114 h 4191000"/>
                  <a:gd name="csX21" fmla="*/ 4800600 w 6585857"/>
                  <a:gd name="csY21" fmla="*/ 4191000 h 4191000"/>
                  <a:gd name="csX22" fmla="*/ 4909457 w 6585857"/>
                  <a:gd name="csY22" fmla="*/ 4114800 h 4191000"/>
                  <a:gd name="csX23" fmla="*/ 4996543 w 6585857"/>
                  <a:gd name="csY23" fmla="*/ 4038600 h 4191000"/>
                  <a:gd name="csX24" fmla="*/ 5159828 w 6585857"/>
                  <a:gd name="csY24" fmla="*/ 4038600 h 4191000"/>
                  <a:gd name="csX25" fmla="*/ 5312228 w 6585857"/>
                  <a:gd name="csY25" fmla="*/ 4016828 h 4191000"/>
                  <a:gd name="csX26" fmla="*/ 5442857 w 6585857"/>
                  <a:gd name="csY26" fmla="*/ 3918857 h 4191000"/>
                  <a:gd name="csX27" fmla="*/ 5617028 w 6585857"/>
                  <a:gd name="csY27" fmla="*/ 3755571 h 4191000"/>
                  <a:gd name="csX28" fmla="*/ 5780314 w 6585857"/>
                  <a:gd name="csY28" fmla="*/ 3635828 h 4191000"/>
                  <a:gd name="csX29" fmla="*/ 5943600 w 6585857"/>
                  <a:gd name="csY29" fmla="*/ 3363686 h 4191000"/>
                  <a:gd name="csX30" fmla="*/ 6074228 w 6585857"/>
                  <a:gd name="csY30" fmla="*/ 3189514 h 4191000"/>
                  <a:gd name="csX31" fmla="*/ 6226628 w 6585857"/>
                  <a:gd name="csY31" fmla="*/ 3048000 h 4191000"/>
                  <a:gd name="csX32" fmla="*/ 6389914 w 6585857"/>
                  <a:gd name="csY32" fmla="*/ 2830286 h 4191000"/>
                  <a:gd name="csX33" fmla="*/ 6444343 w 6585857"/>
                  <a:gd name="csY33" fmla="*/ 2699657 h 4191000"/>
                  <a:gd name="csX34" fmla="*/ 6542314 w 6585857"/>
                  <a:gd name="csY34" fmla="*/ 2416628 h 4191000"/>
                  <a:gd name="csX35" fmla="*/ 6574971 w 6585857"/>
                  <a:gd name="csY35" fmla="*/ 2275114 h 4191000"/>
                  <a:gd name="csX36" fmla="*/ 6585857 w 6585857"/>
                  <a:gd name="csY36" fmla="*/ 2133600 h 4191000"/>
                  <a:gd name="csX37" fmla="*/ 6564086 w 6585857"/>
                  <a:gd name="csY37" fmla="*/ 250371 h 4191000"/>
                  <a:gd name="csX0" fmla="*/ 0 w 6618515"/>
                  <a:gd name="csY0" fmla="*/ 0 h 4191000"/>
                  <a:gd name="csX1" fmla="*/ 32658 w 6618515"/>
                  <a:gd name="csY1" fmla="*/ 1948543 h 4191000"/>
                  <a:gd name="csX2" fmla="*/ 206829 w 6618515"/>
                  <a:gd name="csY2" fmla="*/ 2547257 h 4191000"/>
                  <a:gd name="csX3" fmla="*/ 337458 w 6618515"/>
                  <a:gd name="csY3" fmla="*/ 3102428 h 4191000"/>
                  <a:gd name="csX4" fmla="*/ 522515 w 6618515"/>
                  <a:gd name="csY4" fmla="*/ 3396343 h 4191000"/>
                  <a:gd name="csX5" fmla="*/ 762001 w 6618515"/>
                  <a:gd name="csY5" fmla="*/ 3537857 h 4191000"/>
                  <a:gd name="csX6" fmla="*/ 979715 w 6618515"/>
                  <a:gd name="csY6" fmla="*/ 3614057 h 4191000"/>
                  <a:gd name="csX7" fmla="*/ 1143001 w 6618515"/>
                  <a:gd name="csY7" fmla="*/ 3777343 h 4191000"/>
                  <a:gd name="csX8" fmla="*/ 1328058 w 6618515"/>
                  <a:gd name="csY8" fmla="*/ 3984171 h 4191000"/>
                  <a:gd name="csX9" fmla="*/ 1480458 w 6618515"/>
                  <a:gd name="csY9" fmla="*/ 4016828 h 4191000"/>
                  <a:gd name="csX10" fmla="*/ 1687286 w 6618515"/>
                  <a:gd name="csY10" fmla="*/ 3995057 h 4191000"/>
                  <a:gd name="csX11" fmla="*/ 1959429 w 6618515"/>
                  <a:gd name="csY11" fmla="*/ 3962400 h 4191000"/>
                  <a:gd name="csX12" fmla="*/ 2242458 w 6618515"/>
                  <a:gd name="csY12" fmla="*/ 3864428 h 4191000"/>
                  <a:gd name="csX13" fmla="*/ 2645229 w 6618515"/>
                  <a:gd name="csY13" fmla="*/ 3853543 h 4191000"/>
                  <a:gd name="csX14" fmla="*/ 2982686 w 6618515"/>
                  <a:gd name="csY14" fmla="*/ 3799114 h 4191000"/>
                  <a:gd name="csX15" fmla="*/ 3222172 w 6618515"/>
                  <a:gd name="csY15" fmla="*/ 3733800 h 4191000"/>
                  <a:gd name="csX16" fmla="*/ 3559629 w 6618515"/>
                  <a:gd name="csY16" fmla="*/ 3722914 h 4191000"/>
                  <a:gd name="csX17" fmla="*/ 4038601 w 6618515"/>
                  <a:gd name="csY17" fmla="*/ 3820886 h 4191000"/>
                  <a:gd name="csX18" fmla="*/ 4365172 w 6618515"/>
                  <a:gd name="csY18" fmla="*/ 3951514 h 4191000"/>
                  <a:gd name="csX19" fmla="*/ 4539344 w 6618515"/>
                  <a:gd name="csY19" fmla="*/ 4093028 h 4191000"/>
                  <a:gd name="csX20" fmla="*/ 4713515 w 6618515"/>
                  <a:gd name="csY20" fmla="*/ 4180114 h 4191000"/>
                  <a:gd name="csX21" fmla="*/ 4833258 w 6618515"/>
                  <a:gd name="csY21" fmla="*/ 4191000 h 4191000"/>
                  <a:gd name="csX22" fmla="*/ 4942115 w 6618515"/>
                  <a:gd name="csY22" fmla="*/ 4114800 h 4191000"/>
                  <a:gd name="csX23" fmla="*/ 5029201 w 6618515"/>
                  <a:gd name="csY23" fmla="*/ 4038600 h 4191000"/>
                  <a:gd name="csX24" fmla="*/ 5192486 w 6618515"/>
                  <a:gd name="csY24" fmla="*/ 4038600 h 4191000"/>
                  <a:gd name="csX25" fmla="*/ 5344886 w 6618515"/>
                  <a:gd name="csY25" fmla="*/ 4016828 h 4191000"/>
                  <a:gd name="csX26" fmla="*/ 5475515 w 6618515"/>
                  <a:gd name="csY26" fmla="*/ 3918857 h 4191000"/>
                  <a:gd name="csX27" fmla="*/ 5649686 w 6618515"/>
                  <a:gd name="csY27" fmla="*/ 3755571 h 4191000"/>
                  <a:gd name="csX28" fmla="*/ 5812972 w 6618515"/>
                  <a:gd name="csY28" fmla="*/ 3635828 h 4191000"/>
                  <a:gd name="csX29" fmla="*/ 5976258 w 6618515"/>
                  <a:gd name="csY29" fmla="*/ 3363686 h 4191000"/>
                  <a:gd name="csX30" fmla="*/ 6106886 w 6618515"/>
                  <a:gd name="csY30" fmla="*/ 3189514 h 4191000"/>
                  <a:gd name="csX31" fmla="*/ 6259286 w 6618515"/>
                  <a:gd name="csY31" fmla="*/ 3048000 h 4191000"/>
                  <a:gd name="csX32" fmla="*/ 6422572 w 6618515"/>
                  <a:gd name="csY32" fmla="*/ 2830286 h 4191000"/>
                  <a:gd name="csX33" fmla="*/ 6477001 w 6618515"/>
                  <a:gd name="csY33" fmla="*/ 2699657 h 4191000"/>
                  <a:gd name="csX34" fmla="*/ 6574972 w 6618515"/>
                  <a:gd name="csY34" fmla="*/ 2416628 h 4191000"/>
                  <a:gd name="csX35" fmla="*/ 6607629 w 6618515"/>
                  <a:gd name="csY35" fmla="*/ 2275114 h 4191000"/>
                  <a:gd name="csX36" fmla="*/ 6618515 w 6618515"/>
                  <a:gd name="csY36" fmla="*/ 2133600 h 4191000"/>
                  <a:gd name="csX37" fmla="*/ 6596744 w 6618515"/>
                  <a:gd name="csY37" fmla="*/ 250371 h 4191000"/>
                  <a:gd name="csX0" fmla="*/ 0 w 6607630"/>
                  <a:gd name="csY0" fmla="*/ 576944 h 3940629"/>
                  <a:gd name="csX1" fmla="*/ 21773 w 6607630"/>
                  <a:gd name="csY1" fmla="*/ 1698172 h 3940629"/>
                  <a:gd name="csX2" fmla="*/ 195944 w 6607630"/>
                  <a:gd name="csY2" fmla="*/ 2296886 h 3940629"/>
                  <a:gd name="csX3" fmla="*/ 326573 w 6607630"/>
                  <a:gd name="csY3" fmla="*/ 2852057 h 3940629"/>
                  <a:gd name="csX4" fmla="*/ 511630 w 6607630"/>
                  <a:gd name="csY4" fmla="*/ 3145972 h 3940629"/>
                  <a:gd name="csX5" fmla="*/ 751116 w 6607630"/>
                  <a:gd name="csY5" fmla="*/ 3287486 h 3940629"/>
                  <a:gd name="csX6" fmla="*/ 968830 w 6607630"/>
                  <a:gd name="csY6" fmla="*/ 3363686 h 3940629"/>
                  <a:gd name="csX7" fmla="*/ 1132116 w 6607630"/>
                  <a:gd name="csY7" fmla="*/ 3526972 h 3940629"/>
                  <a:gd name="csX8" fmla="*/ 1317173 w 6607630"/>
                  <a:gd name="csY8" fmla="*/ 3733800 h 3940629"/>
                  <a:gd name="csX9" fmla="*/ 1469573 w 6607630"/>
                  <a:gd name="csY9" fmla="*/ 3766457 h 3940629"/>
                  <a:gd name="csX10" fmla="*/ 1676401 w 6607630"/>
                  <a:gd name="csY10" fmla="*/ 3744686 h 3940629"/>
                  <a:gd name="csX11" fmla="*/ 1948544 w 6607630"/>
                  <a:gd name="csY11" fmla="*/ 3712029 h 3940629"/>
                  <a:gd name="csX12" fmla="*/ 2231573 w 6607630"/>
                  <a:gd name="csY12" fmla="*/ 3614057 h 3940629"/>
                  <a:gd name="csX13" fmla="*/ 2634344 w 6607630"/>
                  <a:gd name="csY13" fmla="*/ 3603172 h 3940629"/>
                  <a:gd name="csX14" fmla="*/ 2971801 w 6607630"/>
                  <a:gd name="csY14" fmla="*/ 3548743 h 3940629"/>
                  <a:gd name="csX15" fmla="*/ 3211287 w 6607630"/>
                  <a:gd name="csY15" fmla="*/ 3483429 h 3940629"/>
                  <a:gd name="csX16" fmla="*/ 3548744 w 6607630"/>
                  <a:gd name="csY16" fmla="*/ 3472543 h 3940629"/>
                  <a:gd name="csX17" fmla="*/ 4027716 w 6607630"/>
                  <a:gd name="csY17" fmla="*/ 3570515 h 3940629"/>
                  <a:gd name="csX18" fmla="*/ 4354287 w 6607630"/>
                  <a:gd name="csY18" fmla="*/ 3701143 h 3940629"/>
                  <a:gd name="csX19" fmla="*/ 4528459 w 6607630"/>
                  <a:gd name="csY19" fmla="*/ 3842657 h 3940629"/>
                  <a:gd name="csX20" fmla="*/ 4702630 w 6607630"/>
                  <a:gd name="csY20" fmla="*/ 3929743 h 3940629"/>
                  <a:gd name="csX21" fmla="*/ 4822373 w 6607630"/>
                  <a:gd name="csY21" fmla="*/ 3940629 h 3940629"/>
                  <a:gd name="csX22" fmla="*/ 4931230 w 6607630"/>
                  <a:gd name="csY22" fmla="*/ 3864429 h 3940629"/>
                  <a:gd name="csX23" fmla="*/ 5018316 w 6607630"/>
                  <a:gd name="csY23" fmla="*/ 3788229 h 3940629"/>
                  <a:gd name="csX24" fmla="*/ 5181601 w 6607630"/>
                  <a:gd name="csY24" fmla="*/ 3788229 h 3940629"/>
                  <a:gd name="csX25" fmla="*/ 5334001 w 6607630"/>
                  <a:gd name="csY25" fmla="*/ 3766457 h 3940629"/>
                  <a:gd name="csX26" fmla="*/ 5464630 w 6607630"/>
                  <a:gd name="csY26" fmla="*/ 3668486 h 3940629"/>
                  <a:gd name="csX27" fmla="*/ 5638801 w 6607630"/>
                  <a:gd name="csY27" fmla="*/ 3505200 h 3940629"/>
                  <a:gd name="csX28" fmla="*/ 5802087 w 6607630"/>
                  <a:gd name="csY28" fmla="*/ 3385457 h 3940629"/>
                  <a:gd name="csX29" fmla="*/ 5965373 w 6607630"/>
                  <a:gd name="csY29" fmla="*/ 3113315 h 3940629"/>
                  <a:gd name="csX30" fmla="*/ 6096001 w 6607630"/>
                  <a:gd name="csY30" fmla="*/ 2939143 h 3940629"/>
                  <a:gd name="csX31" fmla="*/ 6248401 w 6607630"/>
                  <a:gd name="csY31" fmla="*/ 2797629 h 3940629"/>
                  <a:gd name="csX32" fmla="*/ 6411687 w 6607630"/>
                  <a:gd name="csY32" fmla="*/ 2579915 h 3940629"/>
                  <a:gd name="csX33" fmla="*/ 6466116 w 6607630"/>
                  <a:gd name="csY33" fmla="*/ 2449286 h 3940629"/>
                  <a:gd name="csX34" fmla="*/ 6564087 w 6607630"/>
                  <a:gd name="csY34" fmla="*/ 2166257 h 3940629"/>
                  <a:gd name="csX35" fmla="*/ 6596744 w 6607630"/>
                  <a:gd name="csY35" fmla="*/ 2024743 h 3940629"/>
                  <a:gd name="csX36" fmla="*/ 6607630 w 6607630"/>
                  <a:gd name="csY36" fmla="*/ 1883229 h 3940629"/>
                  <a:gd name="csX37" fmla="*/ 6585859 w 6607630"/>
                  <a:gd name="csY37" fmla="*/ 0 h 3940629"/>
                  <a:gd name="csX0" fmla="*/ 0 w 6607630"/>
                  <a:gd name="csY0" fmla="*/ 0 h 3363685"/>
                  <a:gd name="csX1" fmla="*/ 21773 w 6607630"/>
                  <a:gd name="csY1" fmla="*/ 1121228 h 3363685"/>
                  <a:gd name="csX2" fmla="*/ 195944 w 6607630"/>
                  <a:gd name="csY2" fmla="*/ 1719942 h 3363685"/>
                  <a:gd name="csX3" fmla="*/ 326573 w 6607630"/>
                  <a:gd name="csY3" fmla="*/ 2275113 h 3363685"/>
                  <a:gd name="csX4" fmla="*/ 511630 w 6607630"/>
                  <a:gd name="csY4" fmla="*/ 2569028 h 3363685"/>
                  <a:gd name="csX5" fmla="*/ 751116 w 6607630"/>
                  <a:gd name="csY5" fmla="*/ 2710542 h 3363685"/>
                  <a:gd name="csX6" fmla="*/ 968830 w 6607630"/>
                  <a:gd name="csY6" fmla="*/ 2786742 h 3363685"/>
                  <a:gd name="csX7" fmla="*/ 1132116 w 6607630"/>
                  <a:gd name="csY7" fmla="*/ 2950028 h 3363685"/>
                  <a:gd name="csX8" fmla="*/ 1317173 w 6607630"/>
                  <a:gd name="csY8" fmla="*/ 3156856 h 3363685"/>
                  <a:gd name="csX9" fmla="*/ 1469573 w 6607630"/>
                  <a:gd name="csY9" fmla="*/ 3189513 h 3363685"/>
                  <a:gd name="csX10" fmla="*/ 1676401 w 6607630"/>
                  <a:gd name="csY10" fmla="*/ 3167742 h 3363685"/>
                  <a:gd name="csX11" fmla="*/ 1948544 w 6607630"/>
                  <a:gd name="csY11" fmla="*/ 3135085 h 3363685"/>
                  <a:gd name="csX12" fmla="*/ 2231573 w 6607630"/>
                  <a:gd name="csY12" fmla="*/ 3037113 h 3363685"/>
                  <a:gd name="csX13" fmla="*/ 2634344 w 6607630"/>
                  <a:gd name="csY13" fmla="*/ 3026228 h 3363685"/>
                  <a:gd name="csX14" fmla="*/ 2971801 w 6607630"/>
                  <a:gd name="csY14" fmla="*/ 2971799 h 3363685"/>
                  <a:gd name="csX15" fmla="*/ 3211287 w 6607630"/>
                  <a:gd name="csY15" fmla="*/ 2906485 h 3363685"/>
                  <a:gd name="csX16" fmla="*/ 3548744 w 6607630"/>
                  <a:gd name="csY16" fmla="*/ 2895599 h 3363685"/>
                  <a:gd name="csX17" fmla="*/ 4027716 w 6607630"/>
                  <a:gd name="csY17" fmla="*/ 2993571 h 3363685"/>
                  <a:gd name="csX18" fmla="*/ 4354287 w 6607630"/>
                  <a:gd name="csY18" fmla="*/ 3124199 h 3363685"/>
                  <a:gd name="csX19" fmla="*/ 4528459 w 6607630"/>
                  <a:gd name="csY19" fmla="*/ 3265713 h 3363685"/>
                  <a:gd name="csX20" fmla="*/ 4702630 w 6607630"/>
                  <a:gd name="csY20" fmla="*/ 3352799 h 3363685"/>
                  <a:gd name="csX21" fmla="*/ 4822373 w 6607630"/>
                  <a:gd name="csY21" fmla="*/ 3363685 h 3363685"/>
                  <a:gd name="csX22" fmla="*/ 4931230 w 6607630"/>
                  <a:gd name="csY22" fmla="*/ 3287485 h 3363685"/>
                  <a:gd name="csX23" fmla="*/ 5018316 w 6607630"/>
                  <a:gd name="csY23" fmla="*/ 3211285 h 3363685"/>
                  <a:gd name="csX24" fmla="*/ 5181601 w 6607630"/>
                  <a:gd name="csY24" fmla="*/ 3211285 h 3363685"/>
                  <a:gd name="csX25" fmla="*/ 5334001 w 6607630"/>
                  <a:gd name="csY25" fmla="*/ 3189513 h 3363685"/>
                  <a:gd name="csX26" fmla="*/ 5464630 w 6607630"/>
                  <a:gd name="csY26" fmla="*/ 3091542 h 3363685"/>
                  <a:gd name="csX27" fmla="*/ 5638801 w 6607630"/>
                  <a:gd name="csY27" fmla="*/ 2928256 h 3363685"/>
                  <a:gd name="csX28" fmla="*/ 5802087 w 6607630"/>
                  <a:gd name="csY28" fmla="*/ 2808513 h 3363685"/>
                  <a:gd name="csX29" fmla="*/ 5965373 w 6607630"/>
                  <a:gd name="csY29" fmla="*/ 2536371 h 3363685"/>
                  <a:gd name="csX30" fmla="*/ 6096001 w 6607630"/>
                  <a:gd name="csY30" fmla="*/ 2362199 h 3363685"/>
                  <a:gd name="csX31" fmla="*/ 6248401 w 6607630"/>
                  <a:gd name="csY31" fmla="*/ 2220685 h 3363685"/>
                  <a:gd name="csX32" fmla="*/ 6411687 w 6607630"/>
                  <a:gd name="csY32" fmla="*/ 2002971 h 3363685"/>
                  <a:gd name="csX33" fmla="*/ 6466116 w 6607630"/>
                  <a:gd name="csY33" fmla="*/ 1872342 h 3363685"/>
                  <a:gd name="csX34" fmla="*/ 6564087 w 6607630"/>
                  <a:gd name="csY34" fmla="*/ 1589313 h 3363685"/>
                  <a:gd name="csX35" fmla="*/ 6596744 w 6607630"/>
                  <a:gd name="csY35" fmla="*/ 1447799 h 3363685"/>
                  <a:gd name="csX36" fmla="*/ 6607630 w 6607630"/>
                  <a:gd name="csY36" fmla="*/ 1306285 h 3363685"/>
                  <a:gd name="csX37" fmla="*/ 6585859 w 6607630"/>
                  <a:gd name="csY37" fmla="*/ 21770 h 336368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</a:cxnLst>
                <a:rect l="l" t="t" r="r" b="b"/>
                <a:pathLst>
                  <a:path w="6607630" h="3363685">
                    <a:moveTo>
                      <a:pt x="0" y="0"/>
                    </a:moveTo>
                    <a:lnTo>
                      <a:pt x="21773" y="1121228"/>
                    </a:lnTo>
                    <a:lnTo>
                      <a:pt x="195944" y="1719942"/>
                    </a:lnTo>
                    <a:lnTo>
                      <a:pt x="326573" y="2275113"/>
                    </a:lnTo>
                    <a:lnTo>
                      <a:pt x="511630" y="2569028"/>
                    </a:lnTo>
                    <a:lnTo>
                      <a:pt x="751116" y="2710542"/>
                    </a:lnTo>
                    <a:lnTo>
                      <a:pt x="968830" y="2786742"/>
                    </a:lnTo>
                    <a:lnTo>
                      <a:pt x="1132116" y="2950028"/>
                    </a:lnTo>
                    <a:lnTo>
                      <a:pt x="1317173" y="3156856"/>
                    </a:lnTo>
                    <a:lnTo>
                      <a:pt x="1469573" y="3189513"/>
                    </a:lnTo>
                    <a:lnTo>
                      <a:pt x="1676401" y="3167742"/>
                    </a:lnTo>
                    <a:lnTo>
                      <a:pt x="1948544" y="3135085"/>
                    </a:lnTo>
                    <a:lnTo>
                      <a:pt x="2231573" y="3037113"/>
                    </a:lnTo>
                    <a:lnTo>
                      <a:pt x="2634344" y="3026228"/>
                    </a:lnTo>
                    <a:lnTo>
                      <a:pt x="2971801" y="2971799"/>
                    </a:lnTo>
                    <a:lnTo>
                      <a:pt x="3211287" y="2906485"/>
                    </a:lnTo>
                    <a:lnTo>
                      <a:pt x="3548744" y="2895599"/>
                    </a:lnTo>
                    <a:lnTo>
                      <a:pt x="4027716" y="2993571"/>
                    </a:lnTo>
                    <a:lnTo>
                      <a:pt x="4354287" y="3124199"/>
                    </a:lnTo>
                    <a:lnTo>
                      <a:pt x="4528459" y="3265713"/>
                    </a:lnTo>
                    <a:lnTo>
                      <a:pt x="4702630" y="3352799"/>
                    </a:lnTo>
                    <a:lnTo>
                      <a:pt x="4822373" y="3363685"/>
                    </a:lnTo>
                    <a:lnTo>
                      <a:pt x="4931230" y="3287485"/>
                    </a:lnTo>
                    <a:lnTo>
                      <a:pt x="5018316" y="3211285"/>
                    </a:lnTo>
                    <a:lnTo>
                      <a:pt x="5181601" y="3211285"/>
                    </a:lnTo>
                    <a:lnTo>
                      <a:pt x="5334001" y="3189513"/>
                    </a:lnTo>
                    <a:lnTo>
                      <a:pt x="5464630" y="3091542"/>
                    </a:lnTo>
                    <a:lnTo>
                      <a:pt x="5638801" y="2928256"/>
                    </a:lnTo>
                    <a:lnTo>
                      <a:pt x="5802087" y="2808513"/>
                    </a:lnTo>
                    <a:lnTo>
                      <a:pt x="5965373" y="2536371"/>
                    </a:lnTo>
                    <a:lnTo>
                      <a:pt x="6096001" y="2362199"/>
                    </a:lnTo>
                    <a:lnTo>
                      <a:pt x="6248401" y="2220685"/>
                    </a:lnTo>
                    <a:lnTo>
                      <a:pt x="6411687" y="2002971"/>
                    </a:lnTo>
                    <a:lnTo>
                      <a:pt x="6466116" y="1872342"/>
                    </a:lnTo>
                    <a:lnTo>
                      <a:pt x="6564087" y="1589313"/>
                    </a:lnTo>
                    <a:lnTo>
                      <a:pt x="6596744" y="1447799"/>
                    </a:lnTo>
                    <a:lnTo>
                      <a:pt x="6607630" y="1306285"/>
                    </a:lnTo>
                    <a:lnTo>
                      <a:pt x="6585859" y="21770"/>
                    </a:lnTo>
                  </a:path>
                </a:pathLst>
              </a:custGeom>
              <a:solidFill>
                <a:srgbClr val="00B0F0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F1CBE3FF-AC4C-EFE5-7107-2A4FB7D1AEC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382483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9" name="Straight Connector 48">
                <a:extLst>
                  <a:ext uri="{FF2B5EF4-FFF2-40B4-BE49-F238E27FC236}">
                    <a16:creationId xmlns:a16="http://schemas.microsoft.com/office/drawing/2014/main" id="{D64B3F31-1477-8A9B-CA99-DDDDD37C990A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990114" y="784151"/>
                <a:ext cx="0" cy="4606877"/>
              </a:xfrm>
              <a:prstGeom prst="line">
                <a:avLst/>
              </a:prstGeom>
              <a:ln w="57150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7664346E-74DD-F261-7573-2DFB6A8F85FC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70" y="2389269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61020451-8CE6-1A8F-68E9-CE0F610E694D}"/>
                </a:ext>
              </a:extLst>
            </p:cNvPr>
            <p:cNvCxnSpPr>
              <a:cxnSpLocks/>
            </p:cNvCxnSpPr>
            <p:nvPr/>
          </p:nvCxnSpPr>
          <p:spPr>
            <a:xfrm>
              <a:off x="1393369" y="3782640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F28F6A74-DB44-73CB-E601-16F3086FD7DD}"/>
                </a:ext>
              </a:extLst>
            </p:cNvPr>
            <p:cNvCxnSpPr>
              <a:cxnSpLocks/>
            </p:cNvCxnSpPr>
            <p:nvPr/>
          </p:nvCxnSpPr>
          <p:spPr>
            <a:xfrm>
              <a:off x="1371598" y="1006788"/>
              <a:ext cx="6607630" cy="0"/>
            </a:xfrm>
            <a:prstGeom prst="line">
              <a:avLst/>
            </a:prstGeom>
            <a:ln w="6350"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54378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5CD83D3-545D-C377-A08B-14CCFF9BC6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2059998"/>
            <a:ext cx="7772400" cy="2738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1254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22F13-7ECA-7384-28C9-BBD5FC910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3" name="Group 102">
            <a:extLst>
              <a:ext uri="{FF2B5EF4-FFF2-40B4-BE49-F238E27FC236}">
                <a16:creationId xmlns:a16="http://schemas.microsoft.com/office/drawing/2014/main" id="{DB9FDD3F-5B1C-7CDF-76C8-6CAF25D2641D}"/>
              </a:ext>
            </a:extLst>
          </p:cNvPr>
          <p:cNvGrpSpPr/>
          <p:nvPr/>
        </p:nvGrpSpPr>
        <p:grpSpPr>
          <a:xfrm>
            <a:off x="243068" y="-69159"/>
            <a:ext cx="9420876" cy="6591470"/>
            <a:chOff x="243068" y="-69159"/>
            <a:chExt cx="9420876" cy="6591470"/>
          </a:xfrm>
        </p:grpSpPr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BFFA8A03-3EA9-5AE6-1292-1A76D64399D5}"/>
                </a:ext>
              </a:extLst>
            </p:cNvPr>
            <p:cNvSpPr txBox="1"/>
            <p:nvPr/>
          </p:nvSpPr>
          <p:spPr>
            <a:xfrm>
              <a:off x="457200" y="217714"/>
              <a:ext cx="194450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 err="1"/>
                <a:t>Raai</a:t>
              </a:r>
              <a:r>
                <a:rPr lang="en-US" dirty="0"/>
                <a:t> 5,  Y=475100</a:t>
              </a:r>
            </a:p>
          </p:txBody>
        </p:sp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A424917-D88C-40FC-BE49-5F5B8B6DA57E}"/>
                </a:ext>
              </a:extLst>
            </p:cNvPr>
            <p:cNvGrpSpPr/>
            <p:nvPr/>
          </p:nvGrpSpPr>
          <p:grpSpPr>
            <a:xfrm>
              <a:off x="243068" y="1073150"/>
              <a:ext cx="8762036" cy="5449161"/>
              <a:chOff x="243068" y="1073150"/>
              <a:chExt cx="8762036" cy="5449161"/>
            </a:xfrm>
          </p:grpSpPr>
          <p:pic>
            <p:nvPicPr>
              <p:cNvPr id="2" name="Picture 1">
                <a:extLst>
                  <a:ext uri="{FF2B5EF4-FFF2-40B4-BE49-F238E27FC236}">
                    <a16:creationId xmlns:a16="http://schemas.microsoft.com/office/drawing/2014/main" id="{AF57FCBD-03A5-EC8E-6086-EF8E83623B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3068" y="1073150"/>
                <a:ext cx="8762036" cy="4711700"/>
              </a:xfrm>
              <a:prstGeom prst="rect">
                <a:avLst/>
              </a:prstGeom>
              <a:solidFill>
                <a:srgbClr val="941100"/>
              </a:solidFill>
            </p:spPr>
          </p:pic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D34B5D27-111D-2F10-6ED8-4484BB32F98F}"/>
                  </a:ext>
                </a:extLst>
              </p:cNvPr>
              <p:cNvSpPr/>
              <p:nvPr/>
            </p:nvSpPr>
            <p:spPr>
              <a:xfrm>
                <a:off x="243068" y="3937032"/>
                <a:ext cx="8762036" cy="2585279"/>
              </a:xfrm>
              <a:prstGeom prst="rect">
                <a:avLst/>
              </a:prstGeom>
              <a:solidFill>
                <a:srgbClr val="FFFF5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  <p:grpSp>
          <p:nvGrpSpPr>
            <p:cNvPr id="44" name="Group 43">
              <a:extLst>
                <a:ext uri="{FF2B5EF4-FFF2-40B4-BE49-F238E27FC236}">
                  <a16:creationId xmlns:a16="http://schemas.microsoft.com/office/drawing/2014/main" id="{1916C30E-3A36-751A-35B0-F04F47293687}"/>
                </a:ext>
              </a:extLst>
            </p:cNvPr>
            <p:cNvGrpSpPr/>
            <p:nvPr/>
          </p:nvGrpSpPr>
          <p:grpSpPr>
            <a:xfrm>
              <a:off x="2475206" y="104717"/>
              <a:ext cx="4319133" cy="5895283"/>
              <a:chOff x="2475206" y="104717"/>
              <a:chExt cx="4319133" cy="5895283"/>
            </a:xfrm>
          </p:grpSpPr>
          <p:grpSp>
            <p:nvGrpSpPr>
              <p:cNvPr id="31" name="Group 30">
                <a:extLst>
                  <a:ext uri="{FF2B5EF4-FFF2-40B4-BE49-F238E27FC236}">
                    <a16:creationId xmlns:a16="http://schemas.microsoft.com/office/drawing/2014/main" id="{C97F3429-562F-4CCB-77EE-5B7EBA285873}"/>
                  </a:ext>
                </a:extLst>
              </p:cNvPr>
              <p:cNvGrpSpPr/>
              <p:nvPr/>
            </p:nvGrpSpPr>
            <p:grpSpPr>
              <a:xfrm>
                <a:off x="3130596" y="2159515"/>
                <a:ext cx="3642422" cy="1899771"/>
                <a:chOff x="3130596" y="2159515"/>
                <a:chExt cx="3642422" cy="1899771"/>
              </a:xfrm>
            </p:grpSpPr>
            <p:sp>
              <p:nvSpPr>
                <p:cNvPr id="26" name="Triangle 25">
                  <a:extLst>
                    <a:ext uri="{FF2B5EF4-FFF2-40B4-BE49-F238E27FC236}">
                      <a16:creationId xmlns:a16="http://schemas.microsoft.com/office/drawing/2014/main" id="{8ABF63E6-11B4-D4E4-0592-398BBA7DCA33}"/>
                    </a:ext>
                  </a:extLst>
                </p:cNvPr>
                <p:cNvSpPr/>
                <p:nvPr/>
              </p:nvSpPr>
              <p:spPr>
                <a:xfrm>
                  <a:off x="3130596" y="2159515"/>
                  <a:ext cx="273542" cy="1350199"/>
                </a:xfrm>
                <a:custGeom>
                  <a:avLst/>
                  <a:gdLst>
                    <a:gd name="csX0" fmla="*/ 0 w 1060704"/>
                    <a:gd name="csY0" fmla="*/ 914400 h 914400"/>
                    <a:gd name="csX1" fmla="*/ 530352 w 1060704"/>
                    <a:gd name="csY1" fmla="*/ 0 h 914400"/>
                    <a:gd name="csX2" fmla="*/ 1060704 w 1060704"/>
                    <a:gd name="csY2" fmla="*/ 914400 h 914400"/>
                    <a:gd name="csX3" fmla="*/ 0 w 1060704"/>
                    <a:gd name="csY3" fmla="*/ 914400 h 914400"/>
                    <a:gd name="csX0" fmla="*/ 22179 w 1082883"/>
                    <a:gd name="csY0" fmla="*/ 1350199 h 1350199"/>
                    <a:gd name="csX1" fmla="*/ 0 w 1082883"/>
                    <a:gd name="csY1" fmla="*/ 0 h 1350199"/>
                    <a:gd name="csX2" fmla="*/ 1082883 w 1082883"/>
                    <a:gd name="csY2" fmla="*/ 1350199 h 1350199"/>
                    <a:gd name="csX3" fmla="*/ 22179 w 1082883"/>
                    <a:gd name="csY3" fmla="*/ 1350199 h 1350199"/>
                    <a:gd name="csX0" fmla="*/ 22179 w 273542"/>
                    <a:gd name="csY0" fmla="*/ 1350199 h 1361872"/>
                    <a:gd name="csX1" fmla="*/ 0 w 273542"/>
                    <a:gd name="csY1" fmla="*/ 0 h 1361872"/>
                    <a:gd name="csX2" fmla="*/ 273542 w 273542"/>
                    <a:gd name="csY2" fmla="*/ 1361872 h 1361872"/>
                    <a:gd name="csX3" fmla="*/ 22179 w 273542"/>
                    <a:gd name="csY3" fmla="*/ 1350199 h 1361872"/>
                    <a:gd name="csX0" fmla="*/ 22179 w 269651"/>
                    <a:gd name="csY0" fmla="*/ 1350199 h 1350199"/>
                    <a:gd name="csX1" fmla="*/ 0 w 269651"/>
                    <a:gd name="csY1" fmla="*/ 0 h 1350199"/>
                    <a:gd name="csX2" fmla="*/ 269651 w 269651"/>
                    <a:gd name="csY2" fmla="*/ 1350199 h 1350199"/>
                    <a:gd name="csX3" fmla="*/ 22179 w 269651"/>
                    <a:gd name="csY3" fmla="*/ 1350199 h 1350199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269651 w 269651"/>
                    <a:gd name="csY2" fmla="*/ 1350199 h 1354090"/>
                    <a:gd name="csX3" fmla="*/ 10506 w 269651"/>
                    <a:gd name="csY3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71750 w 269651"/>
                    <a:gd name="csY2" fmla="*/ 350221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0506 w 269651"/>
                    <a:gd name="csY0" fmla="*/ 1354090 h 1354090"/>
                    <a:gd name="csX1" fmla="*/ 0 w 269651"/>
                    <a:gd name="csY1" fmla="*/ 0 h 1354090"/>
                    <a:gd name="csX2" fmla="*/ 32839 w 269651"/>
                    <a:gd name="csY2" fmla="*/ 15589 h 1354090"/>
                    <a:gd name="csX3" fmla="*/ 269651 w 269651"/>
                    <a:gd name="csY3" fmla="*/ 1350199 h 1354090"/>
                    <a:gd name="csX4" fmla="*/ 10506 w 269651"/>
                    <a:gd name="csY4" fmla="*/ 1354090 h 1354090"/>
                    <a:gd name="csX0" fmla="*/ 14397 w 273542"/>
                    <a:gd name="csY0" fmla="*/ 1338526 h 1338526"/>
                    <a:gd name="csX1" fmla="*/ 0 w 273542"/>
                    <a:gd name="csY1" fmla="*/ 0 h 1338526"/>
                    <a:gd name="csX2" fmla="*/ 36730 w 273542"/>
                    <a:gd name="csY2" fmla="*/ 25 h 1338526"/>
                    <a:gd name="csX3" fmla="*/ 273542 w 273542"/>
                    <a:gd name="csY3" fmla="*/ 1334635 h 1338526"/>
                    <a:gd name="csX4" fmla="*/ 14397 w 273542"/>
                    <a:gd name="csY4" fmla="*/ 1338526 h 1338526"/>
                    <a:gd name="csX0" fmla="*/ 14397 w 273542"/>
                    <a:gd name="csY0" fmla="*/ 1338526 h 1346309"/>
                    <a:gd name="csX1" fmla="*/ 0 w 273542"/>
                    <a:gd name="csY1" fmla="*/ 0 h 1346309"/>
                    <a:gd name="csX2" fmla="*/ 36730 w 273542"/>
                    <a:gd name="csY2" fmla="*/ 25 h 1346309"/>
                    <a:gd name="csX3" fmla="*/ 273542 w 273542"/>
                    <a:gd name="csY3" fmla="*/ 1346309 h 1346309"/>
                    <a:gd name="csX4" fmla="*/ 14397 w 273542"/>
                    <a:gd name="csY4" fmla="*/ 1338526 h 1346309"/>
                    <a:gd name="csX0" fmla="*/ 14397 w 273542"/>
                    <a:gd name="csY0" fmla="*/ 1350199 h 1350199"/>
                    <a:gd name="csX1" fmla="*/ 0 w 273542"/>
                    <a:gd name="csY1" fmla="*/ 0 h 1350199"/>
                    <a:gd name="csX2" fmla="*/ 36730 w 273542"/>
                    <a:gd name="csY2" fmla="*/ 25 h 1350199"/>
                    <a:gd name="csX3" fmla="*/ 273542 w 273542"/>
                    <a:gd name="csY3" fmla="*/ 1346309 h 1350199"/>
                    <a:gd name="csX4" fmla="*/ 14397 w 273542"/>
                    <a:gd name="csY4" fmla="*/ 1350199 h 1350199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73542" h="1350199">
                      <a:moveTo>
                        <a:pt x="14397" y="1350199"/>
                      </a:moveTo>
                      <a:lnTo>
                        <a:pt x="0" y="0"/>
                      </a:lnTo>
                      <a:lnTo>
                        <a:pt x="36730" y="25"/>
                      </a:lnTo>
                      <a:lnTo>
                        <a:pt x="273542" y="1346309"/>
                      </a:lnTo>
                      <a:lnTo>
                        <a:pt x="14397" y="1350199"/>
                      </a:lnTo>
                      <a:close/>
                    </a:path>
                  </a:pathLst>
                </a:custGeom>
                <a:solidFill>
                  <a:srgbClr val="D18228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Rectangle 26">
                  <a:extLst>
                    <a:ext uri="{FF2B5EF4-FFF2-40B4-BE49-F238E27FC236}">
                      <a16:creationId xmlns:a16="http://schemas.microsoft.com/office/drawing/2014/main" id="{32205A25-B1C9-7999-D35C-C59D88B1EC0A}"/>
                    </a:ext>
                  </a:extLst>
                </p:cNvPr>
                <p:cNvSpPr/>
                <p:nvPr/>
              </p:nvSpPr>
              <p:spPr>
                <a:xfrm>
                  <a:off x="3149076" y="3497124"/>
                  <a:ext cx="297861" cy="27959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293400" h="275685">
                      <a:moveTo>
                        <a:pt x="0" y="0"/>
                      </a:moveTo>
                      <a:lnTo>
                        <a:pt x="250598" y="0"/>
                      </a:lnTo>
                      <a:lnTo>
                        <a:pt x="293400" y="271794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982F0B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8" name="Rectangle 26">
                  <a:extLst>
                    <a:ext uri="{FF2B5EF4-FFF2-40B4-BE49-F238E27FC236}">
                      <a16:creationId xmlns:a16="http://schemas.microsoft.com/office/drawing/2014/main" id="{DE9F56C4-3A94-0753-BA56-B37D29568087}"/>
                    </a:ext>
                  </a:extLst>
                </p:cNvPr>
                <p:cNvSpPr/>
                <p:nvPr/>
              </p:nvSpPr>
              <p:spPr>
                <a:xfrm>
                  <a:off x="3149076" y="3783600"/>
                  <a:ext cx="487953" cy="275686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71169 w 293400"/>
                    <a:gd name="csY2" fmla="*/ 130811 h 275685"/>
                    <a:gd name="csX3" fmla="*/ 293400 w 293400"/>
                    <a:gd name="csY3" fmla="*/ 271794 h 275685"/>
                    <a:gd name="csX4" fmla="*/ 0 w 293400"/>
                    <a:gd name="csY4" fmla="*/ 275685 h 275685"/>
                    <a:gd name="csX5" fmla="*/ 0 w 293400"/>
                    <a:gd name="csY5" fmla="*/ 0 h 275685"/>
                    <a:gd name="csX0" fmla="*/ 0 w 321753"/>
                    <a:gd name="csY0" fmla="*/ 0 h 275685"/>
                    <a:gd name="csX1" fmla="*/ 250598 w 321753"/>
                    <a:gd name="csY1" fmla="*/ 0 h 275685"/>
                    <a:gd name="csX2" fmla="*/ 321753 w 321753"/>
                    <a:gd name="csY2" fmla="*/ 126920 h 275685"/>
                    <a:gd name="csX3" fmla="*/ 293400 w 321753"/>
                    <a:gd name="csY3" fmla="*/ 271794 h 275685"/>
                    <a:gd name="csX4" fmla="*/ 0 w 321753"/>
                    <a:gd name="csY4" fmla="*/ 275685 h 275685"/>
                    <a:gd name="csX5" fmla="*/ 0 w 321753"/>
                    <a:gd name="csY5" fmla="*/ 0 h 275685"/>
                    <a:gd name="csX0" fmla="*/ 0 w 487953"/>
                    <a:gd name="csY0" fmla="*/ 0 h 275686"/>
                    <a:gd name="csX1" fmla="*/ 250598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  <a:gd name="csX0" fmla="*/ 0 w 487953"/>
                    <a:gd name="csY0" fmla="*/ 0 h 275686"/>
                    <a:gd name="csX1" fmla="*/ 293399 w 487953"/>
                    <a:gd name="csY1" fmla="*/ 0 h 275686"/>
                    <a:gd name="csX2" fmla="*/ 321753 w 487953"/>
                    <a:gd name="csY2" fmla="*/ 126920 h 275686"/>
                    <a:gd name="csX3" fmla="*/ 487953 w 487953"/>
                    <a:gd name="csY3" fmla="*/ 275686 h 275686"/>
                    <a:gd name="csX4" fmla="*/ 0 w 487953"/>
                    <a:gd name="csY4" fmla="*/ 275685 h 275686"/>
                    <a:gd name="csX5" fmla="*/ 0 w 487953"/>
                    <a:gd name="csY5" fmla="*/ 0 h 275686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87953" h="275686">
                      <a:moveTo>
                        <a:pt x="0" y="0"/>
                      </a:moveTo>
                      <a:lnTo>
                        <a:pt x="293399" y="0"/>
                      </a:lnTo>
                      <a:lnTo>
                        <a:pt x="321753" y="126920"/>
                      </a:lnTo>
                      <a:lnTo>
                        <a:pt x="487953" y="275686"/>
                      </a:lnTo>
                      <a:lnTo>
                        <a:pt x="0" y="275685"/>
                      </a:lnTo>
                      <a:lnTo>
                        <a:pt x="0" y="0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9" name="Rectangle 26">
                  <a:extLst>
                    <a:ext uri="{FF2B5EF4-FFF2-40B4-BE49-F238E27FC236}">
                      <a16:creationId xmlns:a16="http://schemas.microsoft.com/office/drawing/2014/main" id="{6127F0B2-F468-3225-5333-57FF6898EBBC}"/>
                    </a:ext>
                  </a:extLst>
                </p:cNvPr>
                <p:cNvSpPr/>
                <p:nvPr/>
              </p:nvSpPr>
              <p:spPr>
                <a:xfrm>
                  <a:off x="6279816" y="3500213"/>
                  <a:ext cx="491844" cy="548060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26848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0 w 293400"/>
                    <a:gd name="csY4" fmla="*/ 26848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116732 w 293400"/>
                    <a:gd name="csY4" fmla="*/ 15564 h 544169"/>
                    <a:gd name="csX0" fmla="*/ 116732 w 293400"/>
                    <a:gd name="csY0" fmla="*/ 15564 h 544169"/>
                    <a:gd name="csX1" fmla="*/ 293400 w 293400"/>
                    <a:gd name="csY1" fmla="*/ 0 h 544169"/>
                    <a:gd name="csX2" fmla="*/ 293400 w 293400"/>
                    <a:gd name="csY2" fmla="*/ 540278 h 544169"/>
                    <a:gd name="csX3" fmla="*/ 0 w 293400"/>
                    <a:gd name="csY3" fmla="*/ 544169 h 544169"/>
                    <a:gd name="csX4" fmla="*/ 58726 w 293400"/>
                    <a:gd name="csY4" fmla="*/ 285793 h 544169"/>
                    <a:gd name="csX5" fmla="*/ 116732 w 293400"/>
                    <a:gd name="csY5" fmla="*/ 15564 h 544169"/>
                    <a:gd name="csX0" fmla="*/ 151391 w 328059"/>
                    <a:gd name="csY0" fmla="*/ 15564 h 544169"/>
                    <a:gd name="csX1" fmla="*/ 328059 w 328059"/>
                    <a:gd name="csY1" fmla="*/ 0 h 544169"/>
                    <a:gd name="csX2" fmla="*/ 328059 w 328059"/>
                    <a:gd name="csY2" fmla="*/ 540278 h 544169"/>
                    <a:gd name="csX3" fmla="*/ 34659 w 328059"/>
                    <a:gd name="csY3" fmla="*/ 544169 h 544169"/>
                    <a:gd name="csX4" fmla="*/ 0 w 328059"/>
                    <a:gd name="csY4" fmla="*/ 196299 h 544169"/>
                    <a:gd name="csX5" fmla="*/ 151391 w 328059"/>
                    <a:gd name="csY5" fmla="*/ 15564 h 544169"/>
                    <a:gd name="csX0" fmla="*/ 315176 w 491844"/>
                    <a:gd name="csY0" fmla="*/ 15564 h 548060"/>
                    <a:gd name="csX1" fmla="*/ 491844 w 491844"/>
                    <a:gd name="csY1" fmla="*/ 0 h 548060"/>
                    <a:gd name="csX2" fmla="*/ 491844 w 491844"/>
                    <a:gd name="csY2" fmla="*/ 540278 h 548060"/>
                    <a:gd name="csX3" fmla="*/ 0 w 491844"/>
                    <a:gd name="csY3" fmla="*/ 548060 h 548060"/>
                    <a:gd name="csX4" fmla="*/ 163785 w 491844"/>
                    <a:gd name="csY4" fmla="*/ 196299 h 548060"/>
                    <a:gd name="csX5" fmla="*/ 315176 w 491844"/>
                    <a:gd name="csY5" fmla="*/ 15564 h 548060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  <a:cxn ang="0">
                      <a:pos x="csX5" y="csY5"/>
                    </a:cxn>
                  </a:cxnLst>
                  <a:rect l="l" t="t" r="r" b="b"/>
                  <a:pathLst>
                    <a:path w="491844" h="548060">
                      <a:moveTo>
                        <a:pt x="315176" y="15564"/>
                      </a:moveTo>
                      <a:lnTo>
                        <a:pt x="491844" y="0"/>
                      </a:lnTo>
                      <a:lnTo>
                        <a:pt x="491844" y="540278"/>
                      </a:lnTo>
                      <a:lnTo>
                        <a:pt x="0" y="548060"/>
                      </a:lnTo>
                      <a:lnTo>
                        <a:pt x="163785" y="196299"/>
                      </a:lnTo>
                      <a:lnTo>
                        <a:pt x="315176" y="15564"/>
                      </a:lnTo>
                      <a:close/>
                    </a:path>
                  </a:pathLst>
                </a:custGeom>
                <a:solidFill>
                  <a:srgbClr val="FFFF50"/>
                </a:solidFill>
                <a:ln w="6350"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30" name="Rectangle 26">
                  <a:extLst>
                    <a:ext uri="{FF2B5EF4-FFF2-40B4-BE49-F238E27FC236}">
                      <a16:creationId xmlns:a16="http://schemas.microsoft.com/office/drawing/2014/main" id="{5DFE6706-2812-9B5D-4F2E-BECF532BACB8}"/>
                    </a:ext>
                  </a:extLst>
                </p:cNvPr>
                <p:cNvSpPr/>
                <p:nvPr/>
              </p:nvSpPr>
              <p:spPr>
                <a:xfrm>
                  <a:off x="6604132" y="3357072"/>
                  <a:ext cx="168886" cy="158954"/>
                </a:xfrm>
                <a:custGeom>
                  <a:avLst/>
                  <a:gdLst>
                    <a:gd name="csX0" fmla="*/ 0 w 250598"/>
                    <a:gd name="csY0" fmla="*/ 0 h 275685"/>
                    <a:gd name="csX1" fmla="*/ 250598 w 250598"/>
                    <a:gd name="csY1" fmla="*/ 0 h 275685"/>
                    <a:gd name="csX2" fmla="*/ 250598 w 250598"/>
                    <a:gd name="csY2" fmla="*/ 275685 h 275685"/>
                    <a:gd name="csX3" fmla="*/ 0 w 250598"/>
                    <a:gd name="csY3" fmla="*/ 275685 h 275685"/>
                    <a:gd name="csX4" fmla="*/ 0 w 250598"/>
                    <a:gd name="csY4" fmla="*/ 0 h 275685"/>
                    <a:gd name="csX0" fmla="*/ 0 w 305073"/>
                    <a:gd name="csY0" fmla="*/ 0 h 279576"/>
                    <a:gd name="csX1" fmla="*/ 250598 w 305073"/>
                    <a:gd name="csY1" fmla="*/ 0 h 279576"/>
                    <a:gd name="csX2" fmla="*/ 305073 w 305073"/>
                    <a:gd name="csY2" fmla="*/ 279576 h 279576"/>
                    <a:gd name="csX3" fmla="*/ 0 w 305073"/>
                    <a:gd name="csY3" fmla="*/ 275685 h 279576"/>
                    <a:gd name="csX4" fmla="*/ 0 w 305073"/>
                    <a:gd name="csY4" fmla="*/ 0 h 279576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67903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50598 w 293400"/>
                    <a:gd name="csY1" fmla="*/ 0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0 w 293400"/>
                    <a:gd name="csY0" fmla="*/ 0 h 275685"/>
                    <a:gd name="csX1" fmla="*/ 289509 w 293400"/>
                    <a:gd name="csY1" fmla="*/ 124514 h 275685"/>
                    <a:gd name="csX2" fmla="*/ 293400 w 293400"/>
                    <a:gd name="csY2" fmla="*/ 271794 h 275685"/>
                    <a:gd name="csX3" fmla="*/ 0 w 293400"/>
                    <a:gd name="csY3" fmla="*/ 275685 h 275685"/>
                    <a:gd name="csX4" fmla="*/ 0 w 293400"/>
                    <a:gd name="csY4" fmla="*/ 0 h 275685"/>
                    <a:gd name="csX0" fmla="*/ 186771 w 293400"/>
                    <a:gd name="csY0" fmla="*/ 73930 h 151171"/>
                    <a:gd name="csX1" fmla="*/ 289509 w 293400"/>
                    <a:gd name="csY1" fmla="*/ 0 h 151171"/>
                    <a:gd name="csX2" fmla="*/ 293400 w 293400"/>
                    <a:gd name="csY2" fmla="*/ 147280 h 151171"/>
                    <a:gd name="csX3" fmla="*/ 0 w 293400"/>
                    <a:gd name="csY3" fmla="*/ 151171 h 151171"/>
                    <a:gd name="csX4" fmla="*/ 186771 w 293400"/>
                    <a:gd name="csY4" fmla="*/ 73930 h 151171"/>
                    <a:gd name="csX0" fmla="*/ 62257 w 168886"/>
                    <a:gd name="csY0" fmla="*/ 73930 h 158954"/>
                    <a:gd name="csX1" fmla="*/ 164995 w 168886"/>
                    <a:gd name="csY1" fmla="*/ 0 h 158954"/>
                    <a:gd name="csX2" fmla="*/ 168886 w 168886"/>
                    <a:gd name="csY2" fmla="*/ 147280 h 158954"/>
                    <a:gd name="csX3" fmla="*/ 0 w 168886"/>
                    <a:gd name="csY3" fmla="*/ 158954 h 158954"/>
                    <a:gd name="csX4" fmla="*/ 62257 w 168886"/>
                    <a:gd name="csY4" fmla="*/ 73930 h 158954"/>
                  </a:gdLst>
                  <a:ahLst/>
                  <a:cxnLst>
                    <a:cxn ang="0">
                      <a:pos x="csX0" y="csY0"/>
                    </a:cxn>
                    <a:cxn ang="0">
                      <a:pos x="csX1" y="csY1"/>
                    </a:cxn>
                    <a:cxn ang="0">
                      <a:pos x="csX2" y="csY2"/>
                    </a:cxn>
                    <a:cxn ang="0">
                      <a:pos x="csX3" y="csY3"/>
                    </a:cxn>
                    <a:cxn ang="0">
                      <a:pos x="csX4" y="csY4"/>
                    </a:cxn>
                  </a:cxnLst>
                  <a:rect l="l" t="t" r="r" b="b"/>
                  <a:pathLst>
                    <a:path w="168886" h="158954">
                      <a:moveTo>
                        <a:pt x="62257" y="73930"/>
                      </a:moveTo>
                      <a:lnTo>
                        <a:pt x="164995" y="0"/>
                      </a:lnTo>
                      <a:lnTo>
                        <a:pt x="168886" y="147280"/>
                      </a:lnTo>
                      <a:lnTo>
                        <a:pt x="0" y="158954"/>
                      </a:lnTo>
                      <a:lnTo>
                        <a:pt x="62257" y="73930"/>
                      </a:lnTo>
                      <a:close/>
                    </a:path>
                  </a:pathLst>
                </a:custGeom>
                <a:solidFill>
                  <a:srgbClr val="941100"/>
                </a:solidFill>
                <a:ln w="6350">
                  <a:solidFill>
                    <a:srgbClr val="982F0B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grpSp>
            <p:nvGrpSpPr>
              <p:cNvPr id="15" name="Group 14">
                <a:extLst>
                  <a:ext uri="{FF2B5EF4-FFF2-40B4-BE49-F238E27FC236}">
                    <a16:creationId xmlns:a16="http://schemas.microsoft.com/office/drawing/2014/main" id="{E258A834-C2F2-B190-E92D-E3C1CD8D19BA}"/>
                  </a:ext>
                </a:extLst>
              </p:cNvPr>
              <p:cNvGrpSpPr/>
              <p:nvPr/>
            </p:nvGrpSpPr>
            <p:grpSpPr>
              <a:xfrm>
                <a:off x="3113591" y="335665"/>
                <a:ext cx="3680748" cy="5578996"/>
                <a:chOff x="4473239" y="1507832"/>
                <a:chExt cx="995256" cy="1455827"/>
              </a:xfrm>
              <a:solidFill>
                <a:srgbClr val="00B0F0"/>
              </a:solidFill>
            </p:grpSpPr>
            <p:grpSp>
              <p:nvGrpSpPr>
                <p:cNvPr id="17" name="Group 16">
                  <a:extLst>
                    <a:ext uri="{FF2B5EF4-FFF2-40B4-BE49-F238E27FC236}">
                      <a16:creationId xmlns:a16="http://schemas.microsoft.com/office/drawing/2014/main" id="{B8E534F7-8607-A16E-7D8D-E83C486083E5}"/>
                    </a:ext>
                  </a:extLst>
                </p:cNvPr>
                <p:cNvGrpSpPr/>
                <p:nvPr/>
              </p:nvGrpSpPr>
              <p:grpSpPr>
                <a:xfrm>
                  <a:off x="4478770" y="1507832"/>
                  <a:ext cx="986887" cy="1455827"/>
                  <a:chOff x="4478770" y="1507871"/>
                  <a:chExt cx="986887" cy="1455864"/>
                </a:xfrm>
                <a:grpFill/>
              </p:grpSpPr>
              <p:sp>
                <p:nvSpPr>
                  <p:cNvPr id="25" name="Freeform 24">
                    <a:extLst>
                      <a:ext uri="{FF2B5EF4-FFF2-40B4-BE49-F238E27FC236}">
                        <a16:creationId xmlns:a16="http://schemas.microsoft.com/office/drawing/2014/main" id="{CF590CCD-9639-3443-E375-48D4DE0B37C7}"/>
                      </a:ext>
                    </a:extLst>
                  </p:cNvPr>
                  <p:cNvSpPr/>
                  <p:nvPr/>
                </p:nvSpPr>
                <p:spPr>
                  <a:xfrm>
                    <a:off x="4479816" y="1646446"/>
                    <a:ext cx="985841" cy="951849"/>
                  </a:xfrm>
                  <a:custGeom>
                    <a:avLst/>
                    <a:gdLst>
                      <a:gd name="csX0" fmla="*/ 0 w 1212850"/>
                      <a:gd name="csY0" fmla="*/ 0 h 1320800"/>
                      <a:gd name="csX1" fmla="*/ 327025 w 1212850"/>
                      <a:gd name="csY1" fmla="*/ 1158875 h 1320800"/>
                      <a:gd name="csX2" fmla="*/ 431800 w 1212850"/>
                      <a:gd name="csY2" fmla="*/ 1260475 h 1320800"/>
                      <a:gd name="csX3" fmla="*/ 488950 w 1212850"/>
                      <a:gd name="csY3" fmla="*/ 1279525 h 1320800"/>
                      <a:gd name="csX4" fmla="*/ 546100 w 1212850"/>
                      <a:gd name="csY4" fmla="*/ 1257300 h 1320800"/>
                      <a:gd name="csX5" fmla="*/ 606425 w 1212850"/>
                      <a:gd name="csY5" fmla="*/ 1228725 h 1320800"/>
                      <a:gd name="csX6" fmla="*/ 679450 w 1212850"/>
                      <a:gd name="csY6" fmla="*/ 1212850 h 1320800"/>
                      <a:gd name="csX7" fmla="*/ 746125 w 1212850"/>
                      <a:gd name="csY7" fmla="*/ 1209675 h 1320800"/>
                      <a:gd name="csX8" fmla="*/ 822325 w 1212850"/>
                      <a:gd name="csY8" fmla="*/ 1222375 h 1320800"/>
                      <a:gd name="csX9" fmla="*/ 876300 w 1212850"/>
                      <a:gd name="csY9" fmla="*/ 1238250 h 1320800"/>
                      <a:gd name="csX10" fmla="*/ 914400 w 1212850"/>
                      <a:gd name="csY10" fmla="*/ 1276350 h 1320800"/>
                      <a:gd name="csX11" fmla="*/ 942975 w 1212850"/>
                      <a:gd name="csY11" fmla="*/ 1320800 h 1320800"/>
                      <a:gd name="csX12" fmla="*/ 965200 w 1212850"/>
                      <a:gd name="csY12" fmla="*/ 1301750 h 1320800"/>
                      <a:gd name="csX13" fmla="*/ 1006475 w 1212850"/>
                      <a:gd name="csY13" fmla="*/ 1311275 h 1320800"/>
                      <a:gd name="csX14" fmla="*/ 1006475 w 1212850"/>
                      <a:gd name="csY14" fmla="*/ 1311275 h 1320800"/>
                      <a:gd name="csX15" fmla="*/ 1089025 w 1212850"/>
                      <a:gd name="csY15" fmla="*/ 1190625 h 1320800"/>
                      <a:gd name="csX16" fmla="*/ 1127125 w 1212850"/>
                      <a:gd name="csY16" fmla="*/ 1108075 h 1320800"/>
                      <a:gd name="csX17" fmla="*/ 1187450 w 1212850"/>
                      <a:gd name="csY17" fmla="*/ 1038225 h 1320800"/>
                      <a:gd name="csX18" fmla="*/ 1212850 w 1212850"/>
                      <a:gd name="csY18" fmla="*/ 1003300 h 1320800"/>
                      <a:gd name="csX0" fmla="*/ 0 w 968375"/>
                      <a:gd name="csY0" fmla="*/ 0 h 692150"/>
                      <a:gd name="csX1" fmla="*/ 82550 w 968375"/>
                      <a:gd name="csY1" fmla="*/ 530225 h 692150"/>
                      <a:gd name="csX2" fmla="*/ 187325 w 968375"/>
                      <a:gd name="csY2" fmla="*/ 631825 h 692150"/>
                      <a:gd name="csX3" fmla="*/ 244475 w 968375"/>
                      <a:gd name="csY3" fmla="*/ 650875 h 692150"/>
                      <a:gd name="csX4" fmla="*/ 301625 w 968375"/>
                      <a:gd name="csY4" fmla="*/ 628650 h 692150"/>
                      <a:gd name="csX5" fmla="*/ 361950 w 968375"/>
                      <a:gd name="csY5" fmla="*/ 600075 h 692150"/>
                      <a:gd name="csX6" fmla="*/ 434975 w 968375"/>
                      <a:gd name="csY6" fmla="*/ 584200 h 692150"/>
                      <a:gd name="csX7" fmla="*/ 501650 w 968375"/>
                      <a:gd name="csY7" fmla="*/ 581025 h 692150"/>
                      <a:gd name="csX8" fmla="*/ 577850 w 968375"/>
                      <a:gd name="csY8" fmla="*/ 593725 h 692150"/>
                      <a:gd name="csX9" fmla="*/ 631825 w 968375"/>
                      <a:gd name="csY9" fmla="*/ 609600 h 692150"/>
                      <a:gd name="csX10" fmla="*/ 669925 w 968375"/>
                      <a:gd name="csY10" fmla="*/ 647700 h 692150"/>
                      <a:gd name="csX11" fmla="*/ 698500 w 968375"/>
                      <a:gd name="csY11" fmla="*/ 692150 h 692150"/>
                      <a:gd name="csX12" fmla="*/ 720725 w 968375"/>
                      <a:gd name="csY12" fmla="*/ 673100 h 692150"/>
                      <a:gd name="csX13" fmla="*/ 762000 w 968375"/>
                      <a:gd name="csY13" fmla="*/ 682625 h 692150"/>
                      <a:gd name="csX14" fmla="*/ 762000 w 968375"/>
                      <a:gd name="csY14" fmla="*/ 682625 h 692150"/>
                      <a:gd name="csX15" fmla="*/ 844550 w 968375"/>
                      <a:gd name="csY15" fmla="*/ 561975 h 692150"/>
                      <a:gd name="csX16" fmla="*/ 882650 w 968375"/>
                      <a:gd name="csY16" fmla="*/ 479425 h 692150"/>
                      <a:gd name="csX17" fmla="*/ 942975 w 968375"/>
                      <a:gd name="csY17" fmla="*/ 409575 h 692150"/>
                      <a:gd name="csX18" fmla="*/ 968375 w 968375"/>
                      <a:gd name="csY18" fmla="*/ 374650 h 692150"/>
                      <a:gd name="csX0" fmla="*/ 0 w 968375"/>
                      <a:gd name="csY0" fmla="*/ 0 h 692150"/>
                      <a:gd name="csX1" fmla="*/ 8827 w 968375"/>
                      <a:gd name="csY1" fmla="*/ 82970 h 692150"/>
                      <a:gd name="csX2" fmla="*/ 82550 w 968375"/>
                      <a:gd name="csY2" fmla="*/ 530225 h 692150"/>
                      <a:gd name="csX3" fmla="*/ 187325 w 968375"/>
                      <a:gd name="csY3" fmla="*/ 631825 h 692150"/>
                      <a:gd name="csX4" fmla="*/ 244475 w 968375"/>
                      <a:gd name="csY4" fmla="*/ 650875 h 692150"/>
                      <a:gd name="csX5" fmla="*/ 301625 w 968375"/>
                      <a:gd name="csY5" fmla="*/ 628650 h 692150"/>
                      <a:gd name="csX6" fmla="*/ 361950 w 968375"/>
                      <a:gd name="csY6" fmla="*/ 600075 h 692150"/>
                      <a:gd name="csX7" fmla="*/ 434975 w 968375"/>
                      <a:gd name="csY7" fmla="*/ 584200 h 692150"/>
                      <a:gd name="csX8" fmla="*/ 501650 w 968375"/>
                      <a:gd name="csY8" fmla="*/ 581025 h 692150"/>
                      <a:gd name="csX9" fmla="*/ 577850 w 968375"/>
                      <a:gd name="csY9" fmla="*/ 593725 h 692150"/>
                      <a:gd name="csX10" fmla="*/ 631825 w 968375"/>
                      <a:gd name="csY10" fmla="*/ 609600 h 692150"/>
                      <a:gd name="csX11" fmla="*/ 669925 w 968375"/>
                      <a:gd name="csY11" fmla="*/ 647700 h 692150"/>
                      <a:gd name="csX12" fmla="*/ 698500 w 968375"/>
                      <a:gd name="csY12" fmla="*/ 692150 h 692150"/>
                      <a:gd name="csX13" fmla="*/ 720725 w 968375"/>
                      <a:gd name="csY13" fmla="*/ 673100 h 692150"/>
                      <a:gd name="csX14" fmla="*/ 762000 w 968375"/>
                      <a:gd name="csY14" fmla="*/ 682625 h 692150"/>
                      <a:gd name="csX15" fmla="*/ 762000 w 968375"/>
                      <a:gd name="csY15" fmla="*/ 682625 h 692150"/>
                      <a:gd name="csX16" fmla="*/ 844550 w 968375"/>
                      <a:gd name="csY16" fmla="*/ 561975 h 692150"/>
                      <a:gd name="csX17" fmla="*/ 882650 w 968375"/>
                      <a:gd name="csY17" fmla="*/ 479425 h 692150"/>
                      <a:gd name="csX18" fmla="*/ 942975 w 968375"/>
                      <a:gd name="csY18" fmla="*/ 409575 h 692150"/>
                      <a:gd name="csX19" fmla="*/ 968375 w 968375"/>
                      <a:gd name="csY19" fmla="*/ 374650 h 692150"/>
                      <a:gd name="csX0" fmla="*/ 0 w 974634"/>
                      <a:gd name="csY0" fmla="*/ 0 h 942849"/>
                      <a:gd name="csX1" fmla="*/ 15086 w 974634"/>
                      <a:gd name="csY1" fmla="*/ 333669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74634"/>
                      <a:gd name="csY0" fmla="*/ 0 h 942849"/>
                      <a:gd name="csX1" fmla="*/ 5697 w 974634"/>
                      <a:gd name="csY1" fmla="*/ 297423 h 942849"/>
                      <a:gd name="csX2" fmla="*/ 88809 w 974634"/>
                      <a:gd name="csY2" fmla="*/ 780924 h 942849"/>
                      <a:gd name="csX3" fmla="*/ 193584 w 974634"/>
                      <a:gd name="csY3" fmla="*/ 882524 h 942849"/>
                      <a:gd name="csX4" fmla="*/ 250734 w 974634"/>
                      <a:gd name="csY4" fmla="*/ 901574 h 942849"/>
                      <a:gd name="csX5" fmla="*/ 307884 w 974634"/>
                      <a:gd name="csY5" fmla="*/ 879349 h 942849"/>
                      <a:gd name="csX6" fmla="*/ 368209 w 974634"/>
                      <a:gd name="csY6" fmla="*/ 850774 h 942849"/>
                      <a:gd name="csX7" fmla="*/ 441234 w 974634"/>
                      <a:gd name="csY7" fmla="*/ 834899 h 942849"/>
                      <a:gd name="csX8" fmla="*/ 507909 w 974634"/>
                      <a:gd name="csY8" fmla="*/ 831724 h 942849"/>
                      <a:gd name="csX9" fmla="*/ 584109 w 974634"/>
                      <a:gd name="csY9" fmla="*/ 844424 h 942849"/>
                      <a:gd name="csX10" fmla="*/ 638084 w 974634"/>
                      <a:gd name="csY10" fmla="*/ 860299 h 942849"/>
                      <a:gd name="csX11" fmla="*/ 676184 w 974634"/>
                      <a:gd name="csY11" fmla="*/ 898399 h 942849"/>
                      <a:gd name="csX12" fmla="*/ 704759 w 974634"/>
                      <a:gd name="csY12" fmla="*/ 942849 h 942849"/>
                      <a:gd name="csX13" fmla="*/ 726984 w 974634"/>
                      <a:gd name="csY13" fmla="*/ 923799 h 942849"/>
                      <a:gd name="csX14" fmla="*/ 768259 w 974634"/>
                      <a:gd name="csY14" fmla="*/ 933324 h 942849"/>
                      <a:gd name="csX15" fmla="*/ 768259 w 974634"/>
                      <a:gd name="csY15" fmla="*/ 933324 h 942849"/>
                      <a:gd name="csX16" fmla="*/ 850809 w 974634"/>
                      <a:gd name="csY16" fmla="*/ 812674 h 942849"/>
                      <a:gd name="csX17" fmla="*/ 888909 w 974634"/>
                      <a:gd name="csY17" fmla="*/ 730124 h 942849"/>
                      <a:gd name="csX18" fmla="*/ 949234 w 974634"/>
                      <a:gd name="csY18" fmla="*/ 660274 h 942849"/>
                      <a:gd name="csX19" fmla="*/ 974634 w 974634"/>
                      <a:gd name="csY19" fmla="*/ 625349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21428 w 949234"/>
                      <a:gd name="csY19" fmla="*/ 546817 h 942849"/>
                      <a:gd name="csX0" fmla="*/ 0 w 949234"/>
                      <a:gd name="csY0" fmla="*/ 0 h 942849"/>
                      <a:gd name="csX1" fmla="*/ 5697 w 949234"/>
                      <a:gd name="csY1" fmla="*/ 297423 h 942849"/>
                      <a:gd name="csX2" fmla="*/ 88809 w 949234"/>
                      <a:gd name="csY2" fmla="*/ 780924 h 942849"/>
                      <a:gd name="csX3" fmla="*/ 193584 w 949234"/>
                      <a:gd name="csY3" fmla="*/ 882524 h 942849"/>
                      <a:gd name="csX4" fmla="*/ 250734 w 949234"/>
                      <a:gd name="csY4" fmla="*/ 901574 h 942849"/>
                      <a:gd name="csX5" fmla="*/ 307884 w 949234"/>
                      <a:gd name="csY5" fmla="*/ 879349 h 942849"/>
                      <a:gd name="csX6" fmla="*/ 368209 w 949234"/>
                      <a:gd name="csY6" fmla="*/ 850774 h 942849"/>
                      <a:gd name="csX7" fmla="*/ 441234 w 949234"/>
                      <a:gd name="csY7" fmla="*/ 834899 h 942849"/>
                      <a:gd name="csX8" fmla="*/ 507909 w 949234"/>
                      <a:gd name="csY8" fmla="*/ 831724 h 942849"/>
                      <a:gd name="csX9" fmla="*/ 584109 w 949234"/>
                      <a:gd name="csY9" fmla="*/ 844424 h 942849"/>
                      <a:gd name="csX10" fmla="*/ 638084 w 949234"/>
                      <a:gd name="csY10" fmla="*/ 860299 h 942849"/>
                      <a:gd name="csX11" fmla="*/ 676184 w 949234"/>
                      <a:gd name="csY11" fmla="*/ 898399 h 942849"/>
                      <a:gd name="csX12" fmla="*/ 704759 w 949234"/>
                      <a:gd name="csY12" fmla="*/ 942849 h 942849"/>
                      <a:gd name="csX13" fmla="*/ 726984 w 949234"/>
                      <a:gd name="csY13" fmla="*/ 923799 h 942849"/>
                      <a:gd name="csX14" fmla="*/ 768259 w 949234"/>
                      <a:gd name="csY14" fmla="*/ 933324 h 942849"/>
                      <a:gd name="csX15" fmla="*/ 768259 w 949234"/>
                      <a:gd name="csY15" fmla="*/ 933324 h 942849"/>
                      <a:gd name="csX16" fmla="*/ 850809 w 949234"/>
                      <a:gd name="csY16" fmla="*/ 812674 h 942849"/>
                      <a:gd name="csX17" fmla="*/ 888909 w 949234"/>
                      <a:gd name="csY17" fmla="*/ 730124 h 942849"/>
                      <a:gd name="csX18" fmla="*/ 949234 w 949234"/>
                      <a:gd name="csY18" fmla="*/ 660274 h 942849"/>
                      <a:gd name="csX19" fmla="*/ 938358 w 949234"/>
                      <a:gd name="csY19" fmla="*/ 608532 h 942849"/>
                      <a:gd name="csX20" fmla="*/ 921428 w 949234"/>
                      <a:gd name="csY20" fmla="*/ 546817 h 942849"/>
                      <a:gd name="csX0" fmla="*/ 0 w 985304"/>
                      <a:gd name="csY0" fmla="*/ 0 h 942849"/>
                      <a:gd name="csX1" fmla="*/ 5697 w 985304"/>
                      <a:gd name="csY1" fmla="*/ 297423 h 942849"/>
                      <a:gd name="csX2" fmla="*/ 88809 w 985304"/>
                      <a:gd name="csY2" fmla="*/ 780924 h 942849"/>
                      <a:gd name="csX3" fmla="*/ 193584 w 985304"/>
                      <a:gd name="csY3" fmla="*/ 882524 h 942849"/>
                      <a:gd name="csX4" fmla="*/ 250734 w 985304"/>
                      <a:gd name="csY4" fmla="*/ 901574 h 942849"/>
                      <a:gd name="csX5" fmla="*/ 307884 w 985304"/>
                      <a:gd name="csY5" fmla="*/ 879349 h 942849"/>
                      <a:gd name="csX6" fmla="*/ 368209 w 985304"/>
                      <a:gd name="csY6" fmla="*/ 850774 h 942849"/>
                      <a:gd name="csX7" fmla="*/ 441234 w 985304"/>
                      <a:gd name="csY7" fmla="*/ 834899 h 942849"/>
                      <a:gd name="csX8" fmla="*/ 507909 w 985304"/>
                      <a:gd name="csY8" fmla="*/ 831724 h 942849"/>
                      <a:gd name="csX9" fmla="*/ 584109 w 985304"/>
                      <a:gd name="csY9" fmla="*/ 844424 h 942849"/>
                      <a:gd name="csX10" fmla="*/ 638084 w 985304"/>
                      <a:gd name="csY10" fmla="*/ 860299 h 942849"/>
                      <a:gd name="csX11" fmla="*/ 676184 w 985304"/>
                      <a:gd name="csY11" fmla="*/ 898399 h 942849"/>
                      <a:gd name="csX12" fmla="*/ 704759 w 985304"/>
                      <a:gd name="csY12" fmla="*/ 942849 h 942849"/>
                      <a:gd name="csX13" fmla="*/ 726984 w 985304"/>
                      <a:gd name="csY13" fmla="*/ 923799 h 942849"/>
                      <a:gd name="csX14" fmla="*/ 768259 w 985304"/>
                      <a:gd name="csY14" fmla="*/ 933324 h 942849"/>
                      <a:gd name="csX15" fmla="*/ 768259 w 985304"/>
                      <a:gd name="csY15" fmla="*/ 933324 h 942849"/>
                      <a:gd name="csX16" fmla="*/ 850809 w 985304"/>
                      <a:gd name="csY16" fmla="*/ 812674 h 942849"/>
                      <a:gd name="csX17" fmla="*/ 888909 w 985304"/>
                      <a:gd name="csY17" fmla="*/ 730124 h 942849"/>
                      <a:gd name="csX18" fmla="*/ 949234 w 985304"/>
                      <a:gd name="csY18" fmla="*/ 660274 h 942849"/>
                      <a:gd name="csX19" fmla="*/ 985304 w 985304"/>
                      <a:gd name="csY19" fmla="*/ 635716 h 942849"/>
                      <a:gd name="csX20" fmla="*/ 921428 w 985304"/>
                      <a:gd name="csY20" fmla="*/ 546817 h 942849"/>
                      <a:gd name="csX0" fmla="*/ 0 w 985304"/>
                      <a:gd name="csY0" fmla="*/ 2908 h 945757"/>
                      <a:gd name="csX1" fmla="*/ 5697 w 985304"/>
                      <a:gd name="csY1" fmla="*/ 300331 h 945757"/>
                      <a:gd name="csX2" fmla="*/ 88809 w 985304"/>
                      <a:gd name="csY2" fmla="*/ 783832 h 945757"/>
                      <a:gd name="csX3" fmla="*/ 193584 w 985304"/>
                      <a:gd name="csY3" fmla="*/ 885432 h 945757"/>
                      <a:gd name="csX4" fmla="*/ 250734 w 985304"/>
                      <a:gd name="csY4" fmla="*/ 904482 h 945757"/>
                      <a:gd name="csX5" fmla="*/ 307884 w 985304"/>
                      <a:gd name="csY5" fmla="*/ 882257 h 945757"/>
                      <a:gd name="csX6" fmla="*/ 368209 w 985304"/>
                      <a:gd name="csY6" fmla="*/ 853682 h 945757"/>
                      <a:gd name="csX7" fmla="*/ 441234 w 985304"/>
                      <a:gd name="csY7" fmla="*/ 837807 h 945757"/>
                      <a:gd name="csX8" fmla="*/ 507909 w 985304"/>
                      <a:gd name="csY8" fmla="*/ 834632 h 945757"/>
                      <a:gd name="csX9" fmla="*/ 584109 w 985304"/>
                      <a:gd name="csY9" fmla="*/ 847332 h 945757"/>
                      <a:gd name="csX10" fmla="*/ 638084 w 985304"/>
                      <a:gd name="csY10" fmla="*/ 863207 h 945757"/>
                      <a:gd name="csX11" fmla="*/ 676184 w 985304"/>
                      <a:gd name="csY11" fmla="*/ 901307 h 945757"/>
                      <a:gd name="csX12" fmla="*/ 704759 w 985304"/>
                      <a:gd name="csY12" fmla="*/ 945757 h 945757"/>
                      <a:gd name="csX13" fmla="*/ 726984 w 985304"/>
                      <a:gd name="csY13" fmla="*/ 926707 h 945757"/>
                      <a:gd name="csX14" fmla="*/ 768259 w 985304"/>
                      <a:gd name="csY14" fmla="*/ 936232 h 945757"/>
                      <a:gd name="csX15" fmla="*/ 768259 w 985304"/>
                      <a:gd name="csY15" fmla="*/ 936232 h 945757"/>
                      <a:gd name="csX16" fmla="*/ 850809 w 985304"/>
                      <a:gd name="csY16" fmla="*/ 815582 h 945757"/>
                      <a:gd name="csX17" fmla="*/ 888909 w 985304"/>
                      <a:gd name="csY17" fmla="*/ 733032 h 945757"/>
                      <a:gd name="csX18" fmla="*/ 949234 w 985304"/>
                      <a:gd name="csY18" fmla="*/ 663182 h 945757"/>
                      <a:gd name="csX19" fmla="*/ 985304 w 985304"/>
                      <a:gd name="csY19" fmla="*/ 638624 h 945757"/>
                      <a:gd name="csX20" fmla="*/ 977763 w 985304"/>
                      <a:gd name="csY20" fmla="*/ 0 h 945757"/>
                      <a:gd name="csX0" fmla="*/ 0 w 978991"/>
                      <a:gd name="csY0" fmla="*/ 2908 h 945757"/>
                      <a:gd name="csX1" fmla="*/ 5697 w 978991"/>
                      <a:gd name="csY1" fmla="*/ 300331 h 945757"/>
                      <a:gd name="csX2" fmla="*/ 88809 w 978991"/>
                      <a:gd name="csY2" fmla="*/ 783832 h 945757"/>
                      <a:gd name="csX3" fmla="*/ 193584 w 978991"/>
                      <a:gd name="csY3" fmla="*/ 885432 h 945757"/>
                      <a:gd name="csX4" fmla="*/ 250734 w 978991"/>
                      <a:gd name="csY4" fmla="*/ 904482 h 945757"/>
                      <a:gd name="csX5" fmla="*/ 307884 w 978991"/>
                      <a:gd name="csY5" fmla="*/ 882257 h 945757"/>
                      <a:gd name="csX6" fmla="*/ 368209 w 978991"/>
                      <a:gd name="csY6" fmla="*/ 853682 h 945757"/>
                      <a:gd name="csX7" fmla="*/ 441234 w 978991"/>
                      <a:gd name="csY7" fmla="*/ 837807 h 945757"/>
                      <a:gd name="csX8" fmla="*/ 507909 w 978991"/>
                      <a:gd name="csY8" fmla="*/ 834632 h 945757"/>
                      <a:gd name="csX9" fmla="*/ 584109 w 978991"/>
                      <a:gd name="csY9" fmla="*/ 847332 h 945757"/>
                      <a:gd name="csX10" fmla="*/ 638084 w 978991"/>
                      <a:gd name="csY10" fmla="*/ 863207 h 945757"/>
                      <a:gd name="csX11" fmla="*/ 676184 w 978991"/>
                      <a:gd name="csY11" fmla="*/ 901307 h 945757"/>
                      <a:gd name="csX12" fmla="*/ 704759 w 978991"/>
                      <a:gd name="csY12" fmla="*/ 945757 h 945757"/>
                      <a:gd name="csX13" fmla="*/ 726984 w 978991"/>
                      <a:gd name="csY13" fmla="*/ 926707 h 945757"/>
                      <a:gd name="csX14" fmla="*/ 768259 w 978991"/>
                      <a:gd name="csY14" fmla="*/ 936232 h 945757"/>
                      <a:gd name="csX15" fmla="*/ 768259 w 978991"/>
                      <a:gd name="csY15" fmla="*/ 936232 h 945757"/>
                      <a:gd name="csX16" fmla="*/ 850809 w 978991"/>
                      <a:gd name="csY16" fmla="*/ 815582 h 945757"/>
                      <a:gd name="csX17" fmla="*/ 888909 w 978991"/>
                      <a:gd name="csY17" fmla="*/ 733032 h 945757"/>
                      <a:gd name="csX18" fmla="*/ 949234 w 978991"/>
                      <a:gd name="csY18" fmla="*/ 663182 h 945757"/>
                      <a:gd name="csX19" fmla="*/ 978991 w 978991"/>
                      <a:gd name="csY19" fmla="*/ 641670 h 945757"/>
                      <a:gd name="csX20" fmla="*/ 977763 w 978991"/>
                      <a:gd name="csY20" fmla="*/ 0 h 945757"/>
                      <a:gd name="csX0" fmla="*/ 2720 w 981711"/>
                      <a:gd name="csY0" fmla="*/ 2908 h 945757"/>
                      <a:gd name="csX1" fmla="*/ 0 w 981711"/>
                      <a:gd name="csY1" fmla="*/ 290177 h 945757"/>
                      <a:gd name="csX2" fmla="*/ 91529 w 981711"/>
                      <a:gd name="csY2" fmla="*/ 783832 h 945757"/>
                      <a:gd name="csX3" fmla="*/ 196304 w 981711"/>
                      <a:gd name="csY3" fmla="*/ 885432 h 945757"/>
                      <a:gd name="csX4" fmla="*/ 253454 w 981711"/>
                      <a:gd name="csY4" fmla="*/ 904482 h 945757"/>
                      <a:gd name="csX5" fmla="*/ 310604 w 981711"/>
                      <a:gd name="csY5" fmla="*/ 882257 h 945757"/>
                      <a:gd name="csX6" fmla="*/ 370929 w 981711"/>
                      <a:gd name="csY6" fmla="*/ 853682 h 945757"/>
                      <a:gd name="csX7" fmla="*/ 443954 w 981711"/>
                      <a:gd name="csY7" fmla="*/ 837807 h 945757"/>
                      <a:gd name="csX8" fmla="*/ 510629 w 981711"/>
                      <a:gd name="csY8" fmla="*/ 834632 h 945757"/>
                      <a:gd name="csX9" fmla="*/ 586829 w 981711"/>
                      <a:gd name="csY9" fmla="*/ 847332 h 945757"/>
                      <a:gd name="csX10" fmla="*/ 640804 w 981711"/>
                      <a:gd name="csY10" fmla="*/ 863207 h 945757"/>
                      <a:gd name="csX11" fmla="*/ 678904 w 981711"/>
                      <a:gd name="csY11" fmla="*/ 901307 h 945757"/>
                      <a:gd name="csX12" fmla="*/ 707479 w 981711"/>
                      <a:gd name="csY12" fmla="*/ 945757 h 945757"/>
                      <a:gd name="csX13" fmla="*/ 729704 w 981711"/>
                      <a:gd name="csY13" fmla="*/ 926707 h 945757"/>
                      <a:gd name="csX14" fmla="*/ 770979 w 981711"/>
                      <a:gd name="csY14" fmla="*/ 936232 h 945757"/>
                      <a:gd name="csX15" fmla="*/ 770979 w 981711"/>
                      <a:gd name="csY15" fmla="*/ 936232 h 945757"/>
                      <a:gd name="csX16" fmla="*/ 853529 w 981711"/>
                      <a:gd name="csY16" fmla="*/ 815582 h 945757"/>
                      <a:gd name="csX17" fmla="*/ 891629 w 981711"/>
                      <a:gd name="csY17" fmla="*/ 733032 h 945757"/>
                      <a:gd name="csX18" fmla="*/ 951954 w 981711"/>
                      <a:gd name="csY18" fmla="*/ 663182 h 945757"/>
                      <a:gd name="csX19" fmla="*/ 981711 w 981711"/>
                      <a:gd name="csY19" fmla="*/ 641670 h 945757"/>
                      <a:gd name="csX20" fmla="*/ 980483 w 981711"/>
                      <a:gd name="csY20" fmla="*/ 0 h 945757"/>
                      <a:gd name="csX0" fmla="*/ 219 w 982366"/>
                      <a:gd name="csY0" fmla="*/ 0 h 948941"/>
                      <a:gd name="csX1" fmla="*/ 655 w 982366"/>
                      <a:gd name="csY1" fmla="*/ 293361 h 948941"/>
                      <a:gd name="csX2" fmla="*/ 92184 w 982366"/>
                      <a:gd name="csY2" fmla="*/ 787016 h 948941"/>
                      <a:gd name="csX3" fmla="*/ 196959 w 982366"/>
                      <a:gd name="csY3" fmla="*/ 888616 h 948941"/>
                      <a:gd name="csX4" fmla="*/ 254109 w 982366"/>
                      <a:gd name="csY4" fmla="*/ 907666 h 948941"/>
                      <a:gd name="csX5" fmla="*/ 311259 w 982366"/>
                      <a:gd name="csY5" fmla="*/ 885441 h 948941"/>
                      <a:gd name="csX6" fmla="*/ 371584 w 982366"/>
                      <a:gd name="csY6" fmla="*/ 856866 h 948941"/>
                      <a:gd name="csX7" fmla="*/ 444609 w 982366"/>
                      <a:gd name="csY7" fmla="*/ 840991 h 948941"/>
                      <a:gd name="csX8" fmla="*/ 511284 w 982366"/>
                      <a:gd name="csY8" fmla="*/ 837816 h 948941"/>
                      <a:gd name="csX9" fmla="*/ 587484 w 982366"/>
                      <a:gd name="csY9" fmla="*/ 850516 h 948941"/>
                      <a:gd name="csX10" fmla="*/ 641459 w 982366"/>
                      <a:gd name="csY10" fmla="*/ 866391 h 948941"/>
                      <a:gd name="csX11" fmla="*/ 679559 w 982366"/>
                      <a:gd name="csY11" fmla="*/ 904491 h 948941"/>
                      <a:gd name="csX12" fmla="*/ 708134 w 982366"/>
                      <a:gd name="csY12" fmla="*/ 948941 h 948941"/>
                      <a:gd name="csX13" fmla="*/ 730359 w 982366"/>
                      <a:gd name="csY13" fmla="*/ 929891 h 948941"/>
                      <a:gd name="csX14" fmla="*/ 771634 w 982366"/>
                      <a:gd name="csY14" fmla="*/ 939416 h 948941"/>
                      <a:gd name="csX15" fmla="*/ 771634 w 982366"/>
                      <a:gd name="csY15" fmla="*/ 939416 h 948941"/>
                      <a:gd name="csX16" fmla="*/ 854184 w 982366"/>
                      <a:gd name="csY16" fmla="*/ 818766 h 948941"/>
                      <a:gd name="csX17" fmla="*/ 892284 w 982366"/>
                      <a:gd name="csY17" fmla="*/ 736216 h 948941"/>
                      <a:gd name="csX18" fmla="*/ 952609 w 982366"/>
                      <a:gd name="csY18" fmla="*/ 666366 h 948941"/>
                      <a:gd name="csX19" fmla="*/ 982366 w 982366"/>
                      <a:gd name="csY19" fmla="*/ 644854 h 948941"/>
                      <a:gd name="csX20" fmla="*/ 981138 w 982366"/>
                      <a:gd name="csY20" fmla="*/ 3184 h 948941"/>
                      <a:gd name="csX0" fmla="*/ 219 w 985841"/>
                      <a:gd name="csY0" fmla="*/ 2908 h 951849"/>
                      <a:gd name="csX1" fmla="*/ 655 w 985841"/>
                      <a:gd name="csY1" fmla="*/ 296269 h 951849"/>
                      <a:gd name="csX2" fmla="*/ 92184 w 985841"/>
                      <a:gd name="csY2" fmla="*/ 789924 h 951849"/>
                      <a:gd name="csX3" fmla="*/ 196959 w 985841"/>
                      <a:gd name="csY3" fmla="*/ 891524 h 951849"/>
                      <a:gd name="csX4" fmla="*/ 254109 w 985841"/>
                      <a:gd name="csY4" fmla="*/ 910574 h 951849"/>
                      <a:gd name="csX5" fmla="*/ 311259 w 985841"/>
                      <a:gd name="csY5" fmla="*/ 888349 h 951849"/>
                      <a:gd name="csX6" fmla="*/ 371584 w 985841"/>
                      <a:gd name="csY6" fmla="*/ 859774 h 951849"/>
                      <a:gd name="csX7" fmla="*/ 444609 w 985841"/>
                      <a:gd name="csY7" fmla="*/ 843899 h 951849"/>
                      <a:gd name="csX8" fmla="*/ 511284 w 985841"/>
                      <a:gd name="csY8" fmla="*/ 840724 h 951849"/>
                      <a:gd name="csX9" fmla="*/ 587484 w 985841"/>
                      <a:gd name="csY9" fmla="*/ 853424 h 951849"/>
                      <a:gd name="csX10" fmla="*/ 641459 w 985841"/>
                      <a:gd name="csY10" fmla="*/ 869299 h 951849"/>
                      <a:gd name="csX11" fmla="*/ 679559 w 985841"/>
                      <a:gd name="csY11" fmla="*/ 907399 h 951849"/>
                      <a:gd name="csX12" fmla="*/ 708134 w 985841"/>
                      <a:gd name="csY12" fmla="*/ 951849 h 951849"/>
                      <a:gd name="csX13" fmla="*/ 730359 w 985841"/>
                      <a:gd name="csY13" fmla="*/ 932799 h 951849"/>
                      <a:gd name="csX14" fmla="*/ 771634 w 985841"/>
                      <a:gd name="csY14" fmla="*/ 942324 h 951849"/>
                      <a:gd name="csX15" fmla="*/ 771634 w 985841"/>
                      <a:gd name="csY15" fmla="*/ 942324 h 951849"/>
                      <a:gd name="csX16" fmla="*/ 854184 w 985841"/>
                      <a:gd name="csY16" fmla="*/ 821674 h 951849"/>
                      <a:gd name="csX17" fmla="*/ 892284 w 985841"/>
                      <a:gd name="csY17" fmla="*/ 739124 h 951849"/>
                      <a:gd name="csX18" fmla="*/ 952609 w 985841"/>
                      <a:gd name="csY18" fmla="*/ 669274 h 951849"/>
                      <a:gd name="csX19" fmla="*/ 982366 w 985841"/>
                      <a:gd name="csY19" fmla="*/ 647762 h 951849"/>
                      <a:gd name="csX20" fmla="*/ 985347 w 985841"/>
                      <a:gd name="csY20" fmla="*/ 0 h 951849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  <a:cxn ang="0">
                        <a:pos x="csX5" y="csY5"/>
                      </a:cxn>
                      <a:cxn ang="0">
                        <a:pos x="csX6" y="csY6"/>
                      </a:cxn>
                      <a:cxn ang="0">
                        <a:pos x="csX7" y="csY7"/>
                      </a:cxn>
                      <a:cxn ang="0">
                        <a:pos x="csX8" y="csY8"/>
                      </a:cxn>
                      <a:cxn ang="0">
                        <a:pos x="csX9" y="csY9"/>
                      </a:cxn>
                      <a:cxn ang="0">
                        <a:pos x="csX10" y="csY10"/>
                      </a:cxn>
                      <a:cxn ang="0">
                        <a:pos x="csX11" y="csY11"/>
                      </a:cxn>
                      <a:cxn ang="0">
                        <a:pos x="csX12" y="csY12"/>
                      </a:cxn>
                      <a:cxn ang="0">
                        <a:pos x="csX13" y="csY13"/>
                      </a:cxn>
                      <a:cxn ang="0">
                        <a:pos x="csX14" y="csY14"/>
                      </a:cxn>
                      <a:cxn ang="0">
                        <a:pos x="csX15" y="csY15"/>
                      </a:cxn>
                      <a:cxn ang="0">
                        <a:pos x="csX16" y="csY16"/>
                      </a:cxn>
                      <a:cxn ang="0">
                        <a:pos x="csX17" y="csY17"/>
                      </a:cxn>
                      <a:cxn ang="0">
                        <a:pos x="csX18" y="csY18"/>
                      </a:cxn>
                      <a:cxn ang="0">
                        <a:pos x="csX19" y="csY19"/>
                      </a:cxn>
                      <a:cxn ang="0">
                        <a:pos x="csX20" y="csY20"/>
                      </a:cxn>
                    </a:cxnLst>
                    <a:rect l="l" t="t" r="r" b="b"/>
                    <a:pathLst>
                      <a:path w="985841" h="951849">
                        <a:moveTo>
                          <a:pt x="219" y="2908"/>
                        </a:moveTo>
                        <a:cubicBezTo>
                          <a:pt x="-688" y="98664"/>
                          <a:pt x="1562" y="200513"/>
                          <a:pt x="655" y="296269"/>
                        </a:cubicBezTo>
                        <a:lnTo>
                          <a:pt x="92184" y="789924"/>
                        </a:lnTo>
                        <a:lnTo>
                          <a:pt x="196959" y="891524"/>
                        </a:lnTo>
                        <a:lnTo>
                          <a:pt x="254109" y="910574"/>
                        </a:lnTo>
                        <a:lnTo>
                          <a:pt x="311259" y="888349"/>
                        </a:lnTo>
                        <a:lnTo>
                          <a:pt x="371584" y="859774"/>
                        </a:lnTo>
                        <a:lnTo>
                          <a:pt x="444609" y="843899"/>
                        </a:lnTo>
                        <a:lnTo>
                          <a:pt x="511284" y="840724"/>
                        </a:lnTo>
                        <a:lnTo>
                          <a:pt x="587484" y="853424"/>
                        </a:lnTo>
                        <a:lnTo>
                          <a:pt x="641459" y="869299"/>
                        </a:lnTo>
                        <a:lnTo>
                          <a:pt x="679559" y="907399"/>
                        </a:lnTo>
                        <a:lnTo>
                          <a:pt x="708134" y="951849"/>
                        </a:lnTo>
                        <a:lnTo>
                          <a:pt x="730359" y="932799"/>
                        </a:lnTo>
                        <a:lnTo>
                          <a:pt x="771634" y="942324"/>
                        </a:lnTo>
                        <a:lnTo>
                          <a:pt x="771634" y="942324"/>
                        </a:lnTo>
                        <a:lnTo>
                          <a:pt x="854184" y="821674"/>
                        </a:lnTo>
                        <a:lnTo>
                          <a:pt x="892284" y="739124"/>
                        </a:lnTo>
                        <a:lnTo>
                          <a:pt x="952609" y="669274"/>
                        </a:lnTo>
                        <a:lnTo>
                          <a:pt x="982366" y="647762"/>
                        </a:lnTo>
                        <a:cubicBezTo>
                          <a:pt x="979852" y="434887"/>
                          <a:pt x="987861" y="212875"/>
                          <a:pt x="985347" y="0"/>
                        </a:cubicBezTo>
                      </a:path>
                    </a:pathLst>
                  </a:custGeom>
                  <a:solidFill>
                    <a:srgbClr val="00B0F0">
                      <a:alpha val="78000"/>
                    </a:srgbClr>
                  </a:solidFill>
                  <a:ln w="6350">
                    <a:solidFill>
                      <a:srgbClr val="00B0F0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dirty="0"/>
                  </a:p>
                </p:txBody>
              </p:sp>
              <p:cxnSp>
                <p:nvCxnSpPr>
                  <p:cNvPr id="23" name="Straight Connector 22">
                    <a:extLst>
                      <a:ext uri="{FF2B5EF4-FFF2-40B4-BE49-F238E27FC236}">
                        <a16:creationId xmlns:a16="http://schemas.microsoft.com/office/drawing/2014/main" id="{64C13667-D87E-BEA7-BE3C-57FBDF098FFB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4478770" y="1507871"/>
                    <a:ext cx="0" cy="1455864"/>
                  </a:xfrm>
                  <a:prstGeom prst="line">
                    <a:avLst/>
                  </a:prstGeom>
                  <a:grpFill/>
                  <a:ln w="5080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  <p:cxnSp>
                <p:nvCxnSpPr>
                  <p:cNvPr id="24" name="Straight Connector 23">
                    <a:extLst>
                      <a:ext uri="{FF2B5EF4-FFF2-40B4-BE49-F238E27FC236}">
                        <a16:creationId xmlns:a16="http://schemas.microsoft.com/office/drawing/2014/main" id="{AD3E62A7-B76A-6F89-F8CC-A6A5DCF905C4}"/>
                      </a:ext>
                    </a:extLst>
                  </p:cNvPr>
                  <p:cNvCxnSpPr>
                    <a:cxnSpLocks/>
                  </p:cNvCxnSpPr>
                  <p:nvPr/>
                </p:nvCxnSpPr>
                <p:spPr>
                  <a:xfrm>
                    <a:off x="5463097" y="1507871"/>
                    <a:ext cx="0" cy="1455864"/>
                  </a:xfrm>
                  <a:prstGeom prst="line">
                    <a:avLst/>
                  </a:prstGeom>
                  <a:grpFill/>
                  <a:ln w="571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/>
                  </a:lnRef>
                  <a:fillRef idx="0">
                    <a:schemeClr val="accent1"/>
                  </a:fillRef>
                  <a:effectRef idx="1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  <p:cxnSp>
              <p:nvCxnSpPr>
                <p:cNvPr id="18" name="Straight Connector 17">
                  <a:extLst>
                    <a:ext uri="{FF2B5EF4-FFF2-40B4-BE49-F238E27FC236}">
                      <a16:creationId xmlns:a16="http://schemas.microsoft.com/office/drawing/2014/main" id="{458326AB-694F-CE1D-8DCD-84BF81CC13A8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85939" y="1587459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Connector 18">
                  <a:extLst>
                    <a:ext uri="{FF2B5EF4-FFF2-40B4-BE49-F238E27FC236}">
                      <a16:creationId xmlns:a16="http://schemas.microsoft.com/office/drawing/2014/main" id="{52EC553D-7831-B2A7-F0CF-3C193B430D8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9589" y="164460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0" name="Straight Connector 19">
                  <a:extLst>
                    <a:ext uri="{FF2B5EF4-FFF2-40B4-BE49-F238E27FC236}">
                      <a16:creationId xmlns:a16="http://schemas.microsoft.com/office/drawing/2014/main" id="{03EA2AB5-B3FD-598A-46E7-F43BA1A68E65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6414" y="2012898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1" name="Straight Connector 20">
                  <a:extLst>
                    <a:ext uri="{FF2B5EF4-FFF2-40B4-BE49-F238E27FC236}">
                      <a16:creationId xmlns:a16="http://schemas.microsoft.com/office/drawing/2014/main" id="{1AD70234-62A7-37AB-543F-D466D0D569EA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4479589" y="2439646"/>
                  <a:ext cx="988906" cy="0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  <p:cxnSp>
              <p:nvCxnSpPr>
                <p:cNvPr id="22" name="Straight Connector 21">
                  <a:extLst>
                    <a:ext uri="{FF2B5EF4-FFF2-40B4-BE49-F238E27FC236}">
                      <a16:creationId xmlns:a16="http://schemas.microsoft.com/office/drawing/2014/main" id="{60392319-DB93-E683-09F3-67ED0C2AF824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473239" y="2505075"/>
                  <a:ext cx="971886" cy="4481"/>
                </a:xfrm>
                <a:prstGeom prst="line">
                  <a:avLst/>
                </a:prstGeom>
                <a:grpFill/>
                <a:ln w="3175"/>
              </p:spPr>
              <p:style>
                <a:lnRef idx="2">
                  <a:schemeClr val="accent1"/>
                </a:lnRef>
                <a:fillRef idx="0">
                  <a:schemeClr val="accent1"/>
                </a:fillRef>
                <a:effectRef idx="1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979286EB-845F-873D-23A6-12D87635DFFC}"/>
                  </a:ext>
                </a:extLst>
              </p:cNvPr>
              <p:cNvSpPr txBox="1"/>
              <p:nvPr/>
            </p:nvSpPr>
            <p:spPr>
              <a:xfrm>
                <a:off x="4680857" y="335665"/>
                <a:ext cx="617477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NAP</a:t>
                </a:r>
              </a:p>
            </p:txBody>
          </p:sp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31FA4FD9-2F57-146B-3414-AAF9B456CEA4}"/>
                  </a:ext>
                </a:extLst>
              </p:cNvPr>
              <p:cNvSpPr txBox="1"/>
              <p:nvPr/>
            </p:nvSpPr>
            <p:spPr>
              <a:xfrm>
                <a:off x="5545266" y="599461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-0.4</a:t>
                </a:r>
              </a:p>
            </p:txBody>
          </p:sp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C7F8C7D1-716B-2E12-BFF7-912E083E7CED}"/>
                  </a:ext>
                </a:extLst>
              </p:cNvPr>
              <p:cNvSpPr txBox="1"/>
              <p:nvPr/>
            </p:nvSpPr>
            <p:spPr>
              <a:xfrm>
                <a:off x="5545265" y="1995149"/>
                <a:ext cx="575799" cy="369332"/>
              </a:xfrm>
              <a:prstGeom prst="rect">
                <a:avLst/>
              </a:prstGeom>
              <a:solidFill>
                <a:schemeClr val="bg1">
                  <a:alpha val="60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-3.0</a:t>
                </a:r>
              </a:p>
            </p:txBody>
          </p:sp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B0A56DA6-381F-BF10-96FC-63895930E642}"/>
                  </a:ext>
                </a:extLst>
              </p:cNvPr>
              <p:cNvSpPr txBox="1"/>
              <p:nvPr/>
            </p:nvSpPr>
            <p:spPr>
              <a:xfrm>
                <a:off x="5513925" y="3639475"/>
                <a:ext cx="575799" cy="369332"/>
              </a:xfrm>
              <a:prstGeom prst="rect">
                <a:avLst/>
              </a:prstGeom>
              <a:solidFill>
                <a:schemeClr val="bg1">
                  <a:alpha val="62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-6.0</a:t>
                </a:r>
              </a:p>
            </p:txBody>
          </p: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77BF8E86-C4A6-78BB-AC97-116B8F58C7DE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3104417" y="4439947"/>
                <a:ext cx="3657264" cy="0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38" name="TextBox 37">
                <a:extLst>
                  <a:ext uri="{FF2B5EF4-FFF2-40B4-BE49-F238E27FC236}">
                    <a16:creationId xmlns:a16="http://schemas.microsoft.com/office/drawing/2014/main" id="{FC586847-9ADF-E699-3E73-7D9ECFBD52B1}"/>
                  </a:ext>
                </a:extLst>
              </p:cNvPr>
              <p:cNvSpPr txBox="1"/>
              <p:nvPr/>
            </p:nvSpPr>
            <p:spPr>
              <a:xfrm>
                <a:off x="4614015" y="4192091"/>
                <a:ext cx="575799" cy="369332"/>
              </a:xfrm>
              <a:prstGeom prst="rect">
                <a:avLst/>
              </a:prstGeom>
              <a:solidFill>
                <a:schemeClr val="bg1">
                  <a:alpha val="64000"/>
                </a:schemeClr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-7.0</a:t>
                </a:r>
              </a:p>
            </p:txBody>
          </p:sp>
          <p:sp>
            <p:nvSpPr>
              <p:cNvPr id="39" name="TextBox 38">
                <a:extLst>
                  <a:ext uri="{FF2B5EF4-FFF2-40B4-BE49-F238E27FC236}">
                    <a16:creationId xmlns:a16="http://schemas.microsoft.com/office/drawing/2014/main" id="{90116466-CADB-000D-38E5-8889DAD25081}"/>
                  </a:ext>
                </a:extLst>
              </p:cNvPr>
              <p:cNvSpPr txBox="1"/>
              <p:nvPr/>
            </p:nvSpPr>
            <p:spPr>
              <a:xfrm>
                <a:off x="2475206" y="5630668"/>
                <a:ext cx="575799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-9.4</a:t>
                </a:r>
              </a:p>
            </p:txBody>
          </p:sp>
          <p:sp>
            <p:nvSpPr>
              <p:cNvPr id="40" name="TextBox 39">
                <a:extLst>
                  <a:ext uri="{FF2B5EF4-FFF2-40B4-BE49-F238E27FC236}">
                    <a16:creationId xmlns:a16="http://schemas.microsoft.com/office/drawing/2014/main" id="{7C4A7893-60B4-DB18-9D0B-E7735E3B614D}"/>
                  </a:ext>
                </a:extLst>
              </p:cNvPr>
              <p:cNvSpPr txBox="1"/>
              <p:nvPr/>
            </p:nvSpPr>
            <p:spPr>
              <a:xfrm>
                <a:off x="5522822" y="104717"/>
                <a:ext cx="620683" cy="369332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dirty="0"/>
                  <a:t>+0.6</a:t>
                </a:r>
              </a:p>
            </p:txBody>
          </p:sp>
          <p:cxnSp>
            <p:nvCxnSpPr>
              <p:cNvPr id="41" name="Straight Connector 40">
                <a:extLst>
                  <a:ext uri="{FF2B5EF4-FFF2-40B4-BE49-F238E27FC236}">
                    <a16:creationId xmlns:a16="http://schemas.microsoft.com/office/drawing/2014/main" id="{D1EADB9F-6D19-5734-E2D4-70FDD4F1A19F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279816" y="357781"/>
                <a:ext cx="496832" cy="2374"/>
              </a:xfrm>
              <a:prstGeom prst="line">
                <a:avLst/>
              </a:prstGeom>
              <a:solidFill>
                <a:srgbClr val="00B0F0"/>
              </a:solidFill>
              <a:ln w="3175"/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13" name="Group 12">
              <a:extLst>
                <a:ext uri="{FF2B5EF4-FFF2-40B4-BE49-F238E27FC236}">
                  <a16:creationId xmlns:a16="http://schemas.microsoft.com/office/drawing/2014/main" id="{E93ECB5A-33B2-9486-08D8-5FB6D8EF31AE}"/>
                </a:ext>
              </a:extLst>
            </p:cNvPr>
            <p:cNvGrpSpPr/>
            <p:nvPr/>
          </p:nvGrpSpPr>
          <p:grpSpPr>
            <a:xfrm>
              <a:off x="896472" y="1344704"/>
              <a:ext cx="80682" cy="3189402"/>
              <a:chOff x="1102660" y="1371599"/>
              <a:chExt cx="80682" cy="3189402"/>
            </a:xfrm>
          </p:grpSpPr>
          <p:sp>
            <p:nvSpPr>
              <p:cNvPr id="5" name="Rounded Rectangle 4">
                <a:extLst>
                  <a:ext uri="{FF2B5EF4-FFF2-40B4-BE49-F238E27FC236}">
                    <a16:creationId xmlns:a16="http://schemas.microsoft.com/office/drawing/2014/main" id="{80D6920F-9D30-0821-E7B5-3CB68C2D388D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C888E9BE-468C-FF3A-1A28-EFB52BE4A140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9" name="Group 8">
              <a:extLst>
                <a:ext uri="{FF2B5EF4-FFF2-40B4-BE49-F238E27FC236}">
                  <a16:creationId xmlns:a16="http://schemas.microsoft.com/office/drawing/2014/main" id="{C5481A49-2128-8745-FA5E-DB8EEC24C013}"/>
                </a:ext>
              </a:extLst>
            </p:cNvPr>
            <p:cNvGrpSpPr/>
            <p:nvPr/>
          </p:nvGrpSpPr>
          <p:grpSpPr>
            <a:xfrm>
              <a:off x="251012" y="206188"/>
              <a:ext cx="2868705" cy="1425388"/>
              <a:chOff x="251012" y="206188"/>
              <a:chExt cx="2868705" cy="1425388"/>
            </a:xfrm>
          </p:grpSpPr>
          <p:sp>
            <p:nvSpPr>
              <p:cNvPr id="7" name="Freeform 6">
                <a:extLst>
                  <a:ext uri="{FF2B5EF4-FFF2-40B4-BE49-F238E27FC236}">
                    <a16:creationId xmlns:a16="http://schemas.microsoft.com/office/drawing/2014/main" id="{443338E4-23F7-B4CF-621F-BB75BC0FC47D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Freeform 7">
                <a:extLst>
                  <a:ext uri="{FF2B5EF4-FFF2-40B4-BE49-F238E27FC236}">
                    <a16:creationId xmlns:a16="http://schemas.microsoft.com/office/drawing/2014/main" id="{E40CCD5D-3692-BEE1-C03B-99E5DAAFEBE1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07AACCB8-8AD4-D613-70BC-5689C67B684B}"/>
                </a:ext>
              </a:extLst>
            </p:cNvPr>
            <p:cNvGrpSpPr/>
            <p:nvPr/>
          </p:nvGrpSpPr>
          <p:grpSpPr>
            <a:xfrm flipH="1">
              <a:off x="6795239" y="224117"/>
              <a:ext cx="2868705" cy="1142735"/>
              <a:chOff x="251012" y="206188"/>
              <a:chExt cx="2868705" cy="1425388"/>
            </a:xfrm>
          </p:grpSpPr>
          <p:sp>
            <p:nvSpPr>
              <p:cNvPr id="11" name="Freeform 10">
                <a:extLst>
                  <a:ext uri="{FF2B5EF4-FFF2-40B4-BE49-F238E27FC236}">
                    <a16:creationId xmlns:a16="http://schemas.microsoft.com/office/drawing/2014/main" id="{0BE4288C-53B7-FA65-965D-3586E51E5701}"/>
                  </a:ext>
                </a:extLst>
              </p:cNvPr>
              <p:cNvSpPr/>
              <p:nvPr/>
            </p:nvSpPr>
            <p:spPr>
              <a:xfrm>
                <a:off x="1577788" y="206188"/>
                <a:ext cx="1541929" cy="1425388"/>
              </a:xfrm>
              <a:custGeom>
                <a:avLst/>
                <a:gdLst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  <a:gd name="csX0" fmla="*/ 1541929 w 1541929"/>
                  <a:gd name="csY0" fmla="*/ 170330 h 1425388"/>
                  <a:gd name="csX1" fmla="*/ 1066800 w 1541929"/>
                  <a:gd name="csY1" fmla="*/ 0 h 1425388"/>
                  <a:gd name="csX2" fmla="*/ 609600 w 1541929"/>
                  <a:gd name="csY2" fmla="*/ 0 h 1425388"/>
                  <a:gd name="csX3" fmla="*/ 0 w 1541929"/>
                  <a:gd name="csY3" fmla="*/ 1425388 h 1425388"/>
                  <a:gd name="csX4" fmla="*/ 1515035 w 1541929"/>
                  <a:gd name="csY4" fmla="*/ 1425388 h 1425388"/>
                  <a:gd name="csX5" fmla="*/ 1541929 w 1541929"/>
                  <a:gd name="csY5" fmla="*/ 170330 h 142538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</a:cxnLst>
                <a:rect l="l" t="t" r="r" b="b"/>
                <a:pathLst>
                  <a:path w="1541929" h="1425388">
                    <a:moveTo>
                      <a:pt x="1541929" y="170330"/>
                    </a:moveTo>
                    <a:lnTo>
                      <a:pt x="1066800" y="0"/>
                    </a:lnTo>
                    <a:lnTo>
                      <a:pt x="609600" y="0"/>
                    </a:lnTo>
                    <a:lnTo>
                      <a:pt x="0" y="1425388"/>
                    </a:lnTo>
                    <a:lnTo>
                      <a:pt x="1515035" y="1425388"/>
                    </a:lnTo>
                    <a:cubicBezTo>
                      <a:pt x="1518023" y="1016000"/>
                      <a:pt x="1521012" y="606612"/>
                      <a:pt x="1541929" y="170330"/>
                    </a:cubicBezTo>
                    <a:close/>
                  </a:path>
                </a:pathLst>
              </a:custGeom>
              <a:solidFill>
                <a:srgbClr val="AAFF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Freeform 11">
                <a:extLst>
                  <a:ext uri="{FF2B5EF4-FFF2-40B4-BE49-F238E27FC236}">
                    <a16:creationId xmlns:a16="http://schemas.microsoft.com/office/drawing/2014/main" id="{E47CFF11-E470-F9BC-048A-CDB23B074439}"/>
                  </a:ext>
                </a:extLst>
              </p:cNvPr>
              <p:cNvSpPr/>
              <p:nvPr/>
            </p:nvSpPr>
            <p:spPr>
              <a:xfrm>
                <a:off x="251012" y="233082"/>
                <a:ext cx="2859741" cy="1380565"/>
              </a:xfrm>
              <a:custGeom>
                <a:avLst/>
                <a:gdLst>
                  <a:gd name="csX0" fmla="*/ 0 w 2859741"/>
                  <a:gd name="csY0" fmla="*/ 1371600 h 1380565"/>
                  <a:gd name="csX1" fmla="*/ 1335741 w 2859741"/>
                  <a:gd name="csY1" fmla="*/ 1380565 h 1380565"/>
                  <a:gd name="csX2" fmla="*/ 1936376 w 2859741"/>
                  <a:gd name="csY2" fmla="*/ 0 h 1380565"/>
                  <a:gd name="csX3" fmla="*/ 2420470 w 2859741"/>
                  <a:gd name="csY3" fmla="*/ 0 h 1380565"/>
                  <a:gd name="csX4" fmla="*/ 2859741 w 2859741"/>
                  <a:gd name="csY4" fmla="*/ 170330 h 1380565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</a:cxnLst>
                <a:rect l="l" t="t" r="r" b="b"/>
                <a:pathLst>
                  <a:path w="2859741" h="1380565">
                    <a:moveTo>
                      <a:pt x="0" y="1371600"/>
                    </a:moveTo>
                    <a:lnTo>
                      <a:pt x="1335741" y="1380565"/>
                    </a:lnTo>
                    <a:lnTo>
                      <a:pt x="1936376" y="0"/>
                    </a:lnTo>
                    <a:lnTo>
                      <a:pt x="2420470" y="0"/>
                    </a:lnTo>
                    <a:lnTo>
                      <a:pt x="2859741" y="170330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BA1F93E1-C7AA-928E-E85A-2F941BCF1BB0}"/>
                </a:ext>
              </a:extLst>
            </p:cNvPr>
            <p:cNvGrpSpPr/>
            <p:nvPr/>
          </p:nvGrpSpPr>
          <p:grpSpPr>
            <a:xfrm>
              <a:off x="2985244" y="217715"/>
              <a:ext cx="80682" cy="4110202"/>
              <a:chOff x="2985244" y="217715"/>
              <a:chExt cx="80682" cy="4110202"/>
            </a:xfrm>
          </p:grpSpPr>
          <p:sp>
            <p:nvSpPr>
              <p:cNvPr id="51" name="Rounded Rectangle 50">
                <a:extLst>
                  <a:ext uri="{FF2B5EF4-FFF2-40B4-BE49-F238E27FC236}">
                    <a16:creationId xmlns:a16="http://schemas.microsoft.com/office/drawing/2014/main" id="{152F9BFC-5007-22CA-35EC-FF868F24ADA7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" name="Rectangle 51">
                <a:extLst>
                  <a:ext uri="{FF2B5EF4-FFF2-40B4-BE49-F238E27FC236}">
                    <a16:creationId xmlns:a16="http://schemas.microsoft.com/office/drawing/2014/main" id="{37BEAC30-D14B-6E19-0A5C-0A6BFDEDDF85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E6C74626-56C7-E5FA-6CFE-448B0DEE9692}"/>
                </a:ext>
              </a:extLst>
            </p:cNvPr>
            <p:cNvGrpSpPr/>
            <p:nvPr/>
          </p:nvGrpSpPr>
          <p:grpSpPr>
            <a:xfrm>
              <a:off x="3218327" y="226679"/>
              <a:ext cx="80682" cy="4110202"/>
              <a:chOff x="2985244" y="217715"/>
              <a:chExt cx="80682" cy="4110202"/>
            </a:xfrm>
          </p:grpSpPr>
          <p:sp>
            <p:nvSpPr>
              <p:cNvPr id="55" name="Rounded Rectangle 54">
                <a:extLst>
                  <a:ext uri="{FF2B5EF4-FFF2-40B4-BE49-F238E27FC236}">
                    <a16:creationId xmlns:a16="http://schemas.microsoft.com/office/drawing/2014/main" id="{EB04A56C-A080-005B-657C-5479FA22ABDB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6" name="Rectangle 55">
                <a:extLst>
                  <a:ext uri="{FF2B5EF4-FFF2-40B4-BE49-F238E27FC236}">
                    <a16:creationId xmlns:a16="http://schemas.microsoft.com/office/drawing/2014/main" id="{BD047A71-8B62-7A77-AB95-C016B5DB246F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57" name="Group 56">
              <a:extLst>
                <a:ext uri="{FF2B5EF4-FFF2-40B4-BE49-F238E27FC236}">
                  <a16:creationId xmlns:a16="http://schemas.microsoft.com/office/drawing/2014/main" id="{921D8CEA-814A-916F-CBA7-9F264D98166E}"/>
                </a:ext>
              </a:extLst>
            </p:cNvPr>
            <p:cNvGrpSpPr/>
            <p:nvPr/>
          </p:nvGrpSpPr>
          <p:grpSpPr>
            <a:xfrm>
              <a:off x="6615952" y="-69159"/>
              <a:ext cx="80682" cy="4110202"/>
              <a:chOff x="2985244" y="217715"/>
              <a:chExt cx="80682" cy="4110202"/>
            </a:xfrm>
          </p:grpSpPr>
          <p:sp>
            <p:nvSpPr>
              <p:cNvPr id="58" name="Rounded Rectangle 57">
                <a:extLst>
                  <a:ext uri="{FF2B5EF4-FFF2-40B4-BE49-F238E27FC236}">
                    <a16:creationId xmlns:a16="http://schemas.microsoft.com/office/drawing/2014/main" id="{D8DA5BD8-9B22-6BD2-6096-436B0732A19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9" name="Rectangle 58">
                <a:extLst>
                  <a:ext uri="{FF2B5EF4-FFF2-40B4-BE49-F238E27FC236}">
                    <a16:creationId xmlns:a16="http://schemas.microsoft.com/office/drawing/2014/main" id="{BE8BA8FC-A19B-EA05-EAB6-5519E132DE7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334BCF26-F070-C251-6209-404917ECC514}"/>
                </a:ext>
              </a:extLst>
            </p:cNvPr>
            <p:cNvGrpSpPr/>
            <p:nvPr/>
          </p:nvGrpSpPr>
          <p:grpSpPr>
            <a:xfrm>
              <a:off x="6866965" y="-42267"/>
              <a:ext cx="80682" cy="4110202"/>
              <a:chOff x="2985244" y="217715"/>
              <a:chExt cx="80682" cy="4110202"/>
            </a:xfrm>
          </p:grpSpPr>
          <p:sp>
            <p:nvSpPr>
              <p:cNvPr id="64" name="Rounded Rectangle 63">
                <a:extLst>
                  <a:ext uri="{FF2B5EF4-FFF2-40B4-BE49-F238E27FC236}">
                    <a16:creationId xmlns:a16="http://schemas.microsoft.com/office/drawing/2014/main" id="{DD29A74B-70B4-8488-BB87-706D0F68864E}"/>
                  </a:ext>
                </a:extLst>
              </p:cNvPr>
              <p:cNvSpPr/>
              <p:nvPr/>
            </p:nvSpPr>
            <p:spPr>
              <a:xfrm>
                <a:off x="2985244" y="3924199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4F0B0758-09AD-28A5-44EA-F1A2F028E8BD}"/>
                  </a:ext>
                </a:extLst>
              </p:cNvPr>
              <p:cNvSpPr/>
              <p:nvPr/>
            </p:nvSpPr>
            <p:spPr>
              <a:xfrm>
                <a:off x="2994210" y="217715"/>
                <a:ext cx="67644" cy="3706484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B1D981E9-523C-ADDC-C8EA-576E759304FD}"/>
                </a:ext>
              </a:extLst>
            </p:cNvPr>
            <p:cNvSpPr/>
            <p:nvPr/>
          </p:nvSpPr>
          <p:spPr>
            <a:xfrm>
              <a:off x="3379694" y="3227294"/>
              <a:ext cx="3218330" cy="1281953"/>
            </a:xfrm>
            <a:custGeom>
              <a:avLst/>
              <a:gdLst>
                <a:gd name="csX0" fmla="*/ 0 w 3218330"/>
                <a:gd name="csY0" fmla="*/ 0 h 1281953"/>
                <a:gd name="csX1" fmla="*/ 134471 w 3218330"/>
                <a:gd name="csY1" fmla="*/ 618565 h 1281953"/>
                <a:gd name="csX2" fmla="*/ 394447 w 3218330"/>
                <a:gd name="csY2" fmla="*/ 896471 h 1281953"/>
                <a:gd name="csX3" fmla="*/ 636494 w 3218330"/>
                <a:gd name="csY3" fmla="*/ 1039906 h 1281953"/>
                <a:gd name="csX4" fmla="*/ 860612 w 3218330"/>
                <a:gd name="csY4" fmla="*/ 995082 h 1281953"/>
                <a:gd name="csX5" fmla="*/ 1290918 w 3218330"/>
                <a:gd name="csY5" fmla="*/ 815788 h 1281953"/>
                <a:gd name="csX6" fmla="*/ 1550894 w 3218330"/>
                <a:gd name="csY6" fmla="*/ 824753 h 1281953"/>
                <a:gd name="csX7" fmla="*/ 1972235 w 3218330"/>
                <a:gd name="csY7" fmla="*/ 869577 h 1281953"/>
                <a:gd name="csX8" fmla="*/ 2196353 w 3218330"/>
                <a:gd name="csY8" fmla="*/ 968188 h 1281953"/>
                <a:gd name="csX9" fmla="*/ 2384612 w 3218330"/>
                <a:gd name="csY9" fmla="*/ 1147482 h 1281953"/>
                <a:gd name="csX10" fmla="*/ 2599765 w 3218330"/>
                <a:gd name="csY10" fmla="*/ 1156447 h 1281953"/>
                <a:gd name="csX11" fmla="*/ 2779059 w 3218330"/>
                <a:gd name="csY11" fmla="*/ 905435 h 1281953"/>
                <a:gd name="csX12" fmla="*/ 2940424 w 3218330"/>
                <a:gd name="csY12" fmla="*/ 609600 h 1281953"/>
                <a:gd name="csX13" fmla="*/ 3048000 w 3218330"/>
                <a:gd name="csY13" fmla="*/ 412377 h 1281953"/>
                <a:gd name="csX14" fmla="*/ 3218330 w 3218330"/>
                <a:gd name="csY14" fmla="*/ 277906 h 1281953"/>
                <a:gd name="csX15" fmla="*/ 3092824 w 3218330"/>
                <a:gd name="csY15" fmla="*/ 466165 h 1281953"/>
                <a:gd name="csX16" fmla="*/ 2886635 w 3218330"/>
                <a:gd name="csY16" fmla="*/ 833718 h 1281953"/>
                <a:gd name="csX17" fmla="*/ 2590800 w 3218330"/>
                <a:gd name="csY17" fmla="*/ 1281953 h 1281953"/>
                <a:gd name="csX18" fmla="*/ 2483224 w 3218330"/>
                <a:gd name="csY18" fmla="*/ 1228165 h 1281953"/>
                <a:gd name="csX19" fmla="*/ 2366682 w 3218330"/>
                <a:gd name="csY19" fmla="*/ 1272988 h 1281953"/>
                <a:gd name="csX20" fmla="*/ 2178424 w 3218330"/>
                <a:gd name="csY20" fmla="*/ 1013012 h 1281953"/>
                <a:gd name="csX21" fmla="*/ 2115671 w 3218330"/>
                <a:gd name="csY21" fmla="*/ 959224 h 1281953"/>
                <a:gd name="csX22" fmla="*/ 1801906 w 3218330"/>
                <a:gd name="csY22" fmla="*/ 887506 h 1281953"/>
                <a:gd name="csX23" fmla="*/ 1640541 w 3218330"/>
                <a:gd name="csY23" fmla="*/ 869577 h 1281953"/>
                <a:gd name="csX24" fmla="*/ 1434353 w 3218330"/>
                <a:gd name="csY24" fmla="*/ 869577 h 1281953"/>
                <a:gd name="csX25" fmla="*/ 1192306 w 3218330"/>
                <a:gd name="csY25" fmla="*/ 923365 h 1281953"/>
                <a:gd name="csX26" fmla="*/ 1004047 w 3218330"/>
                <a:gd name="csY26" fmla="*/ 1004047 h 1281953"/>
                <a:gd name="csX27" fmla="*/ 699247 w 3218330"/>
                <a:gd name="csY27" fmla="*/ 1138518 h 1281953"/>
                <a:gd name="csX28" fmla="*/ 484094 w 3218330"/>
                <a:gd name="csY28" fmla="*/ 1057835 h 1281953"/>
                <a:gd name="csX29" fmla="*/ 107577 w 3218330"/>
                <a:gd name="csY29" fmla="*/ 681318 h 1281953"/>
                <a:gd name="csX30" fmla="*/ 0 w 3218330"/>
                <a:gd name="csY30" fmla="*/ 0 h 128195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  <a:cxn ang="0">
                  <a:pos x="csX11" y="csY11"/>
                </a:cxn>
                <a:cxn ang="0">
                  <a:pos x="csX12" y="csY12"/>
                </a:cxn>
                <a:cxn ang="0">
                  <a:pos x="csX13" y="csY13"/>
                </a:cxn>
                <a:cxn ang="0">
                  <a:pos x="csX14" y="csY14"/>
                </a:cxn>
                <a:cxn ang="0">
                  <a:pos x="csX15" y="csY15"/>
                </a:cxn>
                <a:cxn ang="0">
                  <a:pos x="csX16" y="csY16"/>
                </a:cxn>
                <a:cxn ang="0">
                  <a:pos x="csX17" y="csY17"/>
                </a:cxn>
                <a:cxn ang="0">
                  <a:pos x="csX18" y="csY18"/>
                </a:cxn>
                <a:cxn ang="0">
                  <a:pos x="csX19" y="csY19"/>
                </a:cxn>
                <a:cxn ang="0">
                  <a:pos x="csX20" y="csY20"/>
                </a:cxn>
                <a:cxn ang="0">
                  <a:pos x="csX21" y="csY21"/>
                </a:cxn>
                <a:cxn ang="0">
                  <a:pos x="csX22" y="csY22"/>
                </a:cxn>
                <a:cxn ang="0">
                  <a:pos x="csX23" y="csY23"/>
                </a:cxn>
                <a:cxn ang="0">
                  <a:pos x="csX24" y="csY24"/>
                </a:cxn>
                <a:cxn ang="0">
                  <a:pos x="csX25" y="csY25"/>
                </a:cxn>
                <a:cxn ang="0">
                  <a:pos x="csX26" y="csY26"/>
                </a:cxn>
                <a:cxn ang="0">
                  <a:pos x="csX27" y="csY27"/>
                </a:cxn>
                <a:cxn ang="0">
                  <a:pos x="csX28" y="csY28"/>
                </a:cxn>
                <a:cxn ang="0">
                  <a:pos x="csX29" y="csY29"/>
                </a:cxn>
                <a:cxn ang="0">
                  <a:pos x="csX30" y="csY30"/>
                </a:cxn>
              </a:cxnLst>
              <a:rect l="l" t="t" r="r" b="b"/>
              <a:pathLst>
                <a:path w="3218330" h="1281953">
                  <a:moveTo>
                    <a:pt x="0" y="0"/>
                  </a:moveTo>
                  <a:lnTo>
                    <a:pt x="134471" y="618565"/>
                  </a:lnTo>
                  <a:lnTo>
                    <a:pt x="394447" y="896471"/>
                  </a:lnTo>
                  <a:lnTo>
                    <a:pt x="636494" y="1039906"/>
                  </a:lnTo>
                  <a:lnTo>
                    <a:pt x="860612" y="995082"/>
                  </a:lnTo>
                  <a:lnTo>
                    <a:pt x="1290918" y="815788"/>
                  </a:lnTo>
                  <a:lnTo>
                    <a:pt x="1550894" y="824753"/>
                  </a:lnTo>
                  <a:lnTo>
                    <a:pt x="1972235" y="869577"/>
                  </a:lnTo>
                  <a:lnTo>
                    <a:pt x="2196353" y="968188"/>
                  </a:lnTo>
                  <a:lnTo>
                    <a:pt x="2384612" y="1147482"/>
                  </a:lnTo>
                  <a:lnTo>
                    <a:pt x="2599765" y="1156447"/>
                  </a:lnTo>
                  <a:lnTo>
                    <a:pt x="2779059" y="905435"/>
                  </a:lnTo>
                  <a:lnTo>
                    <a:pt x="2940424" y="609600"/>
                  </a:lnTo>
                  <a:lnTo>
                    <a:pt x="3048000" y="412377"/>
                  </a:lnTo>
                  <a:lnTo>
                    <a:pt x="3218330" y="277906"/>
                  </a:lnTo>
                  <a:lnTo>
                    <a:pt x="3092824" y="466165"/>
                  </a:lnTo>
                  <a:lnTo>
                    <a:pt x="2886635" y="833718"/>
                  </a:lnTo>
                  <a:lnTo>
                    <a:pt x="2590800" y="1281953"/>
                  </a:lnTo>
                  <a:lnTo>
                    <a:pt x="2483224" y="1228165"/>
                  </a:lnTo>
                  <a:lnTo>
                    <a:pt x="2366682" y="1272988"/>
                  </a:lnTo>
                  <a:lnTo>
                    <a:pt x="2178424" y="1013012"/>
                  </a:lnTo>
                  <a:lnTo>
                    <a:pt x="2115671" y="959224"/>
                  </a:lnTo>
                  <a:lnTo>
                    <a:pt x="1801906" y="887506"/>
                  </a:lnTo>
                  <a:lnTo>
                    <a:pt x="1640541" y="869577"/>
                  </a:lnTo>
                  <a:lnTo>
                    <a:pt x="1434353" y="869577"/>
                  </a:lnTo>
                  <a:lnTo>
                    <a:pt x="1192306" y="923365"/>
                  </a:lnTo>
                  <a:lnTo>
                    <a:pt x="1004047" y="1004047"/>
                  </a:lnTo>
                  <a:lnTo>
                    <a:pt x="699247" y="1138518"/>
                  </a:lnTo>
                  <a:lnTo>
                    <a:pt x="484094" y="1057835"/>
                  </a:lnTo>
                  <a:lnTo>
                    <a:pt x="107577" y="681318"/>
                  </a:lnTo>
                  <a:lnTo>
                    <a:pt x="0" y="0"/>
                  </a:lnTo>
                  <a:close/>
                </a:path>
              </a:pathLst>
            </a:cu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cxnSp>
          <p:nvCxnSpPr>
            <p:cNvPr id="68" name="Straight Arrow Connector 67">
              <a:extLst>
                <a:ext uri="{FF2B5EF4-FFF2-40B4-BE49-F238E27FC236}">
                  <a16:creationId xmlns:a16="http://schemas.microsoft.com/office/drawing/2014/main" id="{E92040D7-629A-09E8-85B1-4295D772330B}"/>
                </a:ext>
              </a:extLst>
            </p:cNvPr>
            <p:cNvCxnSpPr>
              <a:cxnSpLocks/>
            </p:cNvCxnSpPr>
            <p:nvPr/>
          </p:nvCxnSpPr>
          <p:spPr>
            <a:xfrm>
              <a:off x="3160559" y="5396751"/>
              <a:ext cx="3601122" cy="0"/>
            </a:xfrm>
            <a:prstGeom prst="straightConnector1">
              <a:avLst/>
            </a:prstGeom>
            <a:ln>
              <a:headEnd type="triangle"/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92BEDC8-09B2-026B-B5C7-E9D8501C7B22}"/>
                </a:ext>
              </a:extLst>
            </p:cNvPr>
            <p:cNvSpPr txBox="1"/>
            <p:nvPr/>
          </p:nvSpPr>
          <p:spPr>
            <a:xfrm>
              <a:off x="4492322" y="5121740"/>
              <a:ext cx="79861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100 m</a:t>
              </a:r>
            </a:p>
          </p:txBody>
        </p:sp>
        <p:sp>
          <p:nvSpPr>
            <p:cNvPr id="72" name="Rounded Rectangle 71">
              <a:extLst>
                <a:ext uri="{FF2B5EF4-FFF2-40B4-BE49-F238E27FC236}">
                  <a16:creationId xmlns:a16="http://schemas.microsoft.com/office/drawing/2014/main" id="{ED9D0D90-B013-6976-AAD5-1D9B8C600DE3}"/>
                </a:ext>
              </a:extLst>
            </p:cNvPr>
            <p:cNvSpPr/>
            <p:nvPr/>
          </p:nvSpPr>
          <p:spPr>
            <a:xfrm>
              <a:off x="3361766" y="5301225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CD81923A-AD06-A42F-FB16-F18EB2E42FC4}"/>
                </a:ext>
              </a:extLst>
            </p:cNvPr>
            <p:cNvSpPr/>
            <p:nvPr/>
          </p:nvSpPr>
          <p:spPr>
            <a:xfrm>
              <a:off x="3370732" y="245678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5" name="Rounded Rectangle 74">
              <a:extLst>
                <a:ext uri="{FF2B5EF4-FFF2-40B4-BE49-F238E27FC236}">
                  <a16:creationId xmlns:a16="http://schemas.microsoft.com/office/drawing/2014/main" id="{CEA14DF0-EC11-BCE3-1156-7D8213CA656A}"/>
                </a:ext>
              </a:extLst>
            </p:cNvPr>
            <p:cNvSpPr/>
            <p:nvPr/>
          </p:nvSpPr>
          <p:spPr>
            <a:xfrm>
              <a:off x="6484439" y="5346038"/>
              <a:ext cx="75185" cy="568623"/>
            </a:xfrm>
            <a:prstGeom prst="roundRect">
              <a:avLst/>
            </a:prstGeom>
            <a:pattFill prst="ltHorz">
              <a:fgClr>
                <a:schemeClr val="accent1"/>
              </a:fgClr>
              <a:bgClr>
                <a:schemeClr val="bg1"/>
              </a:bgClr>
            </a:patt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4" name="Rectangle 73">
              <a:extLst>
                <a:ext uri="{FF2B5EF4-FFF2-40B4-BE49-F238E27FC236}">
                  <a16:creationId xmlns:a16="http://schemas.microsoft.com/office/drawing/2014/main" id="{B19244DE-E233-C271-ACD1-1C58B665CAA2}"/>
                </a:ext>
              </a:extLst>
            </p:cNvPr>
            <p:cNvSpPr/>
            <p:nvPr/>
          </p:nvSpPr>
          <p:spPr>
            <a:xfrm>
              <a:off x="6484439" y="217714"/>
              <a:ext cx="63035" cy="5220452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9F13AEA0-63B1-D5B0-6B29-F85E29F257E2}"/>
                </a:ext>
              </a:extLst>
            </p:cNvPr>
            <p:cNvGrpSpPr/>
            <p:nvPr/>
          </p:nvGrpSpPr>
          <p:grpSpPr>
            <a:xfrm>
              <a:off x="8884023" y="1219198"/>
              <a:ext cx="80682" cy="3189402"/>
              <a:chOff x="1102660" y="1371599"/>
              <a:chExt cx="80682" cy="3189402"/>
            </a:xfrm>
          </p:grpSpPr>
          <p:sp>
            <p:nvSpPr>
              <p:cNvPr id="77" name="Rounded Rectangle 76">
                <a:extLst>
                  <a:ext uri="{FF2B5EF4-FFF2-40B4-BE49-F238E27FC236}">
                    <a16:creationId xmlns:a16="http://schemas.microsoft.com/office/drawing/2014/main" id="{B925147F-A41A-B7DB-580B-B75D534EDE5B}"/>
                  </a:ext>
                </a:extLst>
              </p:cNvPr>
              <p:cNvSpPr/>
              <p:nvPr/>
            </p:nvSpPr>
            <p:spPr>
              <a:xfrm>
                <a:off x="1102660" y="4157283"/>
                <a:ext cx="80682" cy="403718"/>
              </a:xfrm>
              <a:prstGeom prst="roundRect">
                <a:avLst/>
              </a:prstGeom>
              <a:pattFill prst="ltHorz">
                <a:fgClr>
                  <a:schemeClr val="accent1"/>
                </a:fgClr>
                <a:bgClr>
                  <a:schemeClr val="bg1"/>
                </a:bgClr>
              </a:patt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Rectangle 77">
                <a:extLst>
                  <a:ext uri="{FF2B5EF4-FFF2-40B4-BE49-F238E27FC236}">
                    <a16:creationId xmlns:a16="http://schemas.microsoft.com/office/drawing/2014/main" id="{24FDF4C5-A35C-4B2E-799E-A7517E24ECC8}"/>
                  </a:ext>
                </a:extLst>
              </p:cNvPr>
              <p:cNvSpPr/>
              <p:nvPr/>
            </p:nvSpPr>
            <p:spPr>
              <a:xfrm>
                <a:off x="1102660" y="1371599"/>
                <a:ext cx="80657" cy="2785683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2" name="Group 81">
              <a:extLst>
                <a:ext uri="{FF2B5EF4-FFF2-40B4-BE49-F238E27FC236}">
                  <a16:creationId xmlns:a16="http://schemas.microsoft.com/office/drawing/2014/main" id="{B48D191E-2134-F9F6-9FF2-048FD8D73671}"/>
                </a:ext>
              </a:extLst>
            </p:cNvPr>
            <p:cNvGrpSpPr/>
            <p:nvPr/>
          </p:nvGrpSpPr>
          <p:grpSpPr>
            <a:xfrm>
              <a:off x="1308847" y="1580606"/>
              <a:ext cx="235836" cy="578031"/>
              <a:chOff x="1308847" y="1580606"/>
              <a:chExt cx="235836" cy="578031"/>
            </a:xfrm>
          </p:grpSpPr>
          <p:sp>
            <p:nvSpPr>
              <p:cNvPr id="79" name="Freeform 78">
                <a:extLst>
                  <a:ext uri="{FF2B5EF4-FFF2-40B4-BE49-F238E27FC236}">
                    <a16:creationId xmlns:a16="http://schemas.microsoft.com/office/drawing/2014/main" id="{F5E85070-C64F-F687-A31A-AB834F341118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0" name="Freeform 79">
                <a:extLst>
                  <a:ext uri="{FF2B5EF4-FFF2-40B4-BE49-F238E27FC236}">
                    <a16:creationId xmlns:a16="http://schemas.microsoft.com/office/drawing/2014/main" id="{F7EF66F5-B1B0-08D5-905F-7E51119E57B4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1" name="Freeform 80">
                <a:extLst>
                  <a:ext uri="{FF2B5EF4-FFF2-40B4-BE49-F238E27FC236}">
                    <a16:creationId xmlns:a16="http://schemas.microsoft.com/office/drawing/2014/main" id="{5F2012D8-B5FB-86FA-CB21-0CB0F4C72D6A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83" name="Group 82">
              <a:extLst>
                <a:ext uri="{FF2B5EF4-FFF2-40B4-BE49-F238E27FC236}">
                  <a16:creationId xmlns:a16="http://schemas.microsoft.com/office/drawing/2014/main" id="{C1B8C39B-6092-98DC-893E-F1FB04E7B53C}"/>
                </a:ext>
              </a:extLst>
            </p:cNvPr>
            <p:cNvGrpSpPr/>
            <p:nvPr/>
          </p:nvGrpSpPr>
          <p:grpSpPr>
            <a:xfrm>
              <a:off x="8630683" y="1308935"/>
              <a:ext cx="235836" cy="578031"/>
              <a:chOff x="1308847" y="1580606"/>
              <a:chExt cx="235836" cy="578031"/>
            </a:xfrm>
          </p:grpSpPr>
          <p:sp>
            <p:nvSpPr>
              <p:cNvPr id="84" name="Freeform 83">
                <a:extLst>
                  <a:ext uri="{FF2B5EF4-FFF2-40B4-BE49-F238E27FC236}">
                    <a16:creationId xmlns:a16="http://schemas.microsoft.com/office/drawing/2014/main" id="{B1604B96-B82D-C281-B951-957C52C72731}"/>
                  </a:ext>
                </a:extLst>
              </p:cNvPr>
              <p:cNvSpPr/>
              <p:nvPr/>
            </p:nvSpPr>
            <p:spPr>
              <a:xfrm>
                <a:off x="1308847" y="1580606"/>
                <a:ext cx="233082" cy="570923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37882">
                    <a:moveTo>
                      <a:pt x="0" y="0"/>
                    </a:moveTo>
                    <a:lnTo>
                      <a:pt x="89647" y="537882"/>
                    </a:lnTo>
                    <a:lnTo>
                      <a:pt x="149966" y="537050"/>
                    </a:lnTo>
                    <a:cubicBezTo>
                      <a:pt x="179848" y="363732"/>
                      <a:pt x="203200" y="174086"/>
                      <a:pt x="233082" y="768"/>
                    </a:cubicBezTo>
                  </a:path>
                </a:pathLst>
              </a:cu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5" name="Freeform 84">
                <a:extLst>
                  <a:ext uri="{FF2B5EF4-FFF2-40B4-BE49-F238E27FC236}">
                    <a16:creationId xmlns:a16="http://schemas.microsoft.com/office/drawing/2014/main" id="{9CB7FDC3-EC39-B23F-BCD7-C88B9D910628}"/>
                  </a:ext>
                </a:extLst>
              </p:cNvPr>
              <p:cNvSpPr/>
              <p:nvPr/>
            </p:nvSpPr>
            <p:spPr>
              <a:xfrm>
                <a:off x="1364553" y="1938877"/>
                <a:ext cx="131145" cy="210394"/>
              </a:xfrm>
              <a:custGeom>
                <a:avLst/>
                <a:gdLst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26894 h 546847"/>
                  <a:gd name="csX0" fmla="*/ 0 w 233082"/>
                  <a:gd name="csY0" fmla="*/ 0 h 546847"/>
                  <a:gd name="csX1" fmla="*/ 89647 w 233082"/>
                  <a:gd name="csY1" fmla="*/ 537882 h 546847"/>
                  <a:gd name="csX2" fmla="*/ 143435 w 233082"/>
                  <a:gd name="csY2" fmla="*/ 546847 h 546847"/>
                  <a:gd name="csX3" fmla="*/ 233082 w 233082"/>
                  <a:gd name="csY3" fmla="*/ 768 h 546847"/>
                  <a:gd name="csX0" fmla="*/ 0 w 233082"/>
                  <a:gd name="csY0" fmla="*/ 0 h 537882"/>
                  <a:gd name="csX1" fmla="*/ 89647 w 233082"/>
                  <a:gd name="csY1" fmla="*/ 537882 h 537882"/>
                  <a:gd name="csX2" fmla="*/ 149966 w 233082"/>
                  <a:gd name="csY2" fmla="*/ 537050 h 537882"/>
                  <a:gd name="csX3" fmla="*/ 233082 w 233082"/>
                  <a:gd name="csY3" fmla="*/ 768 h 537882"/>
                  <a:gd name="csX0" fmla="*/ 0 w 233082"/>
                  <a:gd name="csY0" fmla="*/ 0 h 546483"/>
                  <a:gd name="csX1" fmla="*/ 60625 w 233082"/>
                  <a:gd name="csY1" fmla="*/ 546483 h 546483"/>
                  <a:gd name="csX2" fmla="*/ 149966 w 233082"/>
                  <a:gd name="csY2" fmla="*/ 537050 h 546483"/>
                  <a:gd name="csX3" fmla="*/ 233082 w 233082"/>
                  <a:gd name="csY3" fmla="*/ 768 h 546483"/>
                  <a:gd name="csX0" fmla="*/ 0 w 233082"/>
                  <a:gd name="csY0" fmla="*/ 0 h 554257"/>
                  <a:gd name="csX1" fmla="*/ 60625 w 233082"/>
                  <a:gd name="csY1" fmla="*/ 546483 h 554257"/>
                  <a:gd name="csX2" fmla="*/ 178987 w 233082"/>
                  <a:gd name="csY2" fmla="*/ 554257 h 554257"/>
                  <a:gd name="csX3" fmla="*/ 233082 w 233082"/>
                  <a:gd name="csY3" fmla="*/ 768 h 554257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33082" h="554257">
                    <a:moveTo>
                      <a:pt x="0" y="0"/>
                    </a:moveTo>
                    <a:lnTo>
                      <a:pt x="60625" y="546483"/>
                    </a:lnTo>
                    <a:lnTo>
                      <a:pt x="178987" y="554257"/>
                    </a:lnTo>
                    <a:cubicBezTo>
                      <a:pt x="208869" y="380939"/>
                      <a:pt x="203200" y="174086"/>
                      <a:pt x="233082" y="768"/>
                    </a:cubicBezTo>
                  </a:path>
                </a:pathLst>
              </a:custGeom>
              <a:solidFill>
                <a:srgbClr val="00B0F0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6" name="Freeform 85">
                <a:extLst>
                  <a:ext uri="{FF2B5EF4-FFF2-40B4-BE49-F238E27FC236}">
                    <a16:creationId xmlns:a16="http://schemas.microsoft.com/office/drawing/2014/main" id="{A5416557-4C5F-B08E-057D-96BDA8116B4B}"/>
                  </a:ext>
                </a:extLst>
              </p:cNvPr>
              <p:cNvSpPr/>
              <p:nvPr/>
            </p:nvSpPr>
            <p:spPr>
              <a:xfrm>
                <a:off x="1319349" y="1613263"/>
                <a:ext cx="225334" cy="545374"/>
              </a:xfrm>
              <a:custGeom>
                <a:avLst/>
                <a:gdLst>
                  <a:gd name="csX0" fmla="*/ 0 w 225334"/>
                  <a:gd name="csY0" fmla="*/ 0 h 545374"/>
                  <a:gd name="csX1" fmla="*/ 71845 w 225334"/>
                  <a:gd name="csY1" fmla="*/ 542108 h 545374"/>
                  <a:gd name="csX2" fmla="*/ 143691 w 225334"/>
                  <a:gd name="csY2" fmla="*/ 545374 h 545374"/>
                  <a:gd name="csX3" fmla="*/ 225334 w 225334"/>
                  <a:gd name="csY3" fmla="*/ 6531 h 545374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225334" h="545374">
                    <a:moveTo>
                      <a:pt x="0" y="0"/>
                    </a:moveTo>
                    <a:lnTo>
                      <a:pt x="71845" y="542108"/>
                    </a:lnTo>
                    <a:lnTo>
                      <a:pt x="143691" y="545374"/>
                    </a:lnTo>
                    <a:lnTo>
                      <a:pt x="225334" y="6531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D4DDFF0B-EE83-4BD1-BA10-236D24BA5876}"/>
                </a:ext>
              </a:extLst>
            </p:cNvPr>
            <p:cNvSpPr txBox="1"/>
            <p:nvPr/>
          </p:nvSpPr>
          <p:spPr>
            <a:xfrm>
              <a:off x="6967621" y="3700395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EFE49F54-26A6-914D-4AD6-F3F512DB8DE8}"/>
                </a:ext>
              </a:extLst>
            </p:cNvPr>
            <p:cNvSpPr txBox="1"/>
            <p:nvPr/>
          </p:nvSpPr>
          <p:spPr>
            <a:xfrm>
              <a:off x="8590546" y="4061339"/>
              <a:ext cx="34336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C6B3F1D7-7C1B-7547-2AD1-4DB9C9361A41}"/>
                </a:ext>
              </a:extLst>
            </p:cNvPr>
            <p:cNvSpPr txBox="1"/>
            <p:nvPr/>
          </p:nvSpPr>
          <p:spPr>
            <a:xfrm>
              <a:off x="6192243" y="5652187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0" name="TextBox 89">
              <a:extLst>
                <a:ext uri="{FF2B5EF4-FFF2-40B4-BE49-F238E27FC236}">
                  <a16:creationId xmlns:a16="http://schemas.microsoft.com/office/drawing/2014/main" id="{3CFAC78E-544E-04D8-9A1F-2F57045B5E5F}"/>
                </a:ext>
              </a:extLst>
            </p:cNvPr>
            <p:cNvSpPr txBox="1"/>
            <p:nvPr/>
          </p:nvSpPr>
          <p:spPr>
            <a:xfrm>
              <a:off x="3403581" y="5457013"/>
              <a:ext cx="324128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B</a:t>
              </a:r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84EF2104-3426-DBE1-24EF-72B32D32DBFD}"/>
                </a:ext>
              </a:extLst>
            </p:cNvPr>
            <p:cNvSpPr txBox="1"/>
            <p:nvPr/>
          </p:nvSpPr>
          <p:spPr>
            <a:xfrm>
              <a:off x="2679006" y="39998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C</a:t>
              </a:r>
            </a:p>
          </p:txBody>
        </p:sp>
        <p:sp>
          <p:nvSpPr>
            <p:cNvPr id="92" name="TextBox 91">
              <a:extLst>
                <a:ext uri="{FF2B5EF4-FFF2-40B4-BE49-F238E27FC236}">
                  <a16:creationId xmlns:a16="http://schemas.microsoft.com/office/drawing/2014/main" id="{E3C81B3F-CA68-EE27-B2BB-891F795D0DC6}"/>
                </a:ext>
              </a:extLst>
            </p:cNvPr>
            <p:cNvSpPr txBox="1"/>
            <p:nvPr/>
          </p:nvSpPr>
          <p:spPr>
            <a:xfrm>
              <a:off x="580165" y="4152257"/>
              <a:ext cx="344966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D</a:t>
              </a:r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D411BB71-EED1-1213-9F68-052385F79B80}"/>
                </a:ext>
              </a:extLst>
            </p:cNvPr>
            <p:cNvSpPr txBox="1"/>
            <p:nvPr/>
          </p:nvSpPr>
          <p:spPr>
            <a:xfrm>
              <a:off x="3526562" y="4205731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4" name="Freeform 93">
              <a:extLst>
                <a:ext uri="{FF2B5EF4-FFF2-40B4-BE49-F238E27FC236}">
                  <a16:creationId xmlns:a16="http://schemas.microsoft.com/office/drawing/2014/main" id="{3180B804-F9D2-6FE4-5922-99A042D2DBBF}"/>
                </a:ext>
              </a:extLst>
            </p:cNvPr>
            <p:cNvSpPr/>
            <p:nvPr/>
          </p:nvSpPr>
          <p:spPr>
            <a:xfrm>
              <a:off x="3299326" y="4342063"/>
              <a:ext cx="491958" cy="149726"/>
            </a:xfrm>
            <a:custGeom>
              <a:avLst/>
              <a:gdLst>
                <a:gd name="csX0" fmla="*/ 491958 w 491958"/>
                <a:gd name="csY0" fmla="*/ 149726 h 149726"/>
                <a:gd name="csX1" fmla="*/ 267369 w 491958"/>
                <a:gd name="csY1" fmla="*/ 149726 h 149726"/>
                <a:gd name="csX2" fmla="*/ 0 w 491958"/>
                <a:gd name="csY2" fmla="*/ 0 h 14972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91958" h="149726">
                  <a:moveTo>
                    <a:pt x="491958" y="149726"/>
                  </a:moveTo>
                  <a:lnTo>
                    <a:pt x="267369" y="149726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49C9AACA-73C1-B683-E1F8-6F30732817DB}"/>
                </a:ext>
              </a:extLst>
            </p:cNvPr>
            <p:cNvSpPr txBox="1"/>
            <p:nvPr/>
          </p:nvSpPr>
          <p:spPr>
            <a:xfrm>
              <a:off x="6841960" y="4130854"/>
              <a:ext cx="32092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dirty="0"/>
                <a:t>A</a:t>
              </a:r>
            </a:p>
          </p:txBody>
        </p:sp>
        <p:sp>
          <p:nvSpPr>
            <p:cNvPr id="96" name="Freeform 95">
              <a:extLst>
                <a:ext uri="{FF2B5EF4-FFF2-40B4-BE49-F238E27FC236}">
                  <a16:creationId xmlns:a16="http://schemas.microsoft.com/office/drawing/2014/main" id="{5F337C38-124F-88BE-2493-7AE6B46CA327}"/>
                </a:ext>
              </a:extLst>
            </p:cNvPr>
            <p:cNvSpPr/>
            <p:nvPr/>
          </p:nvSpPr>
          <p:spPr>
            <a:xfrm>
              <a:off x="6668167" y="4058653"/>
              <a:ext cx="443832" cy="374315"/>
            </a:xfrm>
            <a:custGeom>
              <a:avLst/>
              <a:gdLst>
                <a:gd name="csX0" fmla="*/ 443832 w 443832"/>
                <a:gd name="csY0" fmla="*/ 368968 h 374315"/>
                <a:gd name="csX1" fmla="*/ 224589 w 443832"/>
                <a:gd name="csY1" fmla="*/ 374315 h 374315"/>
                <a:gd name="csX2" fmla="*/ 0 w 443832"/>
                <a:gd name="csY2" fmla="*/ 0 h 37431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443832" h="374315">
                  <a:moveTo>
                    <a:pt x="443832" y="368968"/>
                  </a:moveTo>
                  <a:lnTo>
                    <a:pt x="224589" y="374315"/>
                  </a:lnTo>
                  <a:lnTo>
                    <a:pt x="0" y="0"/>
                  </a:lnTo>
                </a:path>
              </a:pathLst>
            </a:custGeom>
            <a:noFill/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389A3A5D-9DA7-02F6-F8E7-C94D4D794D83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620211" y="5914661"/>
              <a:ext cx="4177248" cy="0"/>
            </a:xfrm>
            <a:prstGeom prst="line">
              <a:avLst/>
            </a:prstGeom>
            <a:ln w="6350">
              <a:prstDash val="dash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1263825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1671</TotalTime>
  <Words>88</Words>
  <Application>Microsoft Macintosh PowerPoint</Application>
  <PresentationFormat>On-screen Show (4:3)</PresentationFormat>
  <Paragraphs>47</Paragraphs>
  <Slides>15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Plaatjes RWS-ARK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Theo Olsthoorn</dc:creator>
  <cp:lastModifiedBy>Theo Olsthoorn</cp:lastModifiedBy>
  <cp:revision>6</cp:revision>
  <dcterms:created xsi:type="dcterms:W3CDTF">2026-04-18T15:34:43Z</dcterms:created>
  <dcterms:modified xsi:type="dcterms:W3CDTF">2026-06-17T21:48:02Z</dcterms:modified>
</cp:coreProperties>
</file>