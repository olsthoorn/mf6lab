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6" r:id="rId12"/>
    <p:sldId id="267" r:id="rId13"/>
    <p:sldId id="269" r:id="rId14"/>
    <p:sldId id="268" r:id="rId15"/>
    <p:sldId id="265" r:id="rId16"/>
    <p:sldId id="270" r:id="rId17"/>
    <p:sldId id="272" r:id="rId18"/>
    <p:sldId id="273" r:id="rId19"/>
    <p:sldId id="277" r:id="rId20"/>
    <p:sldId id="278" r:id="rId21"/>
    <p:sldId id="274" r:id="rId22"/>
    <p:sldId id="275" r:id="rId23"/>
    <p:sldId id="276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51"/>
    <a:srgbClr val="0191C9"/>
    <a:srgbClr val="C64100"/>
    <a:srgbClr val="AAFFF5"/>
    <a:srgbClr val="D18228"/>
    <a:srgbClr val="982F0B"/>
    <a:srgbClr val="941100"/>
    <a:srgbClr val="FFFF50"/>
    <a:srgbClr val="29F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/>
    <p:restoredTop sz="94674"/>
  </p:normalViewPr>
  <p:slideViewPr>
    <p:cSldViewPr showGuides="1">
      <p:cViewPr varScale="1">
        <p:scale>
          <a:sx n="149" d="100"/>
          <a:sy n="149" d="100"/>
        </p:scale>
        <p:origin x="79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8E2FE-21FC-6D40-83CF-D5B3B52CADA7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F6948-008A-8C42-9496-ED1ACA90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5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30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42A95-B408-9E2D-C774-8B25EA81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E172B-2953-AE92-9BE5-EC79A2298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A55B8-97AB-D575-472C-4C0E9AAE0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590CB-A363-031E-D367-7A1C062CF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45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9D988-02FC-C60A-DD09-9ABD40CD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C85ED-1BBD-6E33-1A2C-348E60023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0B601-75EC-ADDA-2FC5-D24BA1038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26285-D60C-E486-E031-8AA7EF7B1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25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6146-9CC3-FD1F-D053-674626A8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7AB55-1A03-088B-1F51-4774E40BC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3304B-D4A4-DD71-5266-9654A8D88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064F6-1D08-EEDB-89FB-5EE2811EA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27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593E-F302-30A3-833D-B67803FEB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202D6-4D02-064B-89C8-905BE7B82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69B18-9FDC-694D-DBD6-9696968C2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08747-1B1F-4134-45A9-2F0C59EC6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45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48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0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A2AFF-9C84-4369-3E08-C3021ECA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BAA38-B859-6072-62A0-A09FE915B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252DF-C4BF-8C58-140D-DF24AECB6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5897E-65DA-C40A-C436-6C3AA3269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32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43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29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FF6948-008A-8C42-9496-ED1ACA90CE0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98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0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0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7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9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67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4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4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3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9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8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8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F225C-868F-9540-9455-9F5B5C0F2A40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35D18-E74E-B348-A6F0-71E75C46C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1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4" Type="http://schemas.openxmlformats.org/officeDocument/2006/relationships/image" Target="../media/image2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8.emf"/><Relationship Id="rId3" Type="http://schemas.openxmlformats.org/officeDocument/2006/relationships/image" Target="../media/image1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7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19" Type="http://schemas.openxmlformats.org/officeDocument/2006/relationships/image" Target="../media/image19.emf"/><Relationship Id="rId4" Type="http://schemas.openxmlformats.org/officeDocument/2006/relationships/image" Target="../media/image2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14.emf"/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12" Type="http://schemas.openxmlformats.org/officeDocument/2006/relationships/image" Target="../media/image1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5" Type="http://schemas.openxmlformats.org/officeDocument/2006/relationships/image" Target="../media/image5.emf"/><Relationship Id="rId10" Type="http://schemas.openxmlformats.org/officeDocument/2006/relationships/image" Target="../media/image11.emf"/><Relationship Id="rId4" Type="http://schemas.openxmlformats.org/officeDocument/2006/relationships/image" Target="../media/image2.emf"/><Relationship Id="rId9" Type="http://schemas.openxmlformats.org/officeDocument/2006/relationships/image" Target="../media/image10.emf"/><Relationship Id="rId14" Type="http://schemas.openxmlformats.org/officeDocument/2006/relationships/image" Target="../media/image2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14.emf"/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12" Type="http://schemas.openxmlformats.org/officeDocument/2006/relationships/image" Target="../media/image13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5" Type="http://schemas.openxmlformats.org/officeDocument/2006/relationships/image" Target="../media/image5.emf"/><Relationship Id="rId15" Type="http://schemas.openxmlformats.org/officeDocument/2006/relationships/image" Target="../media/image21.emf"/><Relationship Id="rId10" Type="http://schemas.openxmlformats.org/officeDocument/2006/relationships/image" Target="../media/image11.emf"/><Relationship Id="rId4" Type="http://schemas.openxmlformats.org/officeDocument/2006/relationships/image" Target="../media/image2.emf"/><Relationship Id="rId9" Type="http://schemas.openxmlformats.org/officeDocument/2006/relationships/image" Target="../media/image10.emf"/><Relationship Id="rId14" Type="http://schemas.openxmlformats.org/officeDocument/2006/relationships/image" Target="../media/image20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14.emf"/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12" Type="http://schemas.openxmlformats.org/officeDocument/2006/relationships/image" Target="../media/image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5" Type="http://schemas.openxmlformats.org/officeDocument/2006/relationships/image" Target="../media/image5.emf"/><Relationship Id="rId10" Type="http://schemas.openxmlformats.org/officeDocument/2006/relationships/image" Target="../media/image11.emf"/><Relationship Id="rId4" Type="http://schemas.openxmlformats.org/officeDocument/2006/relationships/image" Target="../media/image2.emf"/><Relationship Id="rId9" Type="http://schemas.openxmlformats.org/officeDocument/2006/relationships/image" Target="../media/image10.emf"/><Relationship Id="rId1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image" Target="../media/image34.emf"/><Relationship Id="rId18" Type="http://schemas.openxmlformats.org/officeDocument/2006/relationships/image" Target="../media/image39.emf"/><Relationship Id="rId3" Type="http://schemas.openxmlformats.org/officeDocument/2006/relationships/image" Target="../media/image24.emf"/><Relationship Id="rId21" Type="http://schemas.openxmlformats.org/officeDocument/2006/relationships/image" Target="../media/image42.emf"/><Relationship Id="rId7" Type="http://schemas.openxmlformats.org/officeDocument/2006/relationships/image" Target="../media/image28.emf"/><Relationship Id="rId12" Type="http://schemas.openxmlformats.org/officeDocument/2006/relationships/image" Target="../media/image33.emf"/><Relationship Id="rId17" Type="http://schemas.openxmlformats.org/officeDocument/2006/relationships/image" Target="../media/image38.emf"/><Relationship Id="rId2" Type="http://schemas.openxmlformats.org/officeDocument/2006/relationships/image" Target="../media/image23.emf"/><Relationship Id="rId16" Type="http://schemas.openxmlformats.org/officeDocument/2006/relationships/image" Target="../media/image37.emf"/><Relationship Id="rId20" Type="http://schemas.openxmlformats.org/officeDocument/2006/relationships/image" Target="../media/image4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emf"/><Relationship Id="rId11" Type="http://schemas.openxmlformats.org/officeDocument/2006/relationships/image" Target="../media/image32.emf"/><Relationship Id="rId5" Type="http://schemas.openxmlformats.org/officeDocument/2006/relationships/image" Target="../media/image26.emf"/><Relationship Id="rId15" Type="http://schemas.openxmlformats.org/officeDocument/2006/relationships/image" Target="../media/image36.emf"/><Relationship Id="rId10" Type="http://schemas.openxmlformats.org/officeDocument/2006/relationships/image" Target="../media/image31.emf"/><Relationship Id="rId19" Type="http://schemas.openxmlformats.org/officeDocument/2006/relationships/image" Target="../media/image40.emf"/><Relationship Id="rId4" Type="http://schemas.openxmlformats.org/officeDocument/2006/relationships/image" Target="../media/image25.emf"/><Relationship Id="rId9" Type="http://schemas.openxmlformats.org/officeDocument/2006/relationships/image" Target="../media/image30.emf"/><Relationship Id="rId14" Type="http://schemas.openxmlformats.org/officeDocument/2006/relationships/image" Target="../media/image35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4.emf"/><Relationship Id="rId7" Type="http://schemas.openxmlformats.org/officeDocument/2006/relationships/image" Target="../media/image48.emf"/><Relationship Id="rId12" Type="http://schemas.openxmlformats.org/officeDocument/2006/relationships/image" Target="../media/image53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emf"/><Relationship Id="rId11" Type="http://schemas.openxmlformats.org/officeDocument/2006/relationships/image" Target="../media/image52.emf"/><Relationship Id="rId5" Type="http://schemas.openxmlformats.org/officeDocument/2006/relationships/image" Target="../media/image46.emf"/><Relationship Id="rId10" Type="http://schemas.openxmlformats.org/officeDocument/2006/relationships/image" Target="../media/image51.emf"/><Relationship Id="rId4" Type="http://schemas.openxmlformats.org/officeDocument/2006/relationships/image" Target="../media/image45.emf"/><Relationship Id="rId9" Type="http://schemas.openxmlformats.org/officeDocument/2006/relationships/image" Target="../media/image5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image" Target="../media/image65.png"/><Relationship Id="rId7" Type="http://schemas.openxmlformats.org/officeDocument/2006/relationships/image" Target="../media/image6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10" Type="http://schemas.openxmlformats.org/officeDocument/2006/relationships/image" Target="../media/image72.emf"/><Relationship Id="rId4" Type="http://schemas.openxmlformats.org/officeDocument/2006/relationships/image" Target="../media/image66.emf"/><Relationship Id="rId9" Type="http://schemas.openxmlformats.org/officeDocument/2006/relationships/image" Target="../media/image71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DD0B-70A4-C362-43EB-981C42C326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Plaatjes</a:t>
            </a:r>
            <a:r>
              <a:rPr lang="en-US" dirty="0"/>
              <a:t> RWS-ARK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9D8D2-FCE7-44FB-90CC-9492EEDEB6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T.N.Olsthoorn</a:t>
            </a:r>
            <a:endParaRPr lang="en-US" dirty="0"/>
          </a:p>
          <a:p>
            <a:r>
              <a:rPr lang="en-US" dirty="0"/>
              <a:t>18 </a:t>
            </a:r>
            <a:r>
              <a:rPr lang="en-US" dirty="0" err="1"/>
              <a:t>april</a:t>
            </a:r>
            <a:r>
              <a:rPr lang="en-US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01780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6C42FC8C-2B6D-A92F-B7D0-0C151622E85E}"/>
              </a:ext>
            </a:extLst>
          </p:cNvPr>
          <p:cNvGrpSpPr/>
          <p:nvPr/>
        </p:nvGrpSpPr>
        <p:grpSpPr>
          <a:xfrm>
            <a:off x="-3" y="1056904"/>
            <a:ext cx="9189710" cy="5801096"/>
            <a:chOff x="-3" y="1056904"/>
            <a:chExt cx="9189710" cy="580109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2E8484C-5D85-FE69-AC94-B65B646C485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491580"/>
              <a:ext cx="918970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ECAAF2A-A366-045C-8A35-210C4BB27ACA}"/>
                </a:ext>
              </a:extLst>
            </p:cNvPr>
            <p:cNvSpPr/>
            <p:nvPr/>
          </p:nvSpPr>
          <p:spPr>
            <a:xfrm>
              <a:off x="-3" y="1491580"/>
              <a:ext cx="9143991" cy="452540"/>
            </a:xfrm>
            <a:prstGeom prst="rect">
              <a:avLst/>
            </a:prstGeom>
            <a:solidFill>
              <a:srgbClr val="92D05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58D7BB-8598-F5BD-67B0-161B74B9C857}"/>
                </a:ext>
              </a:extLst>
            </p:cNvPr>
            <p:cNvSpPr/>
            <p:nvPr/>
          </p:nvSpPr>
          <p:spPr>
            <a:xfrm>
              <a:off x="-1" y="1959428"/>
              <a:ext cx="9143991" cy="1469572"/>
            </a:xfrm>
            <a:prstGeom prst="rect">
              <a:avLst/>
            </a:prstGeom>
            <a:solidFill>
              <a:srgbClr val="9411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3B7AA63-2AE6-B15C-A300-2338A21C0EEB}"/>
                </a:ext>
              </a:extLst>
            </p:cNvPr>
            <p:cNvSpPr/>
            <p:nvPr/>
          </p:nvSpPr>
          <p:spPr>
            <a:xfrm>
              <a:off x="-2" y="3429000"/>
              <a:ext cx="9143991" cy="3429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5ABB1F9-0985-F545-E848-FD192165EDF2}"/>
                </a:ext>
              </a:extLst>
            </p:cNvPr>
            <p:cNvSpPr/>
            <p:nvPr/>
          </p:nvSpPr>
          <p:spPr>
            <a:xfrm flipH="1">
              <a:off x="2543102" y="1056904"/>
              <a:ext cx="45719" cy="5801096"/>
            </a:xfrm>
            <a:custGeom>
              <a:avLst/>
              <a:gdLst>
                <a:gd name="csX0" fmla="*/ 0 w 0"/>
                <a:gd name="csY0" fmla="*/ 0 h 4845132"/>
                <a:gd name="csX1" fmla="*/ 0 w 0"/>
                <a:gd name="csY1" fmla="*/ 4845132 h 48451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h="4845132">
                  <a:moveTo>
                    <a:pt x="0" y="0"/>
                  </a:moveTo>
                  <a:lnTo>
                    <a:pt x="0" y="4845132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EDF2126-0DAE-B5B7-E5C2-869BB0ECAF8A}"/>
                </a:ext>
              </a:extLst>
            </p:cNvPr>
            <p:cNvCxnSpPr>
              <a:cxnSpLocks/>
            </p:cNvCxnSpPr>
            <p:nvPr/>
          </p:nvCxnSpPr>
          <p:spPr>
            <a:xfrm>
              <a:off x="2588821" y="1959429"/>
              <a:ext cx="1745673" cy="14695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B96F4DA-E191-4BCB-9594-84AA7D5DD89D}"/>
                </a:ext>
              </a:extLst>
            </p:cNvPr>
            <p:cNvCxnSpPr>
              <a:cxnSpLocks/>
            </p:cNvCxnSpPr>
            <p:nvPr/>
          </p:nvCxnSpPr>
          <p:spPr>
            <a:xfrm>
              <a:off x="4334494" y="3429000"/>
              <a:ext cx="1656602" cy="3429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E4E53F4-C8D2-A466-A651-4BF3922B3F66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1959429"/>
              <a:ext cx="1282535" cy="152004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86BF3C3-E7CB-BD3D-F6A7-0B66FFA0CD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959429"/>
              <a:ext cx="9144000" cy="0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9F62F6-6B25-2DCE-3659-92F60004DB88}"/>
                </a:ext>
              </a:extLst>
            </p:cNvPr>
            <p:cNvCxnSpPr>
              <a:cxnSpLocks/>
            </p:cNvCxnSpPr>
            <p:nvPr/>
          </p:nvCxnSpPr>
          <p:spPr>
            <a:xfrm>
              <a:off x="2588820" y="1531917"/>
              <a:ext cx="154380" cy="42751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054DE1C-B3F6-8F1A-2C40-AE1023FE664E}"/>
                </a:ext>
              </a:extLst>
            </p:cNvPr>
            <p:cNvCxnSpPr>
              <a:cxnSpLocks/>
            </p:cNvCxnSpPr>
            <p:nvPr/>
          </p:nvCxnSpPr>
          <p:spPr>
            <a:xfrm>
              <a:off x="4025735" y="3476501"/>
              <a:ext cx="3598223" cy="33814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04470D-CA2A-597F-7658-47F72775BC37}"/>
                </a:ext>
              </a:extLst>
            </p:cNvPr>
            <p:cNvSpPr/>
            <p:nvPr/>
          </p:nvSpPr>
          <p:spPr>
            <a:xfrm>
              <a:off x="1805049" y="1469572"/>
              <a:ext cx="213756" cy="774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361DD72-5CE8-14BA-6C12-39D262BEF149}"/>
                </a:ext>
              </a:extLst>
            </p:cNvPr>
            <p:cNvSpPr/>
            <p:nvPr/>
          </p:nvSpPr>
          <p:spPr>
            <a:xfrm>
              <a:off x="1805039" y="1947553"/>
              <a:ext cx="213756" cy="43379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4389718-4651-63DB-3505-2ABF609CAFEB}"/>
                </a:ext>
              </a:extLst>
            </p:cNvPr>
            <p:cNvCxnSpPr>
              <a:cxnSpLocks/>
            </p:cNvCxnSpPr>
            <p:nvPr/>
          </p:nvCxnSpPr>
          <p:spPr>
            <a:xfrm>
              <a:off x="2588820" y="5544457"/>
              <a:ext cx="2781466" cy="0"/>
            </a:xfrm>
            <a:prstGeom prst="straightConnector1">
              <a:avLst/>
            </a:prstGeom>
            <a:ln w="349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D475873-C2A4-C8F7-7463-9ED857C7AD71}"/>
                </a:ext>
              </a:extLst>
            </p:cNvPr>
            <p:cNvCxnSpPr>
              <a:cxnSpLocks/>
            </p:cNvCxnSpPr>
            <p:nvPr/>
          </p:nvCxnSpPr>
          <p:spPr>
            <a:xfrm>
              <a:off x="2588820" y="6190343"/>
              <a:ext cx="4334494" cy="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878E5B3-F996-82FB-E2DF-CE0F87E30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99115" y="5264149"/>
              <a:ext cx="355600" cy="1905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C2A4E0C-829E-0838-CFDB-6D2419A07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7052" y="5917290"/>
              <a:ext cx="266700" cy="1905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0D8B373-A173-A721-7F9C-71824D455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05650" y="1570268"/>
              <a:ext cx="1638300" cy="2921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FF6935D7-3AB2-07F1-88AF-EF7C4CE18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02565" y="2034724"/>
              <a:ext cx="2857500" cy="292100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16F51721-9AA4-57B6-2551-A2EF36E5E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10549" y="3503385"/>
              <a:ext cx="647700" cy="22860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B091C77-EB41-475F-A5EA-7B2BD00F4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33779" y="3082471"/>
              <a:ext cx="3327400" cy="228600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49" name="Right Brace 48">
              <a:extLst>
                <a:ext uri="{FF2B5EF4-FFF2-40B4-BE49-F238E27FC236}">
                  <a16:creationId xmlns:a16="http://schemas.microsoft.com/office/drawing/2014/main" id="{B707ED5F-EF81-5677-9FB4-C2D9FE36E269}"/>
                </a:ext>
              </a:extLst>
            </p:cNvPr>
            <p:cNvSpPr/>
            <p:nvPr/>
          </p:nvSpPr>
          <p:spPr>
            <a:xfrm>
              <a:off x="4921085" y="2427279"/>
              <a:ext cx="376630" cy="1597136"/>
            </a:xfrm>
            <a:prstGeom prst="rightBrace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6EDD563-67A4-B943-DB32-6DA156AE1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3118" y="2411968"/>
              <a:ext cx="1635776" cy="1531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9446E39-6277-01A5-603A-A66B500743BB}"/>
                </a:ext>
              </a:extLst>
            </p:cNvPr>
            <p:cNvCxnSpPr>
              <a:cxnSpLocks/>
            </p:cNvCxnSpPr>
            <p:nvPr/>
          </p:nvCxnSpPr>
          <p:spPr>
            <a:xfrm>
              <a:off x="4603752" y="4030312"/>
              <a:ext cx="268514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165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33603-5314-77F8-CC63-907FB3E4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4266F492-56AF-F14B-033F-B85DE09543A4}"/>
              </a:ext>
            </a:extLst>
          </p:cNvPr>
          <p:cNvGrpSpPr/>
          <p:nvPr/>
        </p:nvGrpSpPr>
        <p:grpSpPr>
          <a:xfrm>
            <a:off x="-3" y="616688"/>
            <a:ext cx="7825564" cy="6294475"/>
            <a:chOff x="-3" y="616688"/>
            <a:chExt cx="7825564" cy="62944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033B05-02B6-6B44-6047-6FA6EECD9D41}"/>
                </a:ext>
              </a:extLst>
            </p:cNvPr>
            <p:cNvSpPr/>
            <p:nvPr/>
          </p:nvSpPr>
          <p:spPr>
            <a:xfrm>
              <a:off x="-2" y="4869726"/>
              <a:ext cx="7825563" cy="19982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84A50E-A9E8-414A-8B3E-687BE1C537AE}"/>
                </a:ext>
              </a:extLst>
            </p:cNvPr>
            <p:cNvSpPr/>
            <p:nvPr/>
          </p:nvSpPr>
          <p:spPr>
            <a:xfrm>
              <a:off x="-3" y="3121662"/>
              <a:ext cx="7825563" cy="1756917"/>
            </a:xfrm>
            <a:prstGeom prst="rect">
              <a:avLst/>
            </a:prstGeom>
            <a:solidFill>
              <a:srgbClr val="9411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2DF78836-2FC6-D2C1-829A-F6C1C2172768}"/>
                </a:ext>
              </a:extLst>
            </p:cNvPr>
            <p:cNvSpPr/>
            <p:nvPr/>
          </p:nvSpPr>
          <p:spPr>
            <a:xfrm>
              <a:off x="691117" y="3136604"/>
              <a:ext cx="4104168" cy="2647507"/>
            </a:xfrm>
            <a:custGeom>
              <a:avLst/>
              <a:gdLst>
                <a:gd name="csX0" fmla="*/ 0 w 3710763"/>
                <a:gd name="csY0" fmla="*/ 0 h 2264734"/>
                <a:gd name="csX1" fmla="*/ 1084521 w 3710763"/>
                <a:gd name="csY1" fmla="*/ 1084520 h 2264734"/>
                <a:gd name="csX2" fmla="*/ 3710763 w 3710763"/>
                <a:gd name="csY2" fmla="*/ 2264734 h 2264734"/>
                <a:gd name="csX3" fmla="*/ 3115340 w 3710763"/>
                <a:gd name="csY3" fmla="*/ 1669311 h 2264734"/>
                <a:gd name="csX4" fmla="*/ 0 w 3710763"/>
                <a:gd name="csY4" fmla="*/ 0 h 2264734"/>
                <a:gd name="csX0" fmla="*/ 0 w 3710763"/>
                <a:gd name="csY0" fmla="*/ 0 h 2264734"/>
                <a:gd name="csX1" fmla="*/ 1605516 w 3710763"/>
                <a:gd name="csY1" fmla="*/ 1648046 h 2264734"/>
                <a:gd name="csX2" fmla="*/ 3710763 w 3710763"/>
                <a:gd name="csY2" fmla="*/ 2264734 h 2264734"/>
                <a:gd name="csX3" fmla="*/ 3115340 w 3710763"/>
                <a:gd name="csY3" fmla="*/ 1669311 h 2264734"/>
                <a:gd name="csX4" fmla="*/ 0 w 3710763"/>
                <a:gd name="csY4" fmla="*/ 0 h 2264734"/>
                <a:gd name="csX0" fmla="*/ 0 w 4008475"/>
                <a:gd name="csY0" fmla="*/ 0 h 2573079"/>
                <a:gd name="csX1" fmla="*/ 1605516 w 4008475"/>
                <a:gd name="csY1" fmla="*/ 1648046 h 2573079"/>
                <a:gd name="csX2" fmla="*/ 4008475 w 4008475"/>
                <a:gd name="csY2" fmla="*/ 2573079 h 2573079"/>
                <a:gd name="csX3" fmla="*/ 3115340 w 4008475"/>
                <a:gd name="csY3" fmla="*/ 1669311 h 2573079"/>
                <a:gd name="csX4" fmla="*/ 0 w 4008475"/>
                <a:gd name="csY4" fmla="*/ 0 h 2573079"/>
                <a:gd name="csX0" fmla="*/ 0 w 4125433"/>
                <a:gd name="csY0" fmla="*/ 0 h 2636874"/>
                <a:gd name="csX1" fmla="*/ 1722474 w 4125433"/>
                <a:gd name="csY1" fmla="*/ 1711841 h 2636874"/>
                <a:gd name="csX2" fmla="*/ 4125433 w 4125433"/>
                <a:gd name="csY2" fmla="*/ 2636874 h 2636874"/>
                <a:gd name="csX3" fmla="*/ 3232298 w 4125433"/>
                <a:gd name="csY3" fmla="*/ 1733106 h 2636874"/>
                <a:gd name="csX4" fmla="*/ 0 w 4125433"/>
                <a:gd name="csY4" fmla="*/ 0 h 2636874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3211033 w 4104168"/>
                <a:gd name="csY3" fmla="*/ 1743739 h 2647507"/>
                <a:gd name="csX4" fmla="*/ 0 w 4104168"/>
                <a:gd name="csY4" fmla="*/ 0 h 2647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04168" h="2647507">
                  <a:moveTo>
                    <a:pt x="0" y="0"/>
                  </a:moveTo>
                  <a:lnTo>
                    <a:pt x="1701209" y="1722474"/>
                  </a:lnTo>
                  <a:lnTo>
                    <a:pt x="4104168" y="2647507"/>
                  </a:lnTo>
                  <a:lnTo>
                    <a:pt x="3211033" y="1743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A66B9F9-0944-A750-44BC-C293A2AC4011}"/>
                </a:ext>
              </a:extLst>
            </p:cNvPr>
            <p:cNvCxnSpPr>
              <a:cxnSpLocks/>
            </p:cNvCxnSpPr>
            <p:nvPr/>
          </p:nvCxnSpPr>
          <p:spPr>
            <a:xfrm>
              <a:off x="-1" y="3121660"/>
              <a:ext cx="7825557" cy="43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7DC5211-4FC9-0013-A044-6679B12B55E1}"/>
                </a:ext>
              </a:extLst>
            </p:cNvPr>
            <p:cNvCxnSpPr>
              <a:cxnSpLocks/>
            </p:cNvCxnSpPr>
            <p:nvPr/>
          </p:nvCxnSpPr>
          <p:spPr>
            <a:xfrm>
              <a:off x="304773" y="6267466"/>
              <a:ext cx="4968976" cy="0"/>
            </a:xfrm>
            <a:prstGeom prst="straightConnector1">
              <a:avLst/>
            </a:prstGeom>
            <a:ln w="34925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8005AA3-525E-68EB-1D7D-7547AE313408}"/>
                </a:ext>
              </a:extLst>
            </p:cNvPr>
            <p:cNvCxnSpPr>
              <a:cxnSpLocks/>
            </p:cNvCxnSpPr>
            <p:nvPr/>
          </p:nvCxnSpPr>
          <p:spPr>
            <a:xfrm>
              <a:off x="304773" y="6581339"/>
              <a:ext cx="6585125" cy="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53686B8-2A8F-7F38-68C4-247E261CA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0384" y="6053091"/>
              <a:ext cx="271956" cy="14569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62641DD-DD6E-65ED-E184-80F041C99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1789" y="6393116"/>
              <a:ext cx="203967" cy="14569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1972957-2BAA-4A59-ACB8-9FD7C03E5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03811" y="3615187"/>
              <a:ext cx="2185364" cy="22339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4F88415-D611-9F5D-6BF3-E1EC60085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92434" y="4993572"/>
              <a:ext cx="495349" cy="174829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B7F1690-5D56-6EA8-5EA0-D7F797C9D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07020" y="4235733"/>
              <a:ext cx="2544735" cy="174829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E4D949D-389B-8F57-2303-799FD8E1CB32}"/>
                </a:ext>
              </a:extLst>
            </p:cNvPr>
            <p:cNvSpPr/>
            <p:nvPr/>
          </p:nvSpPr>
          <p:spPr>
            <a:xfrm>
              <a:off x="6" y="2750108"/>
              <a:ext cx="7825550" cy="367217"/>
            </a:xfrm>
            <a:prstGeom prst="rect">
              <a:avLst/>
            </a:prstGeom>
            <a:solidFill>
              <a:srgbClr val="00B0F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9E39C2C-5373-9D24-D764-F3E5C734E5BE}"/>
                </a:ext>
              </a:extLst>
            </p:cNvPr>
            <p:cNvSpPr/>
            <p:nvPr/>
          </p:nvSpPr>
          <p:spPr>
            <a:xfrm>
              <a:off x="308999" y="2761550"/>
              <a:ext cx="4130847" cy="4138979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01340" h="5411972">
                  <a:moveTo>
                    <a:pt x="0" y="0"/>
                  </a:moveTo>
                  <a:lnTo>
                    <a:pt x="5401340" y="5411972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38FA731-65E9-836F-804D-0EA0147529E7}"/>
                </a:ext>
              </a:extLst>
            </p:cNvPr>
            <p:cNvSpPr/>
            <p:nvPr/>
          </p:nvSpPr>
          <p:spPr>
            <a:xfrm>
              <a:off x="261738" y="1233389"/>
              <a:ext cx="5638316" cy="5649416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01340" h="5411972">
                  <a:moveTo>
                    <a:pt x="0" y="0"/>
                  </a:moveTo>
                  <a:lnTo>
                    <a:pt x="5401340" y="5411972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41FBD40-1B7C-8485-A701-8DE8B7D73EAA}"/>
                </a:ext>
              </a:extLst>
            </p:cNvPr>
            <p:cNvCxnSpPr>
              <a:cxnSpLocks/>
            </p:cNvCxnSpPr>
            <p:nvPr/>
          </p:nvCxnSpPr>
          <p:spPr>
            <a:xfrm>
              <a:off x="261738" y="616688"/>
              <a:ext cx="0" cy="62661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D812F49-E34E-C98D-0A76-50F1039BEB86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>
              <a:off x="261738" y="1233389"/>
              <a:ext cx="2294450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7E21A70-2434-BDCB-C25A-041147D6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1578" y="879986"/>
              <a:ext cx="177800" cy="29210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FCF569A-BE74-6E71-F2CB-704870881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718552" y="2836229"/>
              <a:ext cx="1981200" cy="228600"/>
            </a:xfrm>
            <a:prstGeom prst="rect">
              <a:avLst/>
            </a:prstGeom>
          </p:spPr>
        </p:pic>
        <p:sp>
          <p:nvSpPr>
            <p:cNvPr id="70" name="Right Brace 69">
              <a:extLst>
                <a:ext uri="{FF2B5EF4-FFF2-40B4-BE49-F238E27FC236}">
                  <a16:creationId xmlns:a16="http://schemas.microsoft.com/office/drawing/2014/main" id="{8FD35FA4-7C22-E8F3-4653-9353A317A1C6}"/>
                </a:ext>
              </a:extLst>
            </p:cNvPr>
            <p:cNvSpPr/>
            <p:nvPr/>
          </p:nvSpPr>
          <p:spPr>
            <a:xfrm>
              <a:off x="4873391" y="3127935"/>
              <a:ext cx="443600" cy="2685702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E9A9B9B3-65F4-8F48-F150-6157B27A537C}"/>
                </a:ext>
              </a:extLst>
            </p:cNvPr>
            <p:cNvSpPr/>
            <p:nvPr/>
          </p:nvSpPr>
          <p:spPr>
            <a:xfrm>
              <a:off x="296258" y="2746587"/>
              <a:ext cx="7253923" cy="4128347"/>
            </a:xfrm>
            <a:custGeom>
              <a:avLst/>
              <a:gdLst>
                <a:gd name="csX0" fmla="*/ 0 w 5092995"/>
                <a:gd name="csY0" fmla="*/ 0 h 4912242"/>
                <a:gd name="csX1" fmla="*/ 1456661 w 5092995"/>
                <a:gd name="csY1" fmla="*/ 1499191 h 4912242"/>
                <a:gd name="csX2" fmla="*/ 5092995 w 5092995"/>
                <a:gd name="csY2" fmla="*/ 4912242 h 4912242"/>
                <a:gd name="csX0" fmla="*/ 0 w 5092995"/>
                <a:gd name="csY0" fmla="*/ 0 h 4912242"/>
                <a:gd name="csX1" fmla="*/ 1998922 w 5092995"/>
                <a:gd name="csY1" fmla="*/ 1977656 h 4912242"/>
                <a:gd name="csX2" fmla="*/ 5092995 w 5092995"/>
                <a:gd name="csY2" fmla="*/ 4912242 h 4912242"/>
                <a:gd name="csX0" fmla="*/ 0 w 6602818"/>
                <a:gd name="csY0" fmla="*/ 0 h 4401879"/>
                <a:gd name="csX1" fmla="*/ 1998922 w 6602818"/>
                <a:gd name="csY1" fmla="*/ 1977656 h 4401879"/>
                <a:gd name="csX2" fmla="*/ 6602818 w 6602818"/>
                <a:gd name="csY2" fmla="*/ 4401879 h 4401879"/>
                <a:gd name="csX0" fmla="*/ 0 w 8442251"/>
                <a:gd name="csY0" fmla="*/ 0 h 5411972"/>
                <a:gd name="csX1" fmla="*/ 1998922 w 8442251"/>
                <a:gd name="csY1" fmla="*/ 1977656 h 5411972"/>
                <a:gd name="csX2" fmla="*/ 8442251 w 8442251"/>
                <a:gd name="csY2" fmla="*/ 5411972 h 5411972"/>
                <a:gd name="csX0" fmla="*/ 0 w 9484956"/>
                <a:gd name="csY0" fmla="*/ 0 h 5398070"/>
                <a:gd name="csX1" fmla="*/ 1998922 w 9484956"/>
                <a:gd name="csY1" fmla="*/ 1977656 h 5398070"/>
                <a:gd name="csX2" fmla="*/ 9484956 w 9484956"/>
                <a:gd name="csY2" fmla="*/ 5398070 h 5398070"/>
                <a:gd name="csX0" fmla="*/ 0 w 9484956"/>
                <a:gd name="csY0" fmla="*/ 0 h 5398070"/>
                <a:gd name="csX1" fmla="*/ 2763571 w 9484956"/>
                <a:gd name="csY1" fmla="*/ 2770112 h 5398070"/>
                <a:gd name="csX2" fmla="*/ 9484956 w 9484956"/>
                <a:gd name="csY2" fmla="*/ 5398070 h 5398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484956" h="5398070">
                  <a:moveTo>
                    <a:pt x="0" y="0"/>
                  </a:moveTo>
                  <a:lnTo>
                    <a:pt x="2763571" y="2770112"/>
                  </a:lnTo>
                  <a:lnTo>
                    <a:pt x="9484956" y="5398070"/>
                  </a:lnTo>
                </a:path>
              </a:pathLst>
            </a:cu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C7C51C4-679C-2510-CF66-184473F1BBBC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>
              <a:off x="2409787" y="4865119"/>
              <a:ext cx="1492360" cy="13278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B4B70F7C-FF39-B5EE-478C-96EDA5CB9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733373">
              <a:off x="572209" y="1997888"/>
              <a:ext cx="1473200" cy="22860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ADA2D3CD-A678-DECE-1869-2D463F683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36388" y="2493775"/>
              <a:ext cx="177800" cy="190500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7AE3845-96C5-ABF3-7FA3-129CEE1D4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37584" y="4903091"/>
              <a:ext cx="190500" cy="17780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A971547-A42C-750D-9EE5-22BB4F439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453877" y="6587322"/>
              <a:ext cx="190500" cy="190500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79EF422E-2792-DE25-3EEF-1874B428C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74567" y="2882893"/>
              <a:ext cx="203200" cy="177800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D12611B9-C17C-C1C4-44E4-1778662FC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051444" y="4796764"/>
              <a:ext cx="190500" cy="177800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501CD41C-F66D-AEF2-910D-CF77961EA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774460" y="5541040"/>
              <a:ext cx="190500" cy="177800"/>
            </a:xfrm>
            <a:prstGeom prst="rect">
              <a:avLst/>
            </a:prstGeom>
          </p:spPr>
        </p:pic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8EF47854-16F2-A426-C232-CD1A96BD1CDC}"/>
                </a:ext>
              </a:extLst>
            </p:cNvPr>
            <p:cNvCxnSpPr>
              <a:cxnSpLocks/>
            </p:cNvCxnSpPr>
            <p:nvPr/>
          </p:nvCxnSpPr>
          <p:spPr>
            <a:xfrm>
              <a:off x="244517" y="4016904"/>
              <a:ext cx="2083567" cy="0"/>
            </a:xfrm>
            <a:prstGeom prst="straightConnector1">
              <a:avLst/>
            </a:prstGeom>
            <a:ln w="34925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5A0D6FA-B40D-9323-A426-F14AD9107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6208" y="3802529"/>
              <a:ext cx="271956" cy="145691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A622491-9BB8-7D95-9488-42AFD47C1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733373">
              <a:off x="2627838" y="5552718"/>
              <a:ext cx="1473200" cy="228600"/>
            </a:xfrm>
            <a:prstGeom prst="rect">
              <a:avLst/>
            </a:prstGeom>
          </p:spPr>
        </p:pic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26950C82-954B-E46B-36F1-60C59FA979C4}"/>
                </a:ext>
              </a:extLst>
            </p:cNvPr>
            <p:cNvSpPr/>
            <p:nvPr/>
          </p:nvSpPr>
          <p:spPr>
            <a:xfrm>
              <a:off x="691116" y="3136605"/>
              <a:ext cx="5231219" cy="3774558"/>
            </a:xfrm>
            <a:custGeom>
              <a:avLst/>
              <a:gdLst>
                <a:gd name="csX0" fmla="*/ 0 w 5231219"/>
                <a:gd name="csY0" fmla="*/ 0 h 3774558"/>
                <a:gd name="csX1" fmla="*/ 3221665 w 5231219"/>
                <a:gd name="csY1" fmla="*/ 1743739 h 3774558"/>
                <a:gd name="csX2" fmla="*/ 5231219 w 5231219"/>
                <a:gd name="csY2" fmla="*/ 3774558 h 3774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231219" h="3774558">
                  <a:moveTo>
                    <a:pt x="0" y="0"/>
                  </a:moveTo>
                  <a:lnTo>
                    <a:pt x="3221665" y="1743739"/>
                  </a:lnTo>
                  <a:lnTo>
                    <a:pt x="5231219" y="3774558"/>
                  </a:lnTo>
                </a:path>
              </a:pathLst>
            </a:custGeom>
            <a:noFill/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A0E7FA0-FEB9-7848-F038-27210814E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916965" y="4545866"/>
              <a:ext cx="2247900" cy="190500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3309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04416-F391-082E-5D82-5989AACC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F496F00-5674-F67D-8BE9-CBEEF6CB192C}"/>
              </a:ext>
            </a:extLst>
          </p:cNvPr>
          <p:cNvGrpSpPr/>
          <p:nvPr/>
        </p:nvGrpSpPr>
        <p:grpSpPr>
          <a:xfrm>
            <a:off x="680484" y="616688"/>
            <a:ext cx="7857458" cy="6283842"/>
            <a:chOff x="680484" y="616688"/>
            <a:chExt cx="7857458" cy="628384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A8FFE7B-279A-967D-858E-02F48046941A}"/>
                </a:ext>
              </a:extLst>
            </p:cNvPr>
            <p:cNvSpPr/>
            <p:nvPr/>
          </p:nvSpPr>
          <p:spPr>
            <a:xfrm>
              <a:off x="712379" y="4869726"/>
              <a:ext cx="7825563" cy="19982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D69746-09BE-47B5-ABFC-B86ADC33F804}"/>
                </a:ext>
              </a:extLst>
            </p:cNvPr>
            <p:cNvSpPr/>
            <p:nvPr/>
          </p:nvSpPr>
          <p:spPr>
            <a:xfrm>
              <a:off x="712378" y="3121662"/>
              <a:ext cx="7825563" cy="1756917"/>
            </a:xfrm>
            <a:prstGeom prst="rect">
              <a:avLst/>
            </a:prstGeom>
            <a:solidFill>
              <a:srgbClr val="9411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AFA469E-510A-99F0-B261-2DBA9891E83C}"/>
                </a:ext>
              </a:extLst>
            </p:cNvPr>
            <p:cNvSpPr/>
            <p:nvPr/>
          </p:nvSpPr>
          <p:spPr>
            <a:xfrm>
              <a:off x="1358917" y="3128165"/>
              <a:ext cx="4159374" cy="2698463"/>
            </a:xfrm>
            <a:custGeom>
              <a:avLst/>
              <a:gdLst>
                <a:gd name="csX0" fmla="*/ 0 w 3710763"/>
                <a:gd name="csY0" fmla="*/ 0 h 2264734"/>
                <a:gd name="csX1" fmla="*/ 1084521 w 3710763"/>
                <a:gd name="csY1" fmla="*/ 1084520 h 2264734"/>
                <a:gd name="csX2" fmla="*/ 3710763 w 3710763"/>
                <a:gd name="csY2" fmla="*/ 2264734 h 2264734"/>
                <a:gd name="csX3" fmla="*/ 3115340 w 3710763"/>
                <a:gd name="csY3" fmla="*/ 1669311 h 2264734"/>
                <a:gd name="csX4" fmla="*/ 0 w 3710763"/>
                <a:gd name="csY4" fmla="*/ 0 h 2264734"/>
                <a:gd name="csX0" fmla="*/ 0 w 3710763"/>
                <a:gd name="csY0" fmla="*/ 0 h 2264734"/>
                <a:gd name="csX1" fmla="*/ 1605516 w 3710763"/>
                <a:gd name="csY1" fmla="*/ 1648046 h 2264734"/>
                <a:gd name="csX2" fmla="*/ 3710763 w 3710763"/>
                <a:gd name="csY2" fmla="*/ 2264734 h 2264734"/>
                <a:gd name="csX3" fmla="*/ 3115340 w 3710763"/>
                <a:gd name="csY3" fmla="*/ 1669311 h 2264734"/>
                <a:gd name="csX4" fmla="*/ 0 w 3710763"/>
                <a:gd name="csY4" fmla="*/ 0 h 2264734"/>
                <a:gd name="csX0" fmla="*/ 0 w 4008475"/>
                <a:gd name="csY0" fmla="*/ 0 h 2573079"/>
                <a:gd name="csX1" fmla="*/ 1605516 w 4008475"/>
                <a:gd name="csY1" fmla="*/ 1648046 h 2573079"/>
                <a:gd name="csX2" fmla="*/ 4008475 w 4008475"/>
                <a:gd name="csY2" fmla="*/ 2573079 h 2573079"/>
                <a:gd name="csX3" fmla="*/ 3115340 w 4008475"/>
                <a:gd name="csY3" fmla="*/ 1669311 h 2573079"/>
                <a:gd name="csX4" fmla="*/ 0 w 4008475"/>
                <a:gd name="csY4" fmla="*/ 0 h 2573079"/>
                <a:gd name="csX0" fmla="*/ 0 w 4125433"/>
                <a:gd name="csY0" fmla="*/ 0 h 2636874"/>
                <a:gd name="csX1" fmla="*/ 1722474 w 4125433"/>
                <a:gd name="csY1" fmla="*/ 1711841 h 2636874"/>
                <a:gd name="csX2" fmla="*/ 4125433 w 4125433"/>
                <a:gd name="csY2" fmla="*/ 2636874 h 2636874"/>
                <a:gd name="csX3" fmla="*/ 3232298 w 4125433"/>
                <a:gd name="csY3" fmla="*/ 1733106 h 2636874"/>
                <a:gd name="csX4" fmla="*/ 0 w 4125433"/>
                <a:gd name="csY4" fmla="*/ 0 h 2636874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3211033 w 4104168"/>
                <a:gd name="csY3" fmla="*/ 1743739 h 2647507"/>
                <a:gd name="csX4" fmla="*/ 0 w 4104168"/>
                <a:gd name="csY4" fmla="*/ 0 h 2647507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2562447 w 4104168"/>
                <a:gd name="csY3" fmla="*/ 1116418 h 2647507"/>
                <a:gd name="csX4" fmla="*/ 0 w 4104168"/>
                <a:gd name="csY4" fmla="*/ 0 h 2647507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2006401 w 4104168"/>
                <a:gd name="csY3" fmla="*/ 542671 h 2647507"/>
                <a:gd name="csX4" fmla="*/ 0 w 4104168"/>
                <a:gd name="csY4" fmla="*/ 0 h 2647507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1681167 w 4104168"/>
                <a:gd name="csY3" fmla="*/ 229718 h 2647507"/>
                <a:gd name="csX4" fmla="*/ 0 w 4104168"/>
                <a:gd name="csY4" fmla="*/ 0 h 2647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04168" h="2647507">
                  <a:moveTo>
                    <a:pt x="0" y="0"/>
                  </a:moveTo>
                  <a:lnTo>
                    <a:pt x="1701209" y="1722474"/>
                  </a:lnTo>
                  <a:lnTo>
                    <a:pt x="4104168" y="2647507"/>
                  </a:lnTo>
                  <a:lnTo>
                    <a:pt x="1681167" y="229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C8EB886-A6D5-3B94-6C6A-71588B7F13B4}"/>
                </a:ext>
              </a:extLst>
            </p:cNvPr>
            <p:cNvSpPr/>
            <p:nvPr/>
          </p:nvSpPr>
          <p:spPr>
            <a:xfrm>
              <a:off x="1344742" y="3113990"/>
              <a:ext cx="4159374" cy="2698463"/>
            </a:xfrm>
            <a:custGeom>
              <a:avLst/>
              <a:gdLst>
                <a:gd name="csX0" fmla="*/ 0 w 3710763"/>
                <a:gd name="csY0" fmla="*/ 0 h 2264734"/>
                <a:gd name="csX1" fmla="*/ 1084521 w 3710763"/>
                <a:gd name="csY1" fmla="*/ 1084520 h 2264734"/>
                <a:gd name="csX2" fmla="*/ 3710763 w 3710763"/>
                <a:gd name="csY2" fmla="*/ 2264734 h 2264734"/>
                <a:gd name="csX3" fmla="*/ 3115340 w 3710763"/>
                <a:gd name="csY3" fmla="*/ 1669311 h 2264734"/>
                <a:gd name="csX4" fmla="*/ 0 w 3710763"/>
                <a:gd name="csY4" fmla="*/ 0 h 2264734"/>
                <a:gd name="csX0" fmla="*/ 0 w 3710763"/>
                <a:gd name="csY0" fmla="*/ 0 h 2264734"/>
                <a:gd name="csX1" fmla="*/ 1605516 w 3710763"/>
                <a:gd name="csY1" fmla="*/ 1648046 h 2264734"/>
                <a:gd name="csX2" fmla="*/ 3710763 w 3710763"/>
                <a:gd name="csY2" fmla="*/ 2264734 h 2264734"/>
                <a:gd name="csX3" fmla="*/ 3115340 w 3710763"/>
                <a:gd name="csY3" fmla="*/ 1669311 h 2264734"/>
                <a:gd name="csX4" fmla="*/ 0 w 3710763"/>
                <a:gd name="csY4" fmla="*/ 0 h 2264734"/>
                <a:gd name="csX0" fmla="*/ 0 w 4008475"/>
                <a:gd name="csY0" fmla="*/ 0 h 2573079"/>
                <a:gd name="csX1" fmla="*/ 1605516 w 4008475"/>
                <a:gd name="csY1" fmla="*/ 1648046 h 2573079"/>
                <a:gd name="csX2" fmla="*/ 4008475 w 4008475"/>
                <a:gd name="csY2" fmla="*/ 2573079 h 2573079"/>
                <a:gd name="csX3" fmla="*/ 3115340 w 4008475"/>
                <a:gd name="csY3" fmla="*/ 1669311 h 2573079"/>
                <a:gd name="csX4" fmla="*/ 0 w 4008475"/>
                <a:gd name="csY4" fmla="*/ 0 h 2573079"/>
                <a:gd name="csX0" fmla="*/ 0 w 4125433"/>
                <a:gd name="csY0" fmla="*/ 0 h 2636874"/>
                <a:gd name="csX1" fmla="*/ 1722474 w 4125433"/>
                <a:gd name="csY1" fmla="*/ 1711841 h 2636874"/>
                <a:gd name="csX2" fmla="*/ 4125433 w 4125433"/>
                <a:gd name="csY2" fmla="*/ 2636874 h 2636874"/>
                <a:gd name="csX3" fmla="*/ 3232298 w 4125433"/>
                <a:gd name="csY3" fmla="*/ 1733106 h 2636874"/>
                <a:gd name="csX4" fmla="*/ 0 w 4125433"/>
                <a:gd name="csY4" fmla="*/ 0 h 2636874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3211033 w 4104168"/>
                <a:gd name="csY3" fmla="*/ 1743739 h 2647507"/>
                <a:gd name="csX4" fmla="*/ 0 w 4104168"/>
                <a:gd name="csY4" fmla="*/ 0 h 2647507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2562447 w 4104168"/>
                <a:gd name="csY3" fmla="*/ 1116418 h 2647507"/>
                <a:gd name="csX4" fmla="*/ 0 w 4104168"/>
                <a:gd name="csY4" fmla="*/ 0 h 2647507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2006401 w 4104168"/>
                <a:gd name="csY3" fmla="*/ 542671 h 2647507"/>
                <a:gd name="csX4" fmla="*/ 0 w 4104168"/>
                <a:gd name="csY4" fmla="*/ 0 h 2647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04168" h="2647507">
                  <a:moveTo>
                    <a:pt x="0" y="0"/>
                  </a:moveTo>
                  <a:lnTo>
                    <a:pt x="1701209" y="1722474"/>
                  </a:lnTo>
                  <a:lnTo>
                    <a:pt x="4104168" y="2647507"/>
                  </a:lnTo>
                  <a:lnTo>
                    <a:pt x="2006401" y="5426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26B6DD1-8AEE-B3AA-0FB2-531935034683}"/>
                </a:ext>
              </a:extLst>
            </p:cNvPr>
            <p:cNvSpPr/>
            <p:nvPr/>
          </p:nvSpPr>
          <p:spPr>
            <a:xfrm>
              <a:off x="1371602" y="3136604"/>
              <a:ext cx="4104168" cy="2647507"/>
            </a:xfrm>
            <a:custGeom>
              <a:avLst/>
              <a:gdLst>
                <a:gd name="csX0" fmla="*/ 0 w 3710763"/>
                <a:gd name="csY0" fmla="*/ 0 h 2264734"/>
                <a:gd name="csX1" fmla="*/ 1084521 w 3710763"/>
                <a:gd name="csY1" fmla="*/ 1084520 h 2264734"/>
                <a:gd name="csX2" fmla="*/ 3710763 w 3710763"/>
                <a:gd name="csY2" fmla="*/ 2264734 h 2264734"/>
                <a:gd name="csX3" fmla="*/ 3115340 w 3710763"/>
                <a:gd name="csY3" fmla="*/ 1669311 h 2264734"/>
                <a:gd name="csX4" fmla="*/ 0 w 3710763"/>
                <a:gd name="csY4" fmla="*/ 0 h 2264734"/>
                <a:gd name="csX0" fmla="*/ 0 w 3710763"/>
                <a:gd name="csY0" fmla="*/ 0 h 2264734"/>
                <a:gd name="csX1" fmla="*/ 1605516 w 3710763"/>
                <a:gd name="csY1" fmla="*/ 1648046 h 2264734"/>
                <a:gd name="csX2" fmla="*/ 3710763 w 3710763"/>
                <a:gd name="csY2" fmla="*/ 2264734 h 2264734"/>
                <a:gd name="csX3" fmla="*/ 3115340 w 3710763"/>
                <a:gd name="csY3" fmla="*/ 1669311 h 2264734"/>
                <a:gd name="csX4" fmla="*/ 0 w 3710763"/>
                <a:gd name="csY4" fmla="*/ 0 h 2264734"/>
                <a:gd name="csX0" fmla="*/ 0 w 4008475"/>
                <a:gd name="csY0" fmla="*/ 0 h 2573079"/>
                <a:gd name="csX1" fmla="*/ 1605516 w 4008475"/>
                <a:gd name="csY1" fmla="*/ 1648046 h 2573079"/>
                <a:gd name="csX2" fmla="*/ 4008475 w 4008475"/>
                <a:gd name="csY2" fmla="*/ 2573079 h 2573079"/>
                <a:gd name="csX3" fmla="*/ 3115340 w 4008475"/>
                <a:gd name="csY3" fmla="*/ 1669311 h 2573079"/>
                <a:gd name="csX4" fmla="*/ 0 w 4008475"/>
                <a:gd name="csY4" fmla="*/ 0 h 2573079"/>
                <a:gd name="csX0" fmla="*/ 0 w 4125433"/>
                <a:gd name="csY0" fmla="*/ 0 h 2636874"/>
                <a:gd name="csX1" fmla="*/ 1722474 w 4125433"/>
                <a:gd name="csY1" fmla="*/ 1711841 h 2636874"/>
                <a:gd name="csX2" fmla="*/ 4125433 w 4125433"/>
                <a:gd name="csY2" fmla="*/ 2636874 h 2636874"/>
                <a:gd name="csX3" fmla="*/ 3232298 w 4125433"/>
                <a:gd name="csY3" fmla="*/ 1733106 h 2636874"/>
                <a:gd name="csX4" fmla="*/ 0 w 4125433"/>
                <a:gd name="csY4" fmla="*/ 0 h 2636874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3211033 w 4104168"/>
                <a:gd name="csY3" fmla="*/ 1743739 h 2647507"/>
                <a:gd name="csX4" fmla="*/ 0 w 4104168"/>
                <a:gd name="csY4" fmla="*/ 0 h 2647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04168" h="2647507">
                  <a:moveTo>
                    <a:pt x="0" y="0"/>
                  </a:moveTo>
                  <a:lnTo>
                    <a:pt x="1701209" y="1722474"/>
                  </a:lnTo>
                  <a:lnTo>
                    <a:pt x="4104168" y="2647507"/>
                  </a:lnTo>
                  <a:lnTo>
                    <a:pt x="3211033" y="1743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8204B85-3C9D-DAFF-8452-4BCC57A27249}"/>
                </a:ext>
              </a:extLst>
            </p:cNvPr>
            <p:cNvSpPr/>
            <p:nvPr/>
          </p:nvSpPr>
          <p:spPr>
            <a:xfrm>
              <a:off x="1333786" y="3115364"/>
              <a:ext cx="4177421" cy="2682918"/>
            </a:xfrm>
            <a:custGeom>
              <a:avLst/>
              <a:gdLst>
                <a:gd name="csX0" fmla="*/ 0 w 3710763"/>
                <a:gd name="csY0" fmla="*/ 0 h 2264734"/>
                <a:gd name="csX1" fmla="*/ 1084521 w 3710763"/>
                <a:gd name="csY1" fmla="*/ 1084520 h 2264734"/>
                <a:gd name="csX2" fmla="*/ 3710763 w 3710763"/>
                <a:gd name="csY2" fmla="*/ 2264734 h 2264734"/>
                <a:gd name="csX3" fmla="*/ 3115340 w 3710763"/>
                <a:gd name="csY3" fmla="*/ 1669311 h 2264734"/>
                <a:gd name="csX4" fmla="*/ 0 w 3710763"/>
                <a:gd name="csY4" fmla="*/ 0 h 2264734"/>
                <a:gd name="csX0" fmla="*/ 0 w 3710763"/>
                <a:gd name="csY0" fmla="*/ 0 h 2264734"/>
                <a:gd name="csX1" fmla="*/ 1605516 w 3710763"/>
                <a:gd name="csY1" fmla="*/ 1648046 h 2264734"/>
                <a:gd name="csX2" fmla="*/ 3710763 w 3710763"/>
                <a:gd name="csY2" fmla="*/ 2264734 h 2264734"/>
                <a:gd name="csX3" fmla="*/ 3115340 w 3710763"/>
                <a:gd name="csY3" fmla="*/ 1669311 h 2264734"/>
                <a:gd name="csX4" fmla="*/ 0 w 3710763"/>
                <a:gd name="csY4" fmla="*/ 0 h 2264734"/>
                <a:gd name="csX0" fmla="*/ 0 w 4008475"/>
                <a:gd name="csY0" fmla="*/ 0 h 2573079"/>
                <a:gd name="csX1" fmla="*/ 1605516 w 4008475"/>
                <a:gd name="csY1" fmla="*/ 1648046 h 2573079"/>
                <a:gd name="csX2" fmla="*/ 4008475 w 4008475"/>
                <a:gd name="csY2" fmla="*/ 2573079 h 2573079"/>
                <a:gd name="csX3" fmla="*/ 3115340 w 4008475"/>
                <a:gd name="csY3" fmla="*/ 1669311 h 2573079"/>
                <a:gd name="csX4" fmla="*/ 0 w 4008475"/>
                <a:gd name="csY4" fmla="*/ 0 h 2573079"/>
                <a:gd name="csX0" fmla="*/ 0 w 4125433"/>
                <a:gd name="csY0" fmla="*/ 0 h 2636874"/>
                <a:gd name="csX1" fmla="*/ 1722474 w 4125433"/>
                <a:gd name="csY1" fmla="*/ 1711841 h 2636874"/>
                <a:gd name="csX2" fmla="*/ 4125433 w 4125433"/>
                <a:gd name="csY2" fmla="*/ 2636874 h 2636874"/>
                <a:gd name="csX3" fmla="*/ 3232298 w 4125433"/>
                <a:gd name="csY3" fmla="*/ 1733106 h 2636874"/>
                <a:gd name="csX4" fmla="*/ 0 w 4125433"/>
                <a:gd name="csY4" fmla="*/ 0 h 2636874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3211033 w 4104168"/>
                <a:gd name="csY3" fmla="*/ 1743739 h 2647507"/>
                <a:gd name="csX4" fmla="*/ 0 w 4104168"/>
                <a:gd name="csY4" fmla="*/ 0 h 2647507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2562447 w 4104168"/>
                <a:gd name="csY3" fmla="*/ 1116418 h 2647507"/>
                <a:gd name="csX4" fmla="*/ 0 w 4104168"/>
                <a:gd name="csY4" fmla="*/ 0 h 2647507"/>
                <a:gd name="csX0" fmla="*/ 0 w 4104168"/>
                <a:gd name="csY0" fmla="*/ 0 h 2647507"/>
                <a:gd name="csX1" fmla="*/ 1701209 w 4104168"/>
                <a:gd name="csY1" fmla="*/ 1722474 h 2647507"/>
                <a:gd name="csX2" fmla="*/ 4104168 w 4104168"/>
                <a:gd name="csY2" fmla="*/ 2647507 h 2647507"/>
                <a:gd name="csX3" fmla="*/ 2371061 w 4104168"/>
                <a:gd name="csY3" fmla="*/ 914400 h 2647507"/>
                <a:gd name="csX4" fmla="*/ 0 w 4104168"/>
                <a:gd name="csY4" fmla="*/ 0 h 2647507"/>
                <a:gd name="csX0" fmla="*/ 0 w 4093748"/>
                <a:gd name="csY0" fmla="*/ 0 h 2668659"/>
                <a:gd name="csX1" fmla="*/ 1690789 w 4093748"/>
                <a:gd name="csY1" fmla="*/ 1743626 h 2668659"/>
                <a:gd name="csX2" fmla="*/ 4093748 w 4093748"/>
                <a:gd name="csY2" fmla="*/ 2668659 h 2668659"/>
                <a:gd name="csX3" fmla="*/ 2360641 w 4093748"/>
                <a:gd name="csY3" fmla="*/ 935552 h 2668659"/>
                <a:gd name="csX4" fmla="*/ 0 w 4093748"/>
                <a:gd name="csY4" fmla="*/ 0 h 266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93748" h="2668659">
                  <a:moveTo>
                    <a:pt x="0" y="0"/>
                  </a:moveTo>
                  <a:lnTo>
                    <a:pt x="1690789" y="1743626"/>
                  </a:lnTo>
                  <a:lnTo>
                    <a:pt x="4093748" y="2668659"/>
                  </a:lnTo>
                  <a:lnTo>
                    <a:pt x="2360641" y="935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5C1897-2A06-02F6-9EB2-4ACA02DA107C}"/>
                </a:ext>
              </a:extLst>
            </p:cNvPr>
            <p:cNvCxnSpPr>
              <a:cxnSpLocks/>
            </p:cNvCxnSpPr>
            <p:nvPr/>
          </p:nvCxnSpPr>
          <p:spPr>
            <a:xfrm>
              <a:off x="680484" y="3121660"/>
              <a:ext cx="7825557" cy="43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9BCD68-6111-7681-BA96-2D692781E441}"/>
                </a:ext>
              </a:extLst>
            </p:cNvPr>
            <p:cNvCxnSpPr>
              <a:cxnSpLocks/>
            </p:cNvCxnSpPr>
            <p:nvPr/>
          </p:nvCxnSpPr>
          <p:spPr>
            <a:xfrm>
              <a:off x="985258" y="6267466"/>
              <a:ext cx="4968976" cy="0"/>
            </a:xfrm>
            <a:prstGeom prst="straightConnector1">
              <a:avLst/>
            </a:prstGeom>
            <a:ln w="34925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A25DAA9-83F8-F72F-D220-4D02049CDA8F}"/>
                </a:ext>
              </a:extLst>
            </p:cNvPr>
            <p:cNvCxnSpPr>
              <a:cxnSpLocks/>
            </p:cNvCxnSpPr>
            <p:nvPr/>
          </p:nvCxnSpPr>
          <p:spPr>
            <a:xfrm>
              <a:off x="985258" y="6581339"/>
              <a:ext cx="6585125" cy="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3392789-352F-5F63-CA0E-4FB78B11E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0869" y="6053091"/>
              <a:ext cx="271956" cy="14569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6698BEB-504B-601C-DB97-B0E2C73E2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22274" y="6393116"/>
              <a:ext cx="203967" cy="14569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6B9FB2E-D9A4-E87E-0333-E070C92A4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4296" y="3615187"/>
              <a:ext cx="2185364" cy="22339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D12BEE8-2A3E-F34C-C6F8-4C689A468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72919" y="4993572"/>
              <a:ext cx="495349" cy="174829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6EECA26-C499-7D8F-8E03-E40A35B87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87505" y="4235733"/>
              <a:ext cx="2544735" cy="174829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566CF8A-D280-49C2-97C1-367C89284E4F}"/>
                </a:ext>
              </a:extLst>
            </p:cNvPr>
            <p:cNvSpPr/>
            <p:nvPr/>
          </p:nvSpPr>
          <p:spPr>
            <a:xfrm>
              <a:off x="712387" y="2750108"/>
              <a:ext cx="7825550" cy="367217"/>
            </a:xfrm>
            <a:prstGeom prst="rect">
              <a:avLst/>
            </a:prstGeom>
            <a:solidFill>
              <a:srgbClr val="00B0F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BAA9833-CD1C-8F31-5C49-E89D3CCFB151}"/>
                </a:ext>
              </a:extLst>
            </p:cNvPr>
            <p:cNvSpPr/>
            <p:nvPr/>
          </p:nvSpPr>
          <p:spPr>
            <a:xfrm>
              <a:off x="989484" y="2761550"/>
              <a:ext cx="4130847" cy="4138979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01340" h="5411972">
                  <a:moveTo>
                    <a:pt x="0" y="0"/>
                  </a:moveTo>
                  <a:lnTo>
                    <a:pt x="5401340" y="5411972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B9A2569-E19A-F71A-CA88-393EAB7E4187}"/>
                </a:ext>
              </a:extLst>
            </p:cNvPr>
            <p:cNvSpPr/>
            <p:nvPr/>
          </p:nvSpPr>
          <p:spPr>
            <a:xfrm>
              <a:off x="942223" y="1233389"/>
              <a:ext cx="5638316" cy="5649416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01340" h="5411972">
                  <a:moveTo>
                    <a:pt x="0" y="0"/>
                  </a:moveTo>
                  <a:lnTo>
                    <a:pt x="5401340" y="5411972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3E1B316-388E-5741-07B6-1C1A67592934}"/>
                </a:ext>
              </a:extLst>
            </p:cNvPr>
            <p:cNvCxnSpPr>
              <a:cxnSpLocks/>
            </p:cNvCxnSpPr>
            <p:nvPr/>
          </p:nvCxnSpPr>
          <p:spPr>
            <a:xfrm>
              <a:off x="942223" y="616688"/>
              <a:ext cx="0" cy="62661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F1C2852-EC8B-D62F-3FE5-23EE2627B7EB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>
              <a:off x="942223" y="1233389"/>
              <a:ext cx="2294450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FE1FCF8-2B1F-3CE5-6F62-77696034A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72063" y="879986"/>
              <a:ext cx="177800" cy="29210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93B4278B-C22D-4591-404E-E7D23696F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99037" y="2836229"/>
              <a:ext cx="1981200" cy="228600"/>
            </a:xfrm>
            <a:prstGeom prst="rect">
              <a:avLst/>
            </a:prstGeom>
          </p:spPr>
        </p:pic>
        <p:sp>
          <p:nvSpPr>
            <p:cNvPr id="70" name="Right Brace 69">
              <a:extLst>
                <a:ext uri="{FF2B5EF4-FFF2-40B4-BE49-F238E27FC236}">
                  <a16:creationId xmlns:a16="http://schemas.microsoft.com/office/drawing/2014/main" id="{A6596FBA-E116-7348-9C1C-07BED06D4C0D}"/>
                </a:ext>
              </a:extLst>
            </p:cNvPr>
            <p:cNvSpPr/>
            <p:nvPr/>
          </p:nvSpPr>
          <p:spPr>
            <a:xfrm>
              <a:off x="5553876" y="3127935"/>
              <a:ext cx="443600" cy="2685702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B36A09A2-5AB9-3447-946F-CE277E89FA87}"/>
                </a:ext>
              </a:extLst>
            </p:cNvPr>
            <p:cNvSpPr/>
            <p:nvPr/>
          </p:nvSpPr>
          <p:spPr>
            <a:xfrm>
              <a:off x="976743" y="2746587"/>
              <a:ext cx="7253923" cy="4128347"/>
            </a:xfrm>
            <a:custGeom>
              <a:avLst/>
              <a:gdLst>
                <a:gd name="csX0" fmla="*/ 0 w 5092995"/>
                <a:gd name="csY0" fmla="*/ 0 h 4912242"/>
                <a:gd name="csX1" fmla="*/ 1456661 w 5092995"/>
                <a:gd name="csY1" fmla="*/ 1499191 h 4912242"/>
                <a:gd name="csX2" fmla="*/ 5092995 w 5092995"/>
                <a:gd name="csY2" fmla="*/ 4912242 h 4912242"/>
                <a:gd name="csX0" fmla="*/ 0 w 5092995"/>
                <a:gd name="csY0" fmla="*/ 0 h 4912242"/>
                <a:gd name="csX1" fmla="*/ 1998922 w 5092995"/>
                <a:gd name="csY1" fmla="*/ 1977656 h 4912242"/>
                <a:gd name="csX2" fmla="*/ 5092995 w 5092995"/>
                <a:gd name="csY2" fmla="*/ 4912242 h 4912242"/>
                <a:gd name="csX0" fmla="*/ 0 w 6602818"/>
                <a:gd name="csY0" fmla="*/ 0 h 4401879"/>
                <a:gd name="csX1" fmla="*/ 1998922 w 6602818"/>
                <a:gd name="csY1" fmla="*/ 1977656 h 4401879"/>
                <a:gd name="csX2" fmla="*/ 6602818 w 6602818"/>
                <a:gd name="csY2" fmla="*/ 4401879 h 4401879"/>
                <a:gd name="csX0" fmla="*/ 0 w 8442251"/>
                <a:gd name="csY0" fmla="*/ 0 h 5411972"/>
                <a:gd name="csX1" fmla="*/ 1998922 w 8442251"/>
                <a:gd name="csY1" fmla="*/ 1977656 h 5411972"/>
                <a:gd name="csX2" fmla="*/ 8442251 w 8442251"/>
                <a:gd name="csY2" fmla="*/ 5411972 h 5411972"/>
                <a:gd name="csX0" fmla="*/ 0 w 9484956"/>
                <a:gd name="csY0" fmla="*/ 0 h 5398070"/>
                <a:gd name="csX1" fmla="*/ 1998922 w 9484956"/>
                <a:gd name="csY1" fmla="*/ 1977656 h 5398070"/>
                <a:gd name="csX2" fmla="*/ 9484956 w 9484956"/>
                <a:gd name="csY2" fmla="*/ 5398070 h 5398070"/>
                <a:gd name="csX0" fmla="*/ 0 w 9484956"/>
                <a:gd name="csY0" fmla="*/ 0 h 5398070"/>
                <a:gd name="csX1" fmla="*/ 2763571 w 9484956"/>
                <a:gd name="csY1" fmla="*/ 2770112 h 5398070"/>
                <a:gd name="csX2" fmla="*/ 9484956 w 9484956"/>
                <a:gd name="csY2" fmla="*/ 5398070 h 5398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484956" h="5398070">
                  <a:moveTo>
                    <a:pt x="0" y="0"/>
                  </a:moveTo>
                  <a:lnTo>
                    <a:pt x="2763571" y="2770112"/>
                  </a:lnTo>
                  <a:lnTo>
                    <a:pt x="9484956" y="5398070"/>
                  </a:lnTo>
                </a:path>
              </a:pathLst>
            </a:cu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697A289B-1C13-F1E2-898E-E8376E6E8C82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>
              <a:off x="3090272" y="4865119"/>
              <a:ext cx="1492360" cy="13278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12305B2-A2A3-428A-0635-7A86CC3DA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733373">
              <a:off x="1252694" y="1997888"/>
              <a:ext cx="1473200" cy="22860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5B63AD44-16B8-4955-A718-45120EE7C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16873" y="2493775"/>
              <a:ext cx="177800" cy="190500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C5BE205-0B30-94FE-7AE4-E6FDA24C9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18069" y="4903091"/>
              <a:ext cx="190500" cy="17780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2544F12-936A-6BE0-A441-29BFF535B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134362" y="6587322"/>
              <a:ext cx="190500" cy="190500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1BC2DF9E-A373-7814-2936-3C0211E9F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355052" y="2882893"/>
              <a:ext cx="203200" cy="177800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BCCF6B7-5757-A115-419B-1A5670524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731929" y="4796764"/>
              <a:ext cx="190500" cy="177800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34ADEE6E-EBA0-36C9-DCD6-5C77DA1B6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454945" y="5541040"/>
              <a:ext cx="190500" cy="177800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200CE289-EA33-83D8-58ED-31FD74D9E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6693" y="3802529"/>
              <a:ext cx="271956" cy="145691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D2C985F-DA0C-7A93-0D69-835ABB447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733373">
              <a:off x="3308323" y="5552718"/>
              <a:ext cx="1473200" cy="228600"/>
            </a:xfrm>
            <a:prstGeom prst="rect">
              <a:avLst/>
            </a:prstGeom>
          </p:spPr>
        </p:pic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2B1322E-1882-E820-E9B1-9AB203DFA6CC}"/>
                </a:ext>
              </a:extLst>
            </p:cNvPr>
            <p:cNvSpPr/>
            <p:nvPr/>
          </p:nvSpPr>
          <p:spPr>
            <a:xfrm>
              <a:off x="1339702" y="3125972"/>
              <a:ext cx="5231219" cy="3774558"/>
            </a:xfrm>
            <a:custGeom>
              <a:avLst/>
              <a:gdLst>
                <a:gd name="csX0" fmla="*/ 0 w 5231219"/>
                <a:gd name="csY0" fmla="*/ 0 h 3774558"/>
                <a:gd name="csX1" fmla="*/ 3221665 w 5231219"/>
                <a:gd name="csY1" fmla="*/ 1743739 h 3774558"/>
                <a:gd name="csX2" fmla="*/ 5231219 w 5231219"/>
                <a:gd name="csY2" fmla="*/ 3774558 h 3774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231219" h="3774558">
                  <a:moveTo>
                    <a:pt x="0" y="0"/>
                  </a:moveTo>
                  <a:lnTo>
                    <a:pt x="3221665" y="1743739"/>
                  </a:lnTo>
                  <a:lnTo>
                    <a:pt x="5231219" y="3774558"/>
                  </a:lnTo>
                </a:path>
              </a:pathLst>
            </a:custGeom>
            <a:noFill/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CCF5AF0-79EE-10B8-E10A-D62DE04FBAAA}"/>
                </a:ext>
              </a:extLst>
            </p:cNvPr>
            <p:cNvCxnSpPr>
              <a:cxnSpLocks/>
            </p:cNvCxnSpPr>
            <p:nvPr/>
          </p:nvCxnSpPr>
          <p:spPr>
            <a:xfrm>
              <a:off x="949808" y="4009815"/>
              <a:ext cx="2643998" cy="0"/>
            </a:xfrm>
            <a:prstGeom prst="straightConnector1">
              <a:avLst/>
            </a:prstGeom>
            <a:ln w="34925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FD0AC81-6B31-9EE2-137E-89208CF63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896386" y="3937740"/>
              <a:ext cx="266700" cy="2159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7C92127-9BB8-76BB-4EA5-DAD001596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454101" y="3523069"/>
              <a:ext cx="279400" cy="2159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64714A3-6B1C-8539-5094-276C17393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167024" y="3246619"/>
              <a:ext cx="279400" cy="215900"/>
            </a:xfrm>
            <a:prstGeom prst="rect">
              <a:avLst/>
            </a:prstGeom>
          </p:spPr>
        </p:pic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43D7DF1-9A23-573B-891E-431B080C680F}"/>
                </a:ext>
              </a:extLst>
            </p:cNvPr>
            <p:cNvSpPr/>
            <p:nvPr/>
          </p:nvSpPr>
          <p:spPr>
            <a:xfrm>
              <a:off x="839985" y="3366810"/>
              <a:ext cx="149498" cy="1524167"/>
            </a:xfrm>
            <a:custGeom>
              <a:avLst/>
              <a:gdLst>
                <a:gd name="csX0" fmla="*/ 0 w 138223"/>
                <a:gd name="csY0" fmla="*/ 1765004 h 1775637"/>
                <a:gd name="csX1" fmla="*/ 85061 w 138223"/>
                <a:gd name="csY1" fmla="*/ 0 h 1775637"/>
                <a:gd name="csX2" fmla="*/ 138223 w 138223"/>
                <a:gd name="csY2" fmla="*/ 1775637 h 17756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38223" h="1775637">
                  <a:moveTo>
                    <a:pt x="0" y="1765004"/>
                  </a:moveTo>
                  <a:lnTo>
                    <a:pt x="85061" y="0"/>
                  </a:lnTo>
                  <a:lnTo>
                    <a:pt x="138223" y="1775637"/>
                  </a:lnTo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70C9ED-F8D7-E160-1DF2-6E2908CA98F2}"/>
                </a:ext>
              </a:extLst>
            </p:cNvPr>
            <p:cNvSpPr/>
            <p:nvPr/>
          </p:nvSpPr>
          <p:spPr>
            <a:xfrm>
              <a:off x="839975" y="4710225"/>
              <a:ext cx="138223" cy="170121"/>
            </a:xfrm>
            <a:custGeom>
              <a:avLst/>
              <a:gdLst>
                <a:gd name="csX0" fmla="*/ 0 w 138223"/>
                <a:gd name="csY0" fmla="*/ 170121 h 170121"/>
                <a:gd name="csX1" fmla="*/ 21265 w 138223"/>
                <a:gd name="csY1" fmla="*/ 0 h 170121"/>
                <a:gd name="csX2" fmla="*/ 116958 w 138223"/>
                <a:gd name="csY2" fmla="*/ 0 h 170121"/>
                <a:gd name="csX3" fmla="*/ 138223 w 138223"/>
                <a:gd name="csY3" fmla="*/ 170121 h 1701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8223" h="170121">
                  <a:moveTo>
                    <a:pt x="0" y="170121"/>
                  </a:moveTo>
                  <a:lnTo>
                    <a:pt x="21265" y="0"/>
                  </a:lnTo>
                  <a:lnTo>
                    <a:pt x="116958" y="0"/>
                  </a:lnTo>
                  <a:lnTo>
                    <a:pt x="138223" y="170121"/>
                  </a:lnTo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3170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48CE3-7516-28CC-EDE3-62AC1FC6D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41EF2EBC-DDE7-7D2C-7957-81C23A60979D}"/>
              </a:ext>
            </a:extLst>
          </p:cNvPr>
          <p:cNvGrpSpPr/>
          <p:nvPr/>
        </p:nvGrpSpPr>
        <p:grpSpPr>
          <a:xfrm>
            <a:off x="680484" y="90681"/>
            <a:ext cx="7889352" cy="6809848"/>
            <a:chOff x="680484" y="90681"/>
            <a:chExt cx="7889352" cy="680984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98825B5-B8BF-6615-3298-40179D1F568E}"/>
                </a:ext>
              </a:extLst>
            </p:cNvPr>
            <p:cNvSpPr/>
            <p:nvPr/>
          </p:nvSpPr>
          <p:spPr>
            <a:xfrm>
              <a:off x="712379" y="5555113"/>
              <a:ext cx="7825563" cy="1302887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74DC7E-B145-63FD-4338-FBFF86AC6A1A}"/>
                </a:ext>
              </a:extLst>
            </p:cNvPr>
            <p:cNvSpPr/>
            <p:nvPr/>
          </p:nvSpPr>
          <p:spPr>
            <a:xfrm>
              <a:off x="712379" y="3117326"/>
              <a:ext cx="7825563" cy="24193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4E66953-021F-ABCA-4EC0-BDD717AF9E8B}"/>
                </a:ext>
              </a:extLst>
            </p:cNvPr>
            <p:cNvCxnSpPr>
              <a:cxnSpLocks/>
            </p:cNvCxnSpPr>
            <p:nvPr/>
          </p:nvCxnSpPr>
          <p:spPr>
            <a:xfrm>
              <a:off x="680484" y="3121660"/>
              <a:ext cx="7825557" cy="43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240E6F9-BAD5-CA9F-8719-5B50379CE3B4}"/>
                </a:ext>
              </a:extLst>
            </p:cNvPr>
            <p:cNvCxnSpPr>
              <a:cxnSpLocks/>
            </p:cNvCxnSpPr>
            <p:nvPr/>
          </p:nvCxnSpPr>
          <p:spPr>
            <a:xfrm>
              <a:off x="985258" y="6001644"/>
              <a:ext cx="5298584" cy="0"/>
            </a:xfrm>
            <a:prstGeom prst="straightConnector1">
              <a:avLst/>
            </a:prstGeom>
            <a:ln w="34925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1799877-521D-1A90-606D-C7B89F018A91}"/>
                </a:ext>
              </a:extLst>
            </p:cNvPr>
            <p:cNvCxnSpPr>
              <a:cxnSpLocks/>
            </p:cNvCxnSpPr>
            <p:nvPr/>
          </p:nvCxnSpPr>
          <p:spPr>
            <a:xfrm>
              <a:off x="933369" y="6272939"/>
              <a:ext cx="5465668" cy="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9E2FF76-AE06-6A1B-8083-122AEE105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0869" y="5766008"/>
              <a:ext cx="271956" cy="14569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5557C18-42A6-E1D7-DB91-D3E6E7F3E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8865" y="6084767"/>
              <a:ext cx="203967" cy="145691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2FA984D2-B235-D0BE-C08E-0E49653B0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2919" y="4185494"/>
              <a:ext cx="495349" cy="174829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94741C9-E699-D582-E0DF-2637D7E3857F}"/>
                </a:ext>
              </a:extLst>
            </p:cNvPr>
            <p:cNvSpPr/>
            <p:nvPr/>
          </p:nvSpPr>
          <p:spPr>
            <a:xfrm>
              <a:off x="744286" y="2750108"/>
              <a:ext cx="7825550" cy="367217"/>
            </a:xfrm>
            <a:prstGeom prst="rect">
              <a:avLst/>
            </a:prstGeom>
            <a:solidFill>
              <a:srgbClr val="00B0F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F57CDE6-2172-92ED-53FC-5568C21147F2}"/>
                </a:ext>
              </a:extLst>
            </p:cNvPr>
            <p:cNvSpPr/>
            <p:nvPr/>
          </p:nvSpPr>
          <p:spPr>
            <a:xfrm>
              <a:off x="989484" y="2761550"/>
              <a:ext cx="4130847" cy="4138979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01340" h="5411972">
                  <a:moveTo>
                    <a:pt x="0" y="0"/>
                  </a:moveTo>
                  <a:lnTo>
                    <a:pt x="5401340" y="5411972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2C9D010-1C69-3156-E613-B99F74CADD18}"/>
                </a:ext>
              </a:extLst>
            </p:cNvPr>
            <p:cNvSpPr/>
            <p:nvPr/>
          </p:nvSpPr>
          <p:spPr>
            <a:xfrm>
              <a:off x="951017" y="404047"/>
              <a:ext cx="6171793" cy="6478758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01340" h="5411972">
                  <a:moveTo>
                    <a:pt x="0" y="0"/>
                  </a:moveTo>
                  <a:lnTo>
                    <a:pt x="5401340" y="5411972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`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755443-C8FD-DE1E-BABF-E2D8398B0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223" y="111947"/>
              <a:ext cx="43035" cy="67708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9D76F8F-06B2-73D7-634B-90940D205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30269" y="90681"/>
              <a:ext cx="177800" cy="29210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5D8F60D4-3C78-8679-6BE5-7575B940C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9037" y="2836229"/>
              <a:ext cx="1981200" cy="228600"/>
            </a:xfrm>
            <a:prstGeom prst="rect">
              <a:avLst/>
            </a:prstGeom>
          </p:spPr>
        </p:pic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63F1F572-7F2E-008C-8A57-F6FC03AA20B0}"/>
                </a:ext>
              </a:extLst>
            </p:cNvPr>
            <p:cNvSpPr/>
            <p:nvPr/>
          </p:nvSpPr>
          <p:spPr>
            <a:xfrm>
              <a:off x="1357166" y="3121379"/>
              <a:ext cx="6053728" cy="3772867"/>
            </a:xfrm>
            <a:custGeom>
              <a:avLst/>
              <a:gdLst>
                <a:gd name="csX0" fmla="*/ 0 w 5092995"/>
                <a:gd name="csY0" fmla="*/ 0 h 4912242"/>
                <a:gd name="csX1" fmla="*/ 1456661 w 5092995"/>
                <a:gd name="csY1" fmla="*/ 1499191 h 4912242"/>
                <a:gd name="csX2" fmla="*/ 5092995 w 5092995"/>
                <a:gd name="csY2" fmla="*/ 4912242 h 4912242"/>
                <a:gd name="csX0" fmla="*/ 0 w 5092995"/>
                <a:gd name="csY0" fmla="*/ 0 h 4912242"/>
                <a:gd name="csX1" fmla="*/ 1998922 w 5092995"/>
                <a:gd name="csY1" fmla="*/ 1977656 h 4912242"/>
                <a:gd name="csX2" fmla="*/ 5092995 w 5092995"/>
                <a:gd name="csY2" fmla="*/ 4912242 h 4912242"/>
                <a:gd name="csX0" fmla="*/ 0 w 6602818"/>
                <a:gd name="csY0" fmla="*/ 0 h 4401879"/>
                <a:gd name="csX1" fmla="*/ 1998922 w 6602818"/>
                <a:gd name="csY1" fmla="*/ 1977656 h 4401879"/>
                <a:gd name="csX2" fmla="*/ 6602818 w 6602818"/>
                <a:gd name="csY2" fmla="*/ 4401879 h 4401879"/>
                <a:gd name="csX0" fmla="*/ 0 w 8442251"/>
                <a:gd name="csY0" fmla="*/ 0 h 5411972"/>
                <a:gd name="csX1" fmla="*/ 1998922 w 8442251"/>
                <a:gd name="csY1" fmla="*/ 1977656 h 5411972"/>
                <a:gd name="csX2" fmla="*/ 8442251 w 8442251"/>
                <a:gd name="csY2" fmla="*/ 5411972 h 5411972"/>
                <a:gd name="csX0" fmla="*/ 0 w 9484956"/>
                <a:gd name="csY0" fmla="*/ 0 h 5398070"/>
                <a:gd name="csX1" fmla="*/ 1998922 w 9484956"/>
                <a:gd name="csY1" fmla="*/ 1977656 h 5398070"/>
                <a:gd name="csX2" fmla="*/ 9484956 w 9484956"/>
                <a:gd name="csY2" fmla="*/ 5398070 h 5398070"/>
                <a:gd name="csX0" fmla="*/ 0 w 9484956"/>
                <a:gd name="csY0" fmla="*/ 0 h 5398070"/>
                <a:gd name="csX1" fmla="*/ 2763571 w 9484956"/>
                <a:gd name="csY1" fmla="*/ 2770112 h 5398070"/>
                <a:gd name="csX2" fmla="*/ 9484956 w 9484956"/>
                <a:gd name="csY2" fmla="*/ 5398070 h 5398070"/>
                <a:gd name="csX0" fmla="*/ 0 w 6721385"/>
                <a:gd name="csY0" fmla="*/ 0 h 2627958"/>
                <a:gd name="csX1" fmla="*/ 6721385 w 6721385"/>
                <a:gd name="csY1" fmla="*/ 2627958 h 2627958"/>
                <a:gd name="csX0" fmla="*/ 0 w 8987530"/>
                <a:gd name="csY0" fmla="*/ 0 h 4908005"/>
                <a:gd name="csX1" fmla="*/ 8987530 w 8987530"/>
                <a:gd name="csY1" fmla="*/ 4908005 h 49080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987530" h="4908005">
                  <a:moveTo>
                    <a:pt x="0" y="0"/>
                  </a:moveTo>
                  <a:lnTo>
                    <a:pt x="8987530" y="4908005"/>
                  </a:lnTo>
                </a:path>
              </a:pathLst>
            </a:cu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BF2F1F0C-42DF-B928-123E-710ED456C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733373">
              <a:off x="1854440" y="1830365"/>
              <a:ext cx="1473200" cy="22860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86E9FCC3-E183-D5F7-8774-6C1B61C77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6873" y="2493775"/>
              <a:ext cx="177800" cy="190500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0CAEDA8F-D2A0-A15D-8ACB-B707889B7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08240" y="2872267"/>
              <a:ext cx="190500" cy="17780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21232CD-B88A-0F22-2D88-F8D2DC371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97213" y="5396472"/>
              <a:ext cx="190500" cy="190500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23A7A76C-8275-59DB-30E1-BD778950F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35132" y="6221532"/>
              <a:ext cx="203200" cy="177800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61B7DFE-9A84-0329-FBBA-91D6B5C23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36910" y="6636201"/>
              <a:ext cx="190500" cy="177800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9726BA9-BD74-E77F-BF7F-F30F4671F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6693" y="3802529"/>
              <a:ext cx="271956" cy="145691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1A9FC9E-9875-B474-2EE8-ABBF39EE0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733373">
              <a:off x="3308323" y="5552718"/>
              <a:ext cx="1473200" cy="228600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0473C63-8FCC-52BE-82A5-1F45E027F120}"/>
                </a:ext>
              </a:extLst>
            </p:cNvPr>
            <p:cNvCxnSpPr>
              <a:cxnSpLocks/>
            </p:cNvCxnSpPr>
            <p:nvPr/>
          </p:nvCxnSpPr>
          <p:spPr>
            <a:xfrm>
              <a:off x="949808" y="4009815"/>
              <a:ext cx="2058761" cy="0"/>
            </a:xfrm>
            <a:prstGeom prst="straightConnector1">
              <a:avLst/>
            </a:prstGeom>
            <a:ln w="34925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F7549A5-3488-9D32-260F-048DDD7D572A}"/>
                </a:ext>
              </a:extLst>
            </p:cNvPr>
            <p:cNvSpPr/>
            <p:nvPr/>
          </p:nvSpPr>
          <p:spPr>
            <a:xfrm>
              <a:off x="1323112" y="3099602"/>
              <a:ext cx="4572151" cy="2480117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  <a:gd name="csX0" fmla="*/ 0 w 3770453"/>
                <a:gd name="csY0" fmla="*/ 0 h 3776676"/>
                <a:gd name="csX1" fmla="*/ 3770453 w 3770453"/>
                <a:gd name="csY1" fmla="*/ 3776676 h 3776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70453" h="3776676">
                  <a:moveTo>
                    <a:pt x="0" y="0"/>
                  </a:moveTo>
                  <a:lnTo>
                    <a:pt x="3770453" y="3776676"/>
                  </a:lnTo>
                </a:path>
              </a:pathLst>
            </a:custGeom>
            <a:ln w="28575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CB790EF-BD95-501D-0C67-045C4652A654}"/>
                </a:ext>
              </a:extLst>
            </p:cNvPr>
            <p:cNvCxnSpPr>
              <a:cxnSpLocks/>
            </p:cNvCxnSpPr>
            <p:nvPr/>
          </p:nvCxnSpPr>
          <p:spPr>
            <a:xfrm>
              <a:off x="925529" y="404047"/>
              <a:ext cx="232808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DA46620-1A4C-2745-1C39-3D29692DF2E5}"/>
                </a:ext>
              </a:extLst>
            </p:cNvPr>
            <p:cNvCxnSpPr>
              <a:cxnSpLocks/>
            </p:cNvCxnSpPr>
            <p:nvPr/>
          </p:nvCxnSpPr>
          <p:spPr>
            <a:xfrm>
              <a:off x="5895263" y="5591359"/>
              <a:ext cx="1227547" cy="1302887"/>
            </a:xfrm>
            <a:prstGeom prst="line">
              <a:avLst/>
            </a:prstGeom>
            <a:ln w="317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6C96FFE-21C1-6709-2707-B99FC10E6A71}"/>
                </a:ext>
              </a:extLst>
            </p:cNvPr>
            <p:cNvCxnSpPr>
              <a:cxnSpLocks/>
            </p:cNvCxnSpPr>
            <p:nvPr/>
          </p:nvCxnSpPr>
          <p:spPr>
            <a:xfrm>
              <a:off x="965285" y="2734733"/>
              <a:ext cx="389767" cy="415085"/>
            </a:xfrm>
            <a:prstGeom prst="line">
              <a:avLst/>
            </a:prstGeom>
            <a:ln w="317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7C867EE-9CB1-B5EE-69EF-3E5CD9067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767390" y="5934597"/>
              <a:ext cx="584200" cy="241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100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50DD3-9E23-B437-3C39-F8B96783A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061CD64-5CE3-5EB9-C573-F4701D4095A1}"/>
              </a:ext>
            </a:extLst>
          </p:cNvPr>
          <p:cNvGrpSpPr/>
          <p:nvPr/>
        </p:nvGrpSpPr>
        <p:grpSpPr>
          <a:xfrm>
            <a:off x="-202462" y="90681"/>
            <a:ext cx="8772298" cy="6809848"/>
            <a:chOff x="-202462" y="90681"/>
            <a:chExt cx="8772298" cy="680984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0ED6DE4-C9CF-642B-2EF0-726D65D452D6}"/>
                </a:ext>
              </a:extLst>
            </p:cNvPr>
            <p:cNvSpPr/>
            <p:nvPr/>
          </p:nvSpPr>
          <p:spPr>
            <a:xfrm>
              <a:off x="712379" y="5542413"/>
              <a:ext cx="7825563" cy="1302887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3DC62A-A89F-E790-5CDC-29BE28CFF35D}"/>
                </a:ext>
              </a:extLst>
            </p:cNvPr>
            <p:cNvSpPr/>
            <p:nvPr/>
          </p:nvSpPr>
          <p:spPr>
            <a:xfrm>
              <a:off x="712379" y="3117326"/>
              <a:ext cx="7825563" cy="24193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6BF8018-5A77-FF02-3167-BE058F606979}"/>
                </a:ext>
              </a:extLst>
            </p:cNvPr>
            <p:cNvCxnSpPr>
              <a:cxnSpLocks/>
            </p:cNvCxnSpPr>
            <p:nvPr/>
          </p:nvCxnSpPr>
          <p:spPr>
            <a:xfrm>
              <a:off x="680484" y="3121660"/>
              <a:ext cx="7825557" cy="43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ECE546-0935-1D87-EBB4-40628731DBDF}"/>
                </a:ext>
              </a:extLst>
            </p:cNvPr>
            <p:cNvCxnSpPr>
              <a:cxnSpLocks/>
            </p:cNvCxnSpPr>
            <p:nvPr/>
          </p:nvCxnSpPr>
          <p:spPr>
            <a:xfrm>
              <a:off x="985258" y="6001644"/>
              <a:ext cx="5298584" cy="0"/>
            </a:xfrm>
            <a:prstGeom prst="straightConnector1">
              <a:avLst/>
            </a:prstGeom>
            <a:ln w="34925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9F645A0-4B80-FE8C-0578-1BC6683A104E}"/>
                </a:ext>
              </a:extLst>
            </p:cNvPr>
            <p:cNvCxnSpPr>
              <a:cxnSpLocks/>
            </p:cNvCxnSpPr>
            <p:nvPr/>
          </p:nvCxnSpPr>
          <p:spPr>
            <a:xfrm>
              <a:off x="933369" y="6272939"/>
              <a:ext cx="5465668" cy="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F96DA64-2571-73EB-6C0A-46D6F5A02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0869" y="5766008"/>
              <a:ext cx="271956" cy="14569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A61FFDB-69D3-BE10-B82C-2501C4736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8865" y="6084767"/>
              <a:ext cx="203967" cy="145691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5399AA62-B6AA-DA47-C9CB-56928CF63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2919" y="4185494"/>
              <a:ext cx="495349" cy="174829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CEA784E-1B9D-30C5-F115-DD98AC108EE5}"/>
                </a:ext>
              </a:extLst>
            </p:cNvPr>
            <p:cNvSpPr/>
            <p:nvPr/>
          </p:nvSpPr>
          <p:spPr>
            <a:xfrm>
              <a:off x="744286" y="2750108"/>
              <a:ext cx="7825550" cy="367217"/>
            </a:xfrm>
            <a:prstGeom prst="rect">
              <a:avLst/>
            </a:prstGeom>
            <a:solidFill>
              <a:srgbClr val="00B0F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77D4B39-4573-BD6C-6EF7-A3EB37A91E06}"/>
                </a:ext>
              </a:extLst>
            </p:cNvPr>
            <p:cNvSpPr/>
            <p:nvPr/>
          </p:nvSpPr>
          <p:spPr>
            <a:xfrm>
              <a:off x="989484" y="2761550"/>
              <a:ext cx="4130847" cy="4138979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01340" h="5411972">
                  <a:moveTo>
                    <a:pt x="0" y="0"/>
                  </a:moveTo>
                  <a:lnTo>
                    <a:pt x="5401340" y="5411972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2040CC1-723B-290C-A3F8-70C66DB17334}"/>
                </a:ext>
              </a:extLst>
            </p:cNvPr>
            <p:cNvSpPr/>
            <p:nvPr/>
          </p:nvSpPr>
          <p:spPr>
            <a:xfrm>
              <a:off x="951017" y="404047"/>
              <a:ext cx="6171793" cy="6478758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01340" h="5411972">
                  <a:moveTo>
                    <a:pt x="0" y="0"/>
                  </a:moveTo>
                  <a:lnTo>
                    <a:pt x="5401340" y="5411972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`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E360266-E7E0-1251-A514-C88552CE42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223" y="111947"/>
              <a:ext cx="43035" cy="67708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38514F29-C25B-436E-96DD-0DD6F577A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30269" y="90681"/>
              <a:ext cx="177800" cy="29210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71ABB23A-CBFB-D9F9-9043-0BC82645C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9037" y="2836229"/>
              <a:ext cx="1981200" cy="228600"/>
            </a:xfrm>
            <a:prstGeom prst="rect">
              <a:avLst/>
            </a:prstGeom>
          </p:spPr>
        </p:pic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10315C24-EAD6-8E5F-D3D0-BF14429E97E4}"/>
                </a:ext>
              </a:extLst>
            </p:cNvPr>
            <p:cNvSpPr/>
            <p:nvPr/>
          </p:nvSpPr>
          <p:spPr>
            <a:xfrm>
              <a:off x="1357166" y="3121379"/>
              <a:ext cx="6053728" cy="3772867"/>
            </a:xfrm>
            <a:custGeom>
              <a:avLst/>
              <a:gdLst>
                <a:gd name="csX0" fmla="*/ 0 w 5092995"/>
                <a:gd name="csY0" fmla="*/ 0 h 4912242"/>
                <a:gd name="csX1" fmla="*/ 1456661 w 5092995"/>
                <a:gd name="csY1" fmla="*/ 1499191 h 4912242"/>
                <a:gd name="csX2" fmla="*/ 5092995 w 5092995"/>
                <a:gd name="csY2" fmla="*/ 4912242 h 4912242"/>
                <a:gd name="csX0" fmla="*/ 0 w 5092995"/>
                <a:gd name="csY0" fmla="*/ 0 h 4912242"/>
                <a:gd name="csX1" fmla="*/ 1998922 w 5092995"/>
                <a:gd name="csY1" fmla="*/ 1977656 h 4912242"/>
                <a:gd name="csX2" fmla="*/ 5092995 w 5092995"/>
                <a:gd name="csY2" fmla="*/ 4912242 h 4912242"/>
                <a:gd name="csX0" fmla="*/ 0 w 6602818"/>
                <a:gd name="csY0" fmla="*/ 0 h 4401879"/>
                <a:gd name="csX1" fmla="*/ 1998922 w 6602818"/>
                <a:gd name="csY1" fmla="*/ 1977656 h 4401879"/>
                <a:gd name="csX2" fmla="*/ 6602818 w 6602818"/>
                <a:gd name="csY2" fmla="*/ 4401879 h 4401879"/>
                <a:gd name="csX0" fmla="*/ 0 w 8442251"/>
                <a:gd name="csY0" fmla="*/ 0 h 5411972"/>
                <a:gd name="csX1" fmla="*/ 1998922 w 8442251"/>
                <a:gd name="csY1" fmla="*/ 1977656 h 5411972"/>
                <a:gd name="csX2" fmla="*/ 8442251 w 8442251"/>
                <a:gd name="csY2" fmla="*/ 5411972 h 5411972"/>
                <a:gd name="csX0" fmla="*/ 0 w 9484956"/>
                <a:gd name="csY0" fmla="*/ 0 h 5398070"/>
                <a:gd name="csX1" fmla="*/ 1998922 w 9484956"/>
                <a:gd name="csY1" fmla="*/ 1977656 h 5398070"/>
                <a:gd name="csX2" fmla="*/ 9484956 w 9484956"/>
                <a:gd name="csY2" fmla="*/ 5398070 h 5398070"/>
                <a:gd name="csX0" fmla="*/ 0 w 9484956"/>
                <a:gd name="csY0" fmla="*/ 0 h 5398070"/>
                <a:gd name="csX1" fmla="*/ 2763571 w 9484956"/>
                <a:gd name="csY1" fmla="*/ 2770112 h 5398070"/>
                <a:gd name="csX2" fmla="*/ 9484956 w 9484956"/>
                <a:gd name="csY2" fmla="*/ 5398070 h 5398070"/>
                <a:gd name="csX0" fmla="*/ 0 w 6721385"/>
                <a:gd name="csY0" fmla="*/ 0 h 2627958"/>
                <a:gd name="csX1" fmla="*/ 6721385 w 6721385"/>
                <a:gd name="csY1" fmla="*/ 2627958 h 2627958"/>
                <a:gd name="csX0" fmla="*/ 0 w 8987530"/>
                <a:gd name="csY0" fmla="*/ 0 h 4908005"/>
                <a:gd name="csX1" fmla="*/ 8987530 w 8987530"/>
                <a:gd name="csY1" fmla="*/ 4908005 h 49080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987530" h="4908005">
                  <a:moveTo>
                    <a:pt x="0" y="0"/>
                  </a:moveTo>
                  <a:lnTo>
                    <a:pt x="8987530" y="4908005"/>
                  </a:lnTo>
                </a:path>
              </a:pathLst>
            </a:cu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48EEC8F3-F8F7-BAC1-5031-8171720A0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733373">
              <a:off x="1854440" y="1830365"/>
              <a:ext cx="1473200" cy="22860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17D23A7-873E-1303-E8BF-A654A8E96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6873" y="2493775"/>
              <a:ext cx="177800" cy="190500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19838CA5-A09F-6555-B346-4CCB4DCC5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08240" y="2872267"/>
              <a:ext cx="190500" cy="17780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22EA37B6-5416-429C-7B1E-E98634CA5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97213" y="5396472"/>
              <a:ext cx="190500" cy="190500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38DC44F-48E2-A91B-5556-FFF70B142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35132" y="6221532"/>
              <a:ext cx="203200" cy="177800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D3240C3A-E8D5-20C9-D090-78F011D5B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36910" y="6636201"/>
              <a:ext cx="190500" cy="177800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74036612-2E9D-ABD7-DF2A-153113A08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6693" y="3802529"/>
              <a:ext cx="271956" cy="145691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0724069-66FE-0D08-75F5-C123FF649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733373">
              <a:off x="3308323" y="5552718"/>
              <a:ext cx="1473200" cy="228600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4EE977A-A308-003A-519F-166E5AFED635}"/>
                </a:ext>
              </a:extLst>
            </p:cNvPr>
            <p:cNvCxnSpPr>
              <a:cxnSpLocks/>
            </p:cNvCxnSpPr>
            <p:nvPr/>
          </p:nvCxnSpPr>
          <p:spPr>
            <a:xfrm>
              <a:off x="949808" y="4009815"/>
              <a:ext cx="2058761" cy="0"/>
            </a:xfrm>
            <a:prstGeom prst="straightConnector1">
              <a:avLst/>
            </a:prstGeom>
            <a:ln w="34925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EB8B9D2-F008-829B-F64E-75D9873DBD48}"/>
                </a:ext>
              </a:extLst>
            </p:cNvPr>
            <p:cNvSpPr/>
            <p:nvPr/>
          </p:nvSpPr>
          <p:spPr>
            <a:xfrm>
              <a:off x="1323112" y="3099602"/>
              <a:ext cx="4572151" cy="2480117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  <a:gd name="csX0" fmla="*/ 0 w 3770453"/>
                <a:gd name="csY0" fmla="*/ 0 h 3776676"/>
                <a:gd name="csX1" fmla="*/ 3770453 w 3770453"/>
                <a:gd name="csY1" fmla="*/ 3776676 h 3776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70453" h="3776676">
                  <a:moveTo>
                    <a:pt x="0" y="0"/>
                  </a:moveTo>
                  <a:lnTo>
                    <a:pt x="3770453" y="3776676"/>
                  </a:lnTo>
                </a:path>
              </a:pathLst>
            </a:custGeom>
            <a:ln w="28575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979535-23F4-193F-9519-CE9253073EA8}"/>
                </a:ext>
              </a:extLst>
            </p:cNvPr>
            <p:cNvCxnSpPr>
              <a:cxnSpLocks/>
            </p:cNvCxnSpPr>
            <p:nvPr/>
          </p:nvCxnSpPr>
          <p:spPr>
            <a:xfrm>
              <a:off x="925529" y="404047"/>
              <a:ext cx="232808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435E902-931E-E7B9-2610-109D09DB4EF4}"/>
                </a:ext>
              </a:extLst>
            </p:cNvPr>
            <p:cNvCxnSpPr>
              <a:cxnSpLocks/>
            </p:cNvCxnSpPr>
            <p:nvPr/>
          </p:nvCxnSpPr>
          <p:spPr>
            <a:xfrm>
              <a:off x="5895263" y="5591359"/>
              <a:ext cx="1227547" cy="1302887"/>
            </a:xfrm>
            <a:prstGeom prst="line">
              <a:avLst/>
            </a:prstGeom>
            <a:ln w="317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82A197F-9B65-25C6-1825-4090462239E3}"/>
                </a:ext>
              </a:extLst>
            </p:cNvPr>
            <p:cNvCxnSpPr>
              <a:cxnSpLocks/>
            </p:cNvCxnSpPr>
            <p:nvPr/>
          </p:nvCxnSpPr>
          <p:spPr>
            <a:xfrm>
              <a:off x="965285" y="2734733"/>
              <a:ext cx="389767" cy="415085"/>
            </a:xfrm>
            <a:prstGeom prst="line">
              <a:avLst/>
            </a:prstGeom>
            <a:ln w="317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E9AE6934-3562-2751-72A1-3C1913D98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767390" y="5934597"/>
              <a:ext cx="584200" cy="241300"/>
            </a:xfrm>
            <a:prstGeom prst="rect">
              <a:avLst/>
            </a:prstGeom>
          </p:spPr>
        </p:pic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F6EC532B-C95E-8E25-C321-00258F6434E6}"/>
                </a:ext>
              </a:extLst>
            </p:cNvPr>
            <p:cNvSpPr/>
            <p:nvPr/>
          </p:nvSpPr>
          <p:spPr>
            <a:xfrm>
              <a:off x="-202462" y="5156208"/>
              <a:ext cx="2359310" cy="393028"/>
            </a:xfrm>
            <a:custGeom>
              <a:avLst/>
              <a:gdLst>
                <a:gd name="csX0" fmla="*/ 0 w 1594884"/>
                <a:gd name="csY0" fmla="*/ 159488 h 202018"/>
                <a:gd name="csX1" fmla="*/ 340242 w 1594884"/>
                <a:gd name="csY1" fmla="*/ 10632 h 202018"/>
                <a:gd name="csX2" fmla="*/ 499731 w 1594884"/>
                <a:gd name="csY2" fmla="*/ 0 h 202018"/>
                <a:gd name="csX3" fmla="*/ 967563 w 1594884"/>
                <a:gd name="csY3" fmla="*/ 10632 h 202018"/>
                <a:gd name="csX4" fmla="*/ 1350335 w 1594884"/>
                <a:gd name="csY4" fmla="*/ 127591 h 202018"/>
                <a:gd name="csX5" fmla="*/ 1594884 w 1594884"/>
                <a:gd name="csY5" fmla="*/ 202018 h 202018"/>
                <a:gd name="csX0" fmla="*/ 0 w 1594884"/>
                <a:gd name="csY0" fmla="*/ 164233 h 206763"/>
                <a:gd name="csX1" fmla="*/ 340242 w 1594884"/>
                <a:gd name="csY1" fmla="*/ 15377 h 206763"/>
                <a:gd name="csX2" fmla="*/ 499731 w 1594884"/>
                <a:gd name="csY2" fmla="*/ 4745 h 206763"/>
                <a:gd name="csX3" fmla="*/ 967563 w 1594884"/>
                <a:gd name="csY3" fmla="*/ 15377 h 206763"/>
                <a:gd name="csX4" fmla="*/ 1350335 w 1594884"/>
                <a:gd name="csY4" fmla="*/ 132336 h 206763"/>
                <a:gd name="csX5" fmla="*/ 1594884 w 1594884"/>
                <a:gd name="csY5" fmla="*/ 206763 h 206763"/>
                <a:gd name="csX0" fmla="*/ 0 w 1594884"/>
                <a:gd name="csY0" fmla="*/ 164233 h 206763"/>
                <a:gd name="csX1" fmla="*/ 340242 w 1594884"/>
                <a:gd name="csY1" fmla="*/ 15377 h 206763"/>
                <a:gd name="csX2" fmla="*/ 499731 w 1594884"/>
                <a:gd name="csY2" fmla="*/ 4745 h 206763"/>
                <a:gd name="csX3" fmla="*/ 967563 w 1594884"/>
                <a:gd name="csY3" fmla="*/ 15377 h 206763"/>
                <a:gd name="csX4" fmla="*/ 1594884 w 1594884"/>
                <a:gd name="csY4" fmla="*/ 206763 h 206763"/>
                <a:gd name="csX0" fmla="*/ 0 w 1594884"/>
                <a:gd name="csY0" fmla="*/ 170203 h 212733"/>
                <a:gd name="csX1" fmla="*/ 340242 w 1594884"/>
                <a:gd name="csY1" fmla="*/ 21347 h 212733"/>
                <a:gd name="csX2" fmla="*/ 967563 w 1594884"/>
                <a:gd name="csY2" fmla="*/ 21347 h 212733"/>
                <a:gd name="csX3" fmla="*/ 1594884 w 1594884"/>
                <a:gd name="csY3" fmla="*/ 212733 h 212733"/>
                <a:gd name="csX0" fmla="*/ 0 w 1594884"/>
                <a:gd name="csY0" fmla="*/ 183561 h 226091"/>
                <a:gd name="csX1" fmla="*/ 340242 w 1594884"/>
                <a:gd name="csY1" fmla="*/ 34705 h 226091"/>
                <a:gd name="csX2" fmla="*/ 967563 w 1594884"/>
                <a:gd name="csY2" fmla="*/ 34705 h 226091"/>
                <a:gd name="csX3" fmla="*/ 1594884 w 1594884"/>
                <a:gd name="csY3" fmla="*/ 226091 h 226091"/>
                <a:gd name="csX0" fmla="*/ 0 w 1594884"/>
                <a:gd name="csY0" fmla="*/ 149194 h 191724"/>
                <a:gd name="csX1" fmla="*/ 340242 w 1594884"/>
                <a:gd name="csY1" fmla="*/ 338 h 191724"/>
                <a:gd name="csX2" fmla="*/ 1594884 w 1594884"/>
                <a:gd name="csY2" fmla="*/ 191724 h 191724"/>
                <a:gd name="csX0" fmla="*/ 0 w 1594884"/>
                <a:gd name="csY0" fmla="*/ 158692 h 201222"/>
                <a:gd name="csX1" fmla="*/ 784742 w 1594884"/>
                <a:gd name="csY1" fmla="*/ 311 h 201222"/>
                <a:gd name="csX2" fmla="*/ 1594884 w 1594884"/>
                <a:gd name="csY2" fmla="*/ 201222 h 201222"/>
                <a:gd name="csX0" fmla="*/ 0 w 1594884"/>
                <a:gd name="csY0" fmla="*/ 158663 h 201193"/>
                <a:gd name="csX1" fmla="*/ 784742 w 1594884"/>
                <a:gd name="csY1" fmla="*/ 282 h 201193"/>
                <a:gd name="csX2" fmla="*/ 1594884 w 1594884"/>
                <a:gd name="csY2" fmla="*/ 201193 h 201193"/>
                <a:gd name="csX0" fmla="*/ 0 w 1610759"/>
                <a:gd name="csY0" fmla="*/ 158449 h 178754"/>
                <a:gd name="csX1" fmla="*/ 784742 w 1610759"/>
                <a:gd name="csY1" fmla="*/ 68 h 178754"/>
                <a:gd name="csX2" fmla="*/ 1610759 w 1610759"/>
                <a:gd name="csY2" fmla="*/ 178754 h 178754"/>
                <a:gd name="csX0" fmla="*/ 0 w 1617109"/>
                <a:gd name="csY0" fmla="*/ 177432 h 178687"/>
                <a:gd name="csX1" fmla="*/ 791092 w 1617109"/>
                <a:gd name="csY1" fmla="*/ 1 h 178687"/>
                <a:gd name="csX2" fmla="*/ 1617109 w 1617109"/>
                <a:gd name="csY2" fmla="*/ 178687 h 178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17109" h="178687">
                  <a:moveTo>
                    <a:pt x="0" y="177432"/>
                  </a:moveTo>
                  <a:cubicBezTo>
                    <a:pt x="265814" y="140513"/>
                    <a:pt x="521574" y="-208"/>
                    <a:pt x="791092" y="1"/>
                  </a:cubicBezTo>
                  <a:cubicBezTo>
                    <a:pt x="1060610" y="210"/>
                    <a:pt x="1355725" y="138815"/>
                    <a:pt x="1617109" y="178687"/>
                  </a:cubicBezTo>
                </a:path>
              </a:pathLst>
            </a:custGeom>
            <a:solidFill>
              <a:srgbClr val="00B0F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187DF51-C7CF-DE47-7CEB-0B2CAB25F758}"/>
                </a:ext>
              </a:extLst>
            </p:cNvPr>
            <p:cNvSpPr/>
            <p:nvPr/>
          </p:nvSpPr>
          <p:spPr>
            <a:xfrm>
              <a:off x="990600" y="2755900"/>
              <a:ext cx="4470400" cy="2374900"/>
            </a:xfrm>
            <a:custGeom>
              <a:avLst/>
              <a:gdLst>
                <a:gd name="csX0" fmla="*/ 0 w 4470400"/>
                <a:gd name="csY0" fmla="*/ 0 h 2374900"/>
                <a:gd name="csX1" fmla="*/ 342900 w 4470400"/>
                <a:gd name="csY1" fmla="*/ 393700 h 2374900"/>
                <a:gd name="csX2" fmla="*/ 4470400 w 4470400"/>
                <a:gd name="csY2" fmla="*/ 2374900 h 2374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70400" h="2374900">
                  <a:moveTo>
                    <a:pt x="0" y="0"/>
                  </a:moveTo>
                  <a:lnTo>
                    <a:pt x="342900" y="393700"/>
                  </a:lnTo>
                  <a:lnTo>
                    <a:pt x="4470400" y="2374900"/>
                  </a:ln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D61984-D8B1-3902-EA67-DBD073778A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629" y="5130800"/>
              <a:ext cx="4497371" cy="10347"/>
            </a:xfrm>
            <a:prstGeom prst="line">
              <a:avLst/>
            </a:prstGeom>
            <a:ln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AE0D61-445A-96A1-AFE0-DC311AAE6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581650" y="4991100"/>
              <a:ext cx="266700" cy="2286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915BCCE-0F3F-FEE4-1780-EAD17E746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84300" y="3460750"/>
              <a:ext cx="279400" cy="215900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6A96C3-0420-1AF1-6643-04290C42D210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1663700" y="3460750"/>
              <a:ext cx="4231563" cy="211896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4214B5B-BFC0-4452-A578-FBF1474871C6}"/>
                </a:ext>
              </a:extLst>
            </p:cNvPr>
            <p:cNvSpPr/>
            <p:nvPr/>
          </p:nvSpPr>
          <p:spPr>
            <a:xfrm>
              <a:off x="1346200" y="3149600"/>
              <a:ext cx="4546600" cy="2425700"/>
            </a:xfrm>
            <a:custGeom>
              <a:avLst/>
              <a:gdLst>
                <a:gd name="csX0" fmla="*/ 0 w 4546600"/>
                <a:gd name="csY0" fmla="*/ 0 h 2425700"/>
                <a:gd name="csX1" fmla="*/ 4546600 w 4546600"/>
                <a:gd name="csY1" fmla="*/ 2425700 h 2425700"/>
                <a:gd name="csX2" fmla="*/ 4140200 w 4546600"/>
                <a:gd name="csY2" fmla="*/ 2006600 h 2425700"/>
                <a:gd name="csX3" fmla="*/ 0 w 4546600"/>
                <a:gd name="csY3" fmla="*/ 0 h 2425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546600" h="2425700">
                  <a:moveTo>
                    <a:pt x="0" y="0"/>
                  </a:moveTo>
                  <a:lnTo>
                    <a:pt x="4546600" y="2425700"/>
                  </a:lnTo>
                  <a:lnTo>
                    <a:pt x="4140200" y="2006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C3106A65-22D2-256F-84CE-FFB68A02606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97745" y="5464840"/>
            <a:ext cx="1905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6D3F-80B7-8F1A-F75B-106379AD9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9774AA2-5AB2-95D7-0659-77E62FDD11E7}"/>
              </a:ext>
            </a:extLst>
          </p:cNvPr>
          <p:cNvGrpSpPr/>
          <p:nvPr/>
        </p:nvGrpSpPr>
        <p:grpSpPr>
          <a:xfrm>
            <a:off x="546514" y="90681"/>
            <a:ext cx="8023322" cy="6809848"/>
            <a:chOff x="546514" y="90681"/>
            <a:chExt cx="8023322" cy="680984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2A67E5D-C6BE-3A4F-ECE9-121ED992580A}"/>
                </a:ext>
              </a:extLst>
            </p:cNvPr>
            <p:cNvSpPr/>
            <p:nvPr/>
          </p:nvSpPr>
          <p:spPr>
            <a:xfrm>
              <a:off x="712379" y="5542413"/>
              <a:ext cx="7825563" cy="1302887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C3C9246-A310-E3E2-4CBA-20FF84025636}"/>
                </a:ext>
              </a:extLst>
            </p:cNvPr>
            <p:cNvSpPr/>
            <p:nvPr/>
          </p:nvSpPr>
          <p:spPr>
            <a:xfrm>
              <a:off x="712379" y="3117326"/>
              <a:ext cx="7825563" cy="24193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5A7C741-0427-6673-8BDC-32947F164101}"/>
                </a:ext>
              </a:extLst>
            </p:cNvPr>
            <p:cNvCxnSpPr>
              <a:cxnSpLocks/>
            </p:cNvCxnSpPr>
            <p:nvPr/>
          </p:nvCxnSpPr>
          <p:spPr>
            <a:xfrm>
              <a:off x="680484" y="3121660"/>
              <a:ext cx="7825557" cy="43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740DBF5-4103-697F-4D3A-279F71262498}"/>
                </a:ext>
              </a:extLst>
            </p:cNvPr>
            <p:cNvCxnSpPr>
              <a:cxnSpLocks/>
            </p:cNvCxnSpPr>
            <p:nvPr/>
          </p:nvCxnSpPr>
          <p:spPr>
            <a:xfrm>
              <a:off x="985258" y="6001644"/>
              <a:ext cx="5298584" cy="0"/>
            </a:xfrm>
            <a:prstGeom prst="straightConnector1">
              <a:avLst/>
            </a:prstGeom>
            <a:ln w="34925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CE1FD5D-B3C7-1C9F-49E8-CD5192423935}"/>
                </a:ext>
              </a:extLst>
            </p:cNvPr>
            <p:cNvCxnSpPr>
              <a:cxnSpLocks/>
            </p:cNvCxnSpPr>
            <p:nvPr/>
          </p:nvCxnSpPr>
          <p:spPr>
            <a:xfrm>
              <a:off x="933369" y="6272939"/>
              <a:ext cx="5465668" cy="0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B1C88BDC-44F7-DCAF-6A7D-A4A242D07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0869" y="5766008"/>
              <a:ext cx="271956" cy="145691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C62E390-0773-0313-E920-A8A0804A9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8865" y="6084767"/>
              <a:ext cx="203967" cy="145691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1A36EC8F-281B-E6E2-50C8-1F023EB7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2919" y="4185494"/>
              <a:ext cx="495349" cy="174829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F9196FE-8E17-F5BA-18FC-67FBF6D4BE19}"/>
                </a:ext>
              </a:extLst>
            </p:cNvPr>
            <p:cNvSpPr/>
            <p:nvPr/>
          </p:nvSpPr>
          <p:spPr>
            <a:xfrm>
              <a:off x="744286" y="2750108"/>
              <a:ext cx="7825550" cy="367217"/>
            </a:xfrm>
            <a:prstGeom prst="rect">
              <a:avLst/>
            </a:prstGeom>
            <a:solidFill>
              <a:srgbClr val="00B0F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2F6AED4-07D0-C878-18FB-374FEB1196DB}"/>
                </a:ext>
              </a:extLst>
            </p:cNvPr>
            <p:cNvSpPr/>
            <p:nvPr/>
          </p:nvSpPr>
          <p:spPr>
            <a:xfrm>
              <a:off x="989484" y="2761550"/>
              <a:ext cx="4130847" cy="4138979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01340" h="5411972">
                  <a:moveTo>
                    <a:pt x="0" y="0"/>
                  </a:moveTo>
                  <a:lnTo>
                    <a:pt x="5401340" y="5411972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9B99994-2223-7B93-30E8-9F4B6E2AC8B3}"/>
                </a:ext>
              </a:extLst>
            </p:cNvPr>
            <p:cNvSpPr/>
            <p:nvPr/>
          </p:nvSpPr>
          <p:spPr>
            <a:xfrm>
              <a:off x="951017" y="404047"/>
              <a:ext cx="6171793" cy="6478758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401340" h="5411972">
                  <a:moveTo>
                    <a:pt x="0" y="0"/>
                  </a:moveTo>
                  <a:lnTo>
                    <a:pt x="5401340" y="5411972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`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C8B94EC-550E-3133-36E0-A05C7EB688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223" y="111947"/>
              <a:ext cx="43035" cy="67708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BCBA84A-D6C7-28AD-3E30-046F10733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30269" y="90681"/>
              <a:ext cx="177800" cy="29210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6EB8551-1272-F603-98A6-76002E344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9037" y="2836229"/>
              <a:ext cx="1981200" cy="228600"/>
            </a:xfrm>
            <a:prstGeom prst="rect">
              <a:avLst/>
            </a:prstGeom>
          </p:spPr>
        </p:pic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1457622F-1D1E-D4F8-2EAE-5B838C8D3B87}"/>
                </a:ext>
              </a:extLst>
            </p:cNvPr>
            <p:cNvSpPr/>
            <p:nvPr/>
          </p:nvSpPr>
          <p:spPr>
            <a:xfrm>
              <a:off x="1357166" y="3121379"/>
              <a:ext cx="6053728" cy="3772867"/>
            </a:xfrm>
            <a:custGeom>
              <a:avLst/>
              <a:gdLst>
                <a:gd name="csX0" fmla="*/ 0 w 5092995"/>
                <a:gd name="csY0" fmla="*/ 0 h 4912242"/>
                <a:gd name="csX1" fmla="*/ 1456661 w 5092995"/>
                <a:gd name="csY1" fmla="*/ 1499191 h 4912242"/>
                <a:gd name="csX2" fmla="*/ 5092995 w 5092995"/>
                <a:gd name="csY2" fmla="*/ 4912242 h 4912242"/>
                <a:gd name="csX0" fmla="*/ 0 w 5092995"/>
                <a:gd name="csY0" fmla="*/ 0 h 4912242"/>
                <a:gd name="csX1" fmla="*/ 1998922 w 5092995"/>
                <a:gd name="csY1" fmla="*/ 1977656 h 4912242"/>
                <a:gd name="csX2" fmla="*/ 5092995 w 5092995"/>
                <a:gd name="csY2" fmla="*/ 4912242 h 4912242"/>
                <a:gd name="csX0" fmla="*/ 0 w 6602818"/>
                <a:gd name="csY0" fmla="*/ 0 h 4401879"/>
                <a:gd name="csX1" fmla="*/ 1998922 w 6602818"/>
                <a:gd name="csY1" fmla="*/ 1977656 h 4401879"/>
                <a:gd name="csX2" fmla="*/ 6602818 w 6602818"/>
                <a:gd name="csY2" fmla="*/ 4401879 h 4401879"/>
                <a:gd name="csX0" fmla="*/ 0 w 8442251"/>
                <a:gd name="csY0" fmla="*/ 0 h 5411972"/>
                <a:gd name="csX1" fmla="*/ 1998922 w 8442251"/>
                <a:gd name="csY1" fmla="*/ 1977656 h 5411972"/>
                <a:gd name="csX2" fmla="*/ 8442251 w 8442251"/>
                <a:gd name="csY2" fmla="*/ 5411972 h 5411972"/>
                <a:gd name="csX0" fmla="*/ 0 w 9484956"/>
                <a:gd name="csY0" fmla="*/ 0 h 5398070"/>
                <a:gd name="csX1" fmla="*/ 1998922 w 9484956"/>
                <a:gd name="csY1" fmla="*/ 1977656 h 5398070"/>
                <a:gd name="csX2" fmla="*/ 9484956 w 9484956"/>
                <a:gd name="csY2" fmla="*/ 5398070 h 5398070"/>
                <a:gd name="csX0" fmla="*/ 0 w 9484956"/>
                <a:gd name="csY0" fmla="*/ 0 h 5398070"/>
                <a:gd name="csX1" fmla="*/ 2763571 w 9484956"/>
                <a:gd name="csY1" fmla="*/ 2770112 h 5398070"/>
                <a:gd name="csX2" fmla="*/ 9484956 w 9484956"/>
                <a:gd name="csY2" fmla="*/ 5398070 h 5398070"/>
                <a:gd name="csX0" fmla="*/ 0 w 6721385"/>
                <a:gd name="csY0" fmla="*/ 0 h 2627958"/>
                <a:gd name="csX1" fmla="*/ 6721385 w 6721385"/>
                <a:gd name="csY1" fmla="*/ 2627958 h 2627958"/>
                <a:gd name="csX0" fmla="*/ 0 w 8987530"/>
                <a:gd name="csY0" fmla="*/ 0 h 4908005"/>
                <a:gd name="csX1" fmla="*/ 8987530 w 8987530"/>
                <a:gd name="csY1" fmla="*/ 4908005 h 49080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987530" h="4908005">
                  <a:moveTo>
                    <a:pt x="0" y="0"/>
                  </a:moveTo>
                  <a:lnTo>
                    <a:pt x="8987530" y="4908005"/>
                  </a:lnTo>
                </a:path>
              </a:pathLst>
            </a:cu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5A686C6-D1CF-F5E6-5D61-15E9A63BB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733373">
              <a:off x="1854440" y="1830365"/>
              <a:ext cx="1473200" cy="22860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7F09405-83A3-9019-9B63-A8404409A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6873" y="2493775"/>
              <a:ext cx="177800" cy="190500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8F965AE-052A-43E6-0A35-560BE722F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08240" y="2872267"/>
              <a:ext cx="190500" cy="17780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F780558-E129-5A1D-3C2F-CB9E9A681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97213" y="5396472"/>
              <a:ext cx="190500" cy="190500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BA96AE7-D3F8-9696-F4C7-ED7D7F75D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35132" y="6221532"/>
              <a:ext cx="203200" cy="177800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D7DF4B5B-7E9A-A27A-611B-C0B069CD3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36910" y="6636201"/>
              <a:ext cx="190500" cy="177800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3A69EE21-2809-1D21-1D47-B98A6DC53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6693" y="3802529"/>
              <a:ext cx="271956" cy="145691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58CCFAE7-BFC8-57CF-982F-9E56D6215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733373">
              <a:off x="3308323" y="5552718"/>
              <a:ext cx="1473200" cy="228600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478A380-03B5-A456-4C06-46587B5600E6}"/>
                </a:ext>
              </a:extLst>
            </p:cNvPr>
            <p:cNvCxnSpPr>
              <a:cxnSpLocks/>
            </p:cNvCxnSpPr>
            <p:nvPr/>
          </p:nvCxnSpPr>
          <p:spPr>
            <a:xfrm>
              <a:off x="949808" y="4009815"/>
              <a:ext cx="2058761" cy="0"/>
            </a:xfrm>
            <a:prstGeom prst="straightConnector1">
              <a:avLst/>
            </a:prstGeom>
            <a:ln w="34925">
              <a:solidFill>
                <a:srgbClr val="0070C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248B6CF-643C-4F12-4DAB-7EE5F0ABDA30}"/>
                </a:ext>
              </a:extLst>
            </p:cNvPr>
            <p:cNvSpPr/>
            <p:nvPr/>
          </p:nvSpPr>
          <p:spPr>
            <a:xfrm>
              <a:off x="1323112" y="3099602"/>
              <a:ext cx="4572151" cy="2480117"/>
            </a:xfrm>
            <a:custGeom>
              <a:avLst/>
              <a:gdLst>
                <a:gd name="csX0" fmla="*/ 0 w 5401340"/>
                <a:gd name="csY0" fmla="*/ 0 h 5411972"/>
                <a:gd name="csX1" fmla="*/ 5401340 w 5401340"/>
                <a:gd name="csY1" fmla="*/ 5411972 h 5411972"/>
                <a:gd name="csX0" fmla="*/ 0 w 3770453"/>
                <a:gd name="csY0" fmla="*/ 0 h 3776676"/>
                <a:gd name="csX1" fmla="*/ 3770453 w 3770453"/>
                <a:gd name="csY1" fmla="*/ 3776676 h 3776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70453" h="3776676">
                  <a:moveTo>
                    <a:pt x="0" y="0"/>
                  </a:moveTo>
                  <a:lnTo>
                    <a:pt x="3770453" y="3776676"/>
                  </a:lnTo>
                </a:path>
              </a:pathLst>
            </a:custGeom>
            <a:ln w="28575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F9A899-F7B1-AF75-83EA-91741C2E421A}"/>
                </a:ext>
              </a:extLst>
            </p:cNvPr>
            <p:cNvCxnSpPr>
              <a:cxnSpLocks/>
            </p:cNvCxnSpPr>
            <p:nvPr/>
          </p:nvCxnSpPr>
          <p:spPr>
            <a:xfrm>
              <a:off x="925529" y="404047"/>
              <a:ext cx="232808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5321AEB-9D7E-A119-CFC2-60EE07A112B9}"/>
                </a:ext>
              </a:extLst>
            </p:cNvPr>
            <p:cNvCxnSpPr>
              <a:cxnSpLocks/>
            </p:cNvCxnSpPr>
            <p:nvPr/>
          </p:nvCxnSpPr>
          <p:spPr>
            <a:xfrm>
              <a:off x="5895263" y="5591359"/>
              <a:ext cx="1227547" cy="1302887"/>
            </a:xfrm>
            <a:prstGeom prst="line">
              <a:avLst/>
            </a:prstGeom>
            <a:ln w="317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AD8C57-BFC7-977E-84A8-BDCD1C40D1EC}"/>
                </a:ext>
              </a:extLst>
            </p:cNvPr>
            <p:cNvCxnSpPr>
              <a:cxnSpLocks/>
            </p:cNvCxnSpPr>
            <p:nvPr/>
          </p:nvCxnSpPr>
          <p:spPr>
            <a:xfrm>
              <a:off x="965285" y="2734733"/>
              <a:ext cx="389767" cy="415085"/>
            </a:xfrm>
            <a:prstGeom prst="line">
              <a:avLst/>
            </a:prstGeom>
            <a:ln w="317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FED58226-3BB5-5D91-3F7A-3458F72FD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767390" y="5934597"/>
              <a:ext cx="584200" cy="241300"/>
            </a:xfrm>
            <a:prstGeom prst="rect">
              <a:avLst/>
            </a:prstGeom>
          </p:spPr>
        </p:pic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D2B33833-0D09-C2AC-3740-7D1617C64BB3}"/>
                </a:ext>
              </a:extLst>
            </p:cNvPr>
            <p:cNvSpPr/>
            <p:nvPr/>
          </p:nvSpPr>
          <p:spPr>
            <a:xfrm>
              <a:off x="546514" y="3111853"/>
              <a:ext cx="298121" cy="2430559"/>
            </a:xfrm>
            <a:custGeom>
              <a:avLst/>
              <a:gdLst>
                <a:gd name="csX0" fmla="*/ 0 w 1594884"/>
                <a:gd name="csY0" fmla="*/ 159488 h 202018"/>
                <a:gd name="csX1" fmla="*/ 340242 w 1594884"/>
                <a:gd name="csY1" fmla="*/ 10632 h 202018"/>
                <a:gd name="csX2" fmla="*/ 499731 w 1594884"/>
                <a:gd name="csY2" fmla="*/ 0 h 202018"/>
                <a:gd name="csX3" fmla="*/ 967563 w 1594884"/>
                <a:gd name="csY3" fmla="*/ 10632 h 202018"/>
                <a:gd name="csX4" fmla="*/ 1350335 w 1594884"/>
                <a:gd name="csY4" fmla="*/ 127591 h 202018"/>
                <a:gd name="csX5" fmla="*/ 1594884 w 1594884"/>
                <a:gd name="csY5" fmla="*/ 202018 h 202018"/>
                <a:gd name="csX0" fmla="*/ 0 w 1594884"/>
                <a:gd name="csY0" fmla="*/ 164233 h 206763"/>
                <a:gd name="csX1" fmla="*/ 340242 w 1594884"/>
                <a:gd name="csY1" fmla="*/ 15377 h 206763"/>
                <a:gd name="csX2" fmla="*/ 499731 w 1594884"/>
                <a:gd name="csY2" fmla="*/ 4745 h 206763"/>
                <a:gd name="csX3" fmla="*/ 967563 w 1594884"/>
                <a:gd name="csY3" fmla="*/ 15377 h 206763"/>
                <a:gd name="csX4" fmla="*/ 1350335 w 1594884"/>
                <a:gd name="csY4" fmla="*/ 132336 h 206763"/>
                <a:gd name="csX5" fmla="*/ 1594884 w 1594884"/>
                <a:gd name="csY5" fmla="*/ 206763 h 206763"/>
                <a:gd name="csX0" fmla="*/ 0 w 1594884"/>
                <a:gd name="csY0" fmla="*/ 164233 h 206763"/>
                <a:gd name="csX1" fmla="*/ 340242 w 1594884"/>
                <a:gd name="csY1" fmla="*/ 15377 h 206763"/>
                <a:gd name="csX2" fmla="*/ 499731 w 1594884"/>
                <a:gd name="csY2" fmla="*/ 4745 h 206763"/>
                <a:gd name="csX3" fmla="*/ 967563 w 1594884"/>
                <a:gd name="csY3" fmla="*/ 15377 h 206763"/>
                <a:gd name="csX4" fmla="*/ 1594884 w 1594884"/>
                <a:gd name="csY4" fmla="*/ 206763 h 206763"/>
                <a:gd name="csX0" fmla="*/ 0 w 1594884"/>
                <a:gd name="csY0" fmla="*/ 170203 h 212733"/>
                <a:gd name="csX1" fmla="*/ 340242 w 1594884"/>
                <a:gd name="csY1" fmla="*/ 21347 h 212733"/>
                <a:gd name="csX2" fmla="*/ 967563 w 1594884"/>
                <a:gd name="csY2" fmla="*/ 21347 h 212733"/>
                <a:gd name="csX3" fmla="*/ 1594884 w 1594884"/>
                <a:gd name="csY3" fmla="*/ 212733 h 212733"/>
                <a:gd name="csX0" fmla="*/ 0 w 1594884"/>
                <a:gd name="csY0" fmla="*/ 183561 h 226091"/>
                <a:gd name="csX1" fmla="*/ 340242 w 1594884"/>
                <a:gd name="csY1" fmla="*/ 34705 h 226091"/>
                <a:gd name="csX2" fmla="*/ 967563 w 1594884"/>
                <a:gd name="csY2" fmla="*/ 34705 h 226091"/>
                <a:gd name="csX3" fmla="*/ 1594884 w 1594884"/>
                <a:gd name="csY3" fmla="*/ 226091 h 226091"/>
                <a:gd name="csX0" fmla="*/ 0 w 1594884"/>
                <a:gd name="csY0" fmla="*/ 149194 h 191724"/>
                <a:gd name="csX1" fmla="*/ 340242 w 1594884"/>
                <a:gd name="csY1" fmla="*/ 338 h 191724"/>
                <a:gd name="csX2" fmla="*/ 1594884 w 1594884"/>
                <a:gd name="csY2" fmla="*/ 191724 h 191724"/>
                <a:gd name="csX0" fmla="*/ 0 w 1594884"/>
                <a:gd name="csY0" fmla="*/ 158692 h 201222"/>
                <a:gd name="csX1" fmla="*/ 784742 w 1594884"/>
                <a:gd name="csY1" fmla="*/ 311 h 201222"/>
                <a:gd name="csX2" fmla="*/ 1594884 w 1594884"/>
                <a:gd name="csY2" fmla="*/ 201222 h 201222"/>
                <a:gd name="csX0" fmla="*/ 0 w 1594884"/>
                <a:gd name="csY0" fmla="*/ 158663 h 201193"/>
                <a:gd name="csX1" fmla="*/ 784742 w 1594884"/>
                <a:gd name="csY1" fmla="*/ 282 h 201193"/>
                <a:gd name="csX2" fmla="*/ 1594884 w 1594884"/>
                <a:gd name="csY2" fmla="*/ 201193 h 201193"/>
                <a:gd name="csX0" fmla="*/ 0 w 1610759"/>
                <a:gd name="csY0" fmla="*/ 158449 h 178754"/>
                <a:gd name="csX1" fmla="*/ 784742 w 1610759"/>
                <a:gd name="csY1" fmla="*/ 68 h 178754"/>
                <a:gd name="csX2" fmla="*/ 1610759 w 1610759"/>
                <a:gd name="csY2" fmla="*/ 178754 h 178754"/>
                <a:gd name="csX0" fmla="*/ 0 w 1617109"/>
                <a:gd name="csY0" fmla="*/ 177432 h 178687"/>
                <a:gd name="csX1" fmla="*/ 791092 w 1617109"/>
                <a:gd name="csY1" fmla="*/ 1 h 178687"/>
                <a:gd name="csX2" fmla="*/ 1617109 w 1617109"/>
                <a:gd name="csY2" fmla="*/ 178687 h 178687"/>
                <a:gd name="csX0" fmla="*/ 0 w 1617109"/>
                <a:gd name="csY0" fmla="*/ 191339 h 192594"/>
                <a:gd name="csX1" fmla="*/ 791092 w 1617109"/>
                <a:gd name="csY1" fmla="*/ 13908 h 192594"/>
                <a:gd name="csX2" fmla="*/ 955000 w 1617109"/>
                <a:gd name="csY2" fmla="*/ 31745 h 192594"/>
                <a:gd name="csX3" fmla="*/ 1617109 w 1617109"/>
                <a:gd name="csY3" fmla="*/ 192594 h 192594"/>
                <a:gd name="csX0" fmla="*/ 0 w 1617109"/>
                <a:gd name="csY0" fmla="*/ 191339 h 192594"/>
                <a:gd name="csX1" fmla="*/ 589228 w 1617109"/>
                <a:gd name="csY1" fmla="*/ 30804 h 192594"/>
                <a:gd name="csX2" fmla="*/ 791092 w 1617109"/>
                <a:gd name="csY2" fmla="*/ 13908 h 192594"/>
                <a:gd name="csX3" fmla="*/ 955000 w 1617109"/>
                <a:gd name="csY3" fmla="*/ 31745 h 192594"/>
                <a:gd name="csX4" fmla="*/ 1617109 w 1617109"/>
                <a:gd name="csY4" fmla="*/ 192594 h 192594"/>
                <a:gd name="csX0" fmla="*/ 0 w 1617109"/>
                <a:gd name="csY0" fmla="*/ 180156 h 181411"/>
                <a:gd name="csX1" fmla="*/ 589228 w 1617109"/>
                <a:gd name="csY1" fmla="*/ 19621 h 181411"/>
                <a:gd name="csX2" fmla="*/ 955000 w 1617109"/>
                <a:gd name="csY2" fmla="*/ 20562 h 181411"/>
                <a:gd name="csX3" fmla="*/ 1617109 w 1617109"/>
                <a:gd name="csY3" fmla="*/ 181411 h 181411"/>
                <a:gd name="csX0" fmla="*/ 0 w 1617109"/>
                <a:gd name="csY0" fmla="*/ 171832 h 173087"/>
                <a:gd name="csX1" fmla="*/ 589228 w 1617109"/>
                <a:gd name="csY1" fmla="*/ 11297 h 173087"/>
                <a:gd name="csX2" fmla="*/ 955000 w 1617109"/>
                <a:gd name="csY2" fmla="*/ 12238 h 173087"/>
                <a:gd name="csX3" fmla="*/ 1617109 w 1617109"/>
                <a:gd name="csY3" fmla="*/ 173087 h 173087"/>
                <a:gd name="csX0" fmla="*/ 0 w 1617109"/>
                <a:gd name="csY0" fmla="*/ 160535 h 161790"/>
                <a:gd name="csX1" fmla="*/ 589228 w 1617109"/>
                <a:gd name="csY1" fmla="*/ 0 h 161790"/>
                <a:gd name="csX2" fmla="*/ 955000 w 1617109"/>
                <a:gd name="csY2" fmla="*/ 941 h 161790"/>
                <a:gd name="csX3" fmla="*/ 1617109 w 1617109"/>
                <a:gd name="csY3" fmla="*/ 161790 h 161790"/>
                <a:gd name="csX0" fmla="*/ 0 w 1617109"/>
                <a:gd name="csY0" fmla="*/ 160535 h 161790"/>
                <a:gd name="csX1" fmla="*/ 589228 w 1617109"/>
                <a:gd name="csY1" fmla="*/ 0 h 161790"/>
                <a:gd name="csX2" fmla="*/ 1046443 w 1617109"/>
                <a:gd name="csY2" fmla="*/ 0 h 161790"/>
                <a:gd name="csX3" fmla="*/ 1617109 w 1617109"/>
                <a:gd name="csY3" fmla="*/ 161790 h 161790"/>
                <a:gd name="csX0" fmla="*/ 0 w 1617109"/>
                <a:gd name="csY0" fmla="*/ 160535 h 161790"/>
                <a:gd name="csX1" fmla="*/ 589228 w 1617109"/>
                <a:gd name="csY1" fmla="*/ 0 h 161790"/>
                <a:gd name="csX2" fmla="*/ 1046443 w 1617109"/>
                <a:gd name="csY2" fmla="*/ 0 h 161790"/>
                <a:gd name="csX3" fmla="*/ 1617109 w 1617109"/>
                <a:gd name="csY3" fmla="*/ 161790 h 161790"/>
                <a:gd name="csX0" fmla="*/ 0 w 1617109"/>
                <a:gd name="csY0" fmla="*/ 160535 h 161790"/>
                <a:gd name="csX1" fmla="*/ 589228 w 1617109"/>
                <a:gd name="csY1" fmla="*/ 0 h 161790"/>
                <a:gd name="csX2" fmla="*/ 1046443 w 1617109"/>
                <a:gd name="csY2" fmla="*/ 0 h 161790"/>
                <a:gd name="csX3" fmla="*/ 1617109 w 1617109"/>
                <a:gd name="csY3" fmla="*/ 161790 h 161790"/>
                <a:gd name="csX0" fmla="*/ 0 w 1617109"/>
                <a:gd name="csY0" fmla="*/ 160535 h 161790"/>
                <a:gd name="csX1" fmla="*/ 589228 w 1617109"/>
                <a:gd name="csY1" fmla="*/ 0 h 161790"/>
                <a:gd name="csX2" fmla="*/ 1046443 w 1617109"/>
                <a:gd name="csY2" fmla="*/ 0 h 161790"/>
                <a:gd name="csX3" fmla="*/ 1617109 w 1617109"/>
                <a:gd name="csY3" fmla="*/ 161790 h 161790"/>
                <a:gd name="csX0" fmla="*/ 0 w 1124724"/>
                <a:gd name="csY0" fmla="*/ 160535 h 161084"/>
                <a:gd name="csX1" fmla="*/ 589228 w 1124724"/>
                <a:gd name="csY1" fmla="*/ 0 h 161084"/>
                <a:gd name="csX2" fmla="*/ 1046443 w 1124724"/>
                <a:gd name="csY2" fmla="*/ 0 h 161084"/>
                <a:gd name="csX3" fmla="*/ 1124724 w 1124724"/>
                <a:gd name="csY3" fmla="*/ 161084 h 161084"/>
                <a:gd name="csX0" fmla="*/ 0 w 653441"/>
                <a:gd name="csY0" fmla="*/ 161476 h 161476"/>
                <a:gd name="csX1" fmla="*/ 117945 w 653441"/>
                <a:gd name="csY1" fmla="*/ 0 h 161476"/>
                <a:gd name="csX2" fmla="*/ 575160 w 653441"/>
                <a:gd name="csY2" fmla="*/ 0 h 161476"/>
                <a:gd name="csX3" fmla="*/ 653441 w 653441"/>
                <a:gd name="csY3" fmla="*/ 161084 h 161476"/>
                <a:gd name="csX0" fmla="*/ 0 w 653441"/>
                <a:gd name="csY0" fmla="*/ 161476 h 162731"/>
                <a:gd name="csX1" fmla="*/ 117945 w 653441"/>
                <a:gd name="csY1" fmla="*/ 0 h 162731"/>
                <a:gd name="csX2" fmla="*/ 575160 w 653441"/>
                <a:gd name="csY2" fmla="*/ 0 h 162731"/>
                <a:gd name="csX3" fmla="*/ 653441 w 653441"/>
                <a:gd name="csY3" fmla="*/ 162731 h 162731"/>
                <a:gd name="csX0" fmla="*/ 0 w 660475"/>
                <a:gd name="csY0" fmla="*/ 161476 h 161476"/>
                <a:gd name="csX1" fmla="*/ 117945 w 660475"/>
                <a:gd name="csY1" fmla="*/ 0 h 161476"/>
                <a:gd name="csX2" fmla="*/ 575160 w 660475"/>
                <a:gd name="csY2" fmla="*/ 0 h 161476"/>
                <a:gd name="csX3" fmla="*/ 660475 w 660475"/>
                <a:gd name="csY3" fmla="*/ 161320 h 1614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60475" h="161476">
                  <a:moveTo>
                    <a:pt x="0" y="161476"/>
                  </a:moveTo>
                  <a:cubicBezTo>
                    <a:pt x="98205" y="134720"/>
                    <a:pt x="92425" y="27775"/>
                    <a:pt x="117945" y="0"/>
                  </a:cubicBezTo>
                  <a:lnTo>
                    <a:pt x="575160" y="0"/>
                  </a:lnTo>
                  <a:cubicBezTo>
                    <a:pt x="558078" y="30722"/>
                    <a:pt x="550123" y="134512"/>
                    <a:pt x="660475" y="161320"/>
                  </a:cubicBezTo>
                </a:path>
              </a:pathLst>
            </a:custGeom>
            <a:pattFill prst="sphere">
              <a:fgClr>
                <a:srgbClr val="FFC000"/>
              </a:fgClr>
              <a:bgClr>
                <a:srgbClr val="00B0F0"/>
              </a:bgClr>
            </a:patt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3514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5BCEF2C-F326-C0AD-3E90-8917C7947A22}"/>
              </a:ext>
            </a:extLst>
          </p:cNvPr>
          <p:cNvGrpSpPr/>
          <p:nvPr/>
        </p:nvGrpSpPr>
        <p:grpSpPr>
          <a:xfrm>
            <a:off x="323410" y="336890"/>
            <a:ext cx="4320600" cy="4100250"/>
            <a:chOff x="323410" y="336890"/>
            <a:chExt cx="4320600" cy="4100250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7B81E39-58C9-4687-1C85-7644E621AE84}"/>
                </a:ext>
              </a:extLst>
            </p:cNvPr>
            <p:cNvGrpSpPr/>
            <p:nvPr/>
          </p:nvGrpSpPr>
          <p:grpSpPr>
            <a:xfrm>
              <a:off x="669819" y="1772273"/>
              <a:ext cx="3110052" cy="2574120"/>
              <a:chOff x="669819" y="1772273"/>
              <a:chExt cx="3110052" cy="257412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5B9E3DE5-C5E8-8BD4-A878-C7CF5389E1C9}"/>
                  </a:ext>
                </a:extLst>
              </p:cNvPr>
              <p:cNvSpPr/>
              <p:nvPr/>
            </p:nvSpPr>
            <p:spPr>
              <a:xfrm>
                <a:off x="683459" y="2058990"/>
                <a:ext cx="3096411" cy="114569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2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03BB2F92-EB25-9511-FB76-500193C4E70B}"/>
                  </a:ext>
                </a:extLst>
              </p:cNvPr>
              <p:cNvSpPr/>
              <p:nvPr/>
            </p:nvSpPr>
            <p:spPr>
              <a:xfrm>
                <a:off x="669819" y="1772273"/>
                <a:ext cx="3096411" cy="28661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2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C1987D5B-C3FC-C98E-4A7F-BB64356E6BE8}"/>
                  </a:ext>
                </a:extLst>
              </p:cNvPr>
              <p:cNvSpPr/>
              <p:nvPr/>
            </p:nvSpPr>
            <p:spPr>
              <a:xfrm>
                <a:off x="683460" y="3200698"/>
                <a:ext cx="3096411" cy="1145695"/>
              </a:xfrm>
              <a:prstGeom prst="rect">
                <a:avLst/>
              </a:prstGeom>
              <a:solidFill>
                <a:srgbClr val="FFFF00">
                  <a:alpha val="2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64BE177-4A0C-F605-30E6-1BD832D0717C}"/>
                </a:ext>
              </a:extLst>
            </p:cNvPr>
            <p:cNvSpPr/>
            <p:nvPr/>
          </p:nvSpPr>
          <p:spPr>
            <a:xfrm>
              <a:off x="675773" y="2060810"/>
              <a:ext cx="223713" cy="365156"/>
            </a:xfrm>
            <a:custGeom>
              <a:avLst/>
              <a:gdLst>
                <a:gd name="csX0" fmla="*/ 0 w 211016"/>
                <a:gd name="csY0" fmla="*/ 228600 h 237392"/>
                <a:gd name="csX1" fmla="*/ 158262 w 211016"/>
                <a:gd name="csY1" fmla="*/ 237392 h 237392"/>
                <a:gd name="csX2" fmla="*/ 211016 w 211016"/>
                <a:gd name="csY2" fmla="*/ 0 h 237392"/>
                <a:gd name="csX3" fmla="*/ 17585 w 211016"/>
                <a:gd name="csY3" fmla="*/ 0 h 237392"/>
                <a:gd name="csX0" fmla="*/ 17340 w 193431"/>
                <a:gd name="csY0" fmla="*/ 241300 h 241300"/>
                <a:gd name="csX1" fmla="*/ 140677 w 193431"/>
                <a:gd name="csY1" fmla="*/ 237392 h 241300"/>
                <a:gd name="csX2" fmla="*/ 193431 w 193431"/>
                <a:gd name="csY2" fmla="*/ 0 h 241300"/>
                <a:gd name="csX3" fmla="*/ 0 w 193431"/>
                <a:gd name="csY3" fmla="*/ 0 h 241300"/>
                <a:gd name="csX0" fmla="*/ 4640 w 193431"/>
                <a:gd name="csY0" fmla="*/ 238125 h 238125"/>
                <a:gd name="csX1" fmla="*/ 140677 w 193431"/>
                <a:gd name="csY1" fmla="*/ 237392 h 238125"/>
                <a:gd name="csX2" fmla="*/ 193431 w 193431"/>
                <a:gd name="csY2" fmla="*/ 0 h 238125"/>
                <a:gd name="csX3" fmla="*/ 0 w 193431"/>
                <a:gd name="csY3" fmla="*/ 0 h 238125"/>
                <a:gd name="csX0" fmla="*/ 0 w 198316"/>
                <a:gd name="csY0" fmla="*/ 238125 h 238125"/>
                <a:gd name="csX1" fmla="*/ 145562 w 198316"/>
                <a:gd name="csY1" fmla="*/ 237392 h 238125"/>
                <a:gd name="csX2" fmla="*/ 198316 w 198316"/>
                <a:gd name="csY2" fmla="*/ 0 h 238125"/>
                <a:gd name="csX3" fmla="*/ 4885 w 198316"/>
                <a:gd name="csY3" fmla="*/ 0 h 238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8316" h="238125">
                  <a:moveTo>
                    <a:pt x="0" y="238125"/>
                  </a:moveTo>
                  <a:lnTo>
                    <a:pt x="145562" y="237392"/>
                  </a:lnTo>
                  <a:lnTo>
                    <a:pt x="198316" y="0"/>
                  </a:lnTo>
                  <a:lnTo>
                    <a:pt x="4885" y="0"/>
                  </a:lnTo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E62664D-7BB1-622F-47BE-51BA740ADB14}"/>
                </a:ext>
              </a:extLst>
            </p:cNvPr>
            <p:cNvCxnSpPr>
              <a:cxnSpLocks/>
            </p:cNvCxnSpPr>
            <p:nvPr/>
          </p:nvCxnSpPr>
          <p:spPr>
            <a:xfrm>
              <a:off x="971500" y="1302480"/>
              <a:ext cx="0" cy="31346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0986B24-EE43-539C-536A-1B3D0D4FBC4A}"/>
                </a:ext>
              </a:extLst>
            </p:cNvPr>
            <p:cNvCxnSpPr>
              <a:cxnSpLocks/>
            </p:cNvCxnSpPr>
            <p:nvPr/>
          </p:nvCxnSpPr>
          <p:spPr>
            <a:xfrm>
              <a:off x="971500" y="2060810"/>
              <a:ext cx="2810760" cy="0"/>
            </a:xfrm>
            <a:prstGeom prst="line">
              <a:avLst/>
            </a:prstGeom>
            <a:ln w="63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F410A8-D0B8-68AB-E880-B3596FDB12B2}"/>
                </a:ext>
              </a:extLst>
            </p:cNvPr>
            <p:cNvCxnSpPr>
              <a:cxnSpLocks/>
            </p:cNvCxnSpPr>
            <p:nvPr/>
          </p:nvCxnSpPr>
          <p:spPr>
            <a:xfrm>
              <a:off x="971500" y="3212970"/>
              <a:ext cx="281076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5D70E98-DEBD-1AF7-43EF-3DAFF9A6F3E0}"/>
                </a:ext>
              </a:extLst>
            </p:cNvPr>
            <p:cNvCxnSpPr>
              <a:cxnSpLocks/>
            </p:cNvCxnSpPr>
            <p:nvPr/>
          </p:nvCxnSpPr>
          <p:spPr>
            <a:xfrm>
              <a:off x="827480" y="1268700"/>
              <a:ext cx="144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E99425E-6872-7E8E-346C-D0649ED5E979}"/>
                </a:ext>
              </a:extLst>
            </p:cNvPr>
            <p:cNvCxnSpPr>
              <a:cxnSpLocks/>
            </p:cNvCxnSpPr>
            <p:nvPr/>
          </p:nvCxnSpPr>
          <p:spPr>
            <a:xfrm>
              <a:off x="827480" y="1988800"/>
              <a:ext cx="144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BC7E54-0E80-D2CB-8FA7-D8E818B34A48}"/>
                </a:ext>
              </a:extLst>
            </p:cNvPr>
            <p:cNvCxnSpPr>
              <a:cxnSpLocks/>
            </p:cNvCxnSpPr>
            <p:nvPr/>
          </p:nvCxnSpPr>
          <p:spPr>
            <a:xfrm>
              <a:off x="827480" y="2708900"/>
              <a:ext cx="144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4437F07-7722-59AE-516C-1AE480673ECC}"/>
                </a:ext>
              </a:extLst>
            </p:cNvPr>
            <p:cNvCxnSpPr>
              <a:cxnSpLocks/>
            </p:cNvCxnSpPr>
            <p:nvPr/>
          </p:nvCxnSpPr>
          <p:spPr>
            <a:xfrm>
              <a:off x="827480" y="3429000"/>
              <a:ext cx="144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CB32668-0B5D-4421-46A9-A305C3C76079}"/>
                </a:ext>
              </a:extLst>
            </p:cNvPr>
            <p:cNvCxnSpPr>
              <a:cxnSpLocks/>
            </p:cNvCxnSpPr>
            <p:nvPr/>
          </p:nvCxnSpPr>
          <p:spPr>
            <a:xfrm>
              <a:off x="827480" y="4149100"/>
              <a:ext cx="144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F4505D0-B5C0-EF53-4CEF-AA8DE6FA236B}"/>
                </a:ext>
              </a:extLst>
            </p:cNvPr>
            <p:cNvSpPr/>
            <p:nvPr/>
          </p:nvSpPr>
          <p:spPr>
            <a:xfrm>
              <a:off x="683460" y="1772771"/>
              <a:ext cx="263769" cy="647988"/>
            </a:xfrm>
            <a:custGeom>
              <a:avLst/>
              <a:gdLst>
                <a:gd name="csX0" fmla="*/ 0 w 263769"/>
                <a:gd name="csY0" fmla="*/ 677007 h 677007"/>
                <a:gd name="csX1" fmla="*/ 140677 w 263769"/>
                <a:gd name="csY1" fmla="*/ 677007 h 677007"/>
                <a:gd name="csX2" fmla="*/ 263769 w 263769"/>
                <a:gd name="csY2" fmla="*/ 0 h 6770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3769" h="677007">
                  <a:moveTo>
                    <a:pt x="0" y="677007"/>
                  </a:moveTo>
                  <a:lnTo>
                    <a:pt x="140677" y="677007"/>
                  </a:lnTo>
                  <a:lnTo>
                    <a:pt x="263769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70A9539-6B2A-6803-93AF-AB0463940AFB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>
              <a:off x="947229" y="1772771"/>
              <a:ext cx="283503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5C5E24D-E597-1606-444D-E9E27626F44F}"/>
                </a:ext>
              </a:extLst>
            </p:cNvPr>
            <p:cNvCxnSpPr>
              <a:cxnSpLocks/>
            </p:cNvCxnSpPr>
            <p:nvPr/>
          </p:nvCxnSpPr>
          <p:spPr>
            <a:xfrm>
              <a:off x="971500" y="1877148"/>
              <a:ext cx="2810760" cy="0"/>
            </a:xfrm>
            <a:prstGeom prst="line">
              <a:avLst/>
            </a:prstGeom>
            <a:ln w="63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CB6D648-B70D-3289-7EFE-B47783E4AA4B}"/>
                </a:ext>
              </a:extLst>
            </p:cNvPr>
            <p:cNvCxnSpPr>
              <a:cxnSpLocks/>
            </p:cNvCxnSpPr>
            <p:nvPr/>
          </p:nvCxnSpPr>
          <p:spPr>
            <a:xfrm>
              <a:off x="971710" y="1773270"/>
              <a:ext cx="252350" cy="28754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13CC207-8038-01ED-1843-6D0C9E8B8B3B}"/>
                </a:ext>
              </a:extLst>
            </p:cNvPr>
            <p:cNvCxnSpPr>
              <a:cxnSpLocks/>
            </p:cNvCxnSpPr>
            <p:nvPr/>
          </p:nvCxnSpPr>
          <p:spPr>
            <a:xfrm>
              <a:off x="1224060" y="2061310"/>
              <a:ext cx="1216956" cy="1164599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9E2D42C-ED81-AF99-8A16-18FFBA0E7CA5}"/>
                </a:ext>
              </a:extLst>
            </p:cNvPr>
            <p:cNvCxnSpPr>
              <a:cxnSpLocks/>
            </p:cNvCxnSpPr>
            <p:nvPr/>
          </p:nvCxnSpPr>
          <p:spPr>
            <a:xfrm>
              <a:off x="971500" y="2053218"/>
              <a:ext cx="1584000" cy="1168132"/>
            </a:xfrm>
            <a:prstGeom prst="line">
              <a:avLst/>
            </a:prstGeom>
            <a:ln w="63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7A0F833-D598-7EEF-C55E-9AA5A7E8FDA3}"/>
                </a:ext>
              </a:extLst>
            </p:cNvPr>
            <p:cNvCxnSpPr>
              <a:cxnSpLocks/>
            </p:cNvCxnSpPr>
            <p:nvPr/>
          </p:nvCxnSpPr>
          <p:spPr>
            <a:xfrm>
              <a:off x="971500" y="1772770"/>
              <a:ext cx="1518235" cy="1448485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64BE027-95F7-657D-9968-092E1E129629}"/>
                </a:ext>
              </a:extLst>
            </p:cNvPr>
            <p:cNvCxnSpPr>
              <a:cxnSpLocks/>
            </p:cNvCxnSpPr>
            <p:nvPr/>
          </p:nvCxnSpPr>
          <p:spPr>
            <a:xfrm>
              <a:off x="2483710" y="3213071"/>
              <a:ext cx="1298550" cy="652179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6E1EC8B-2441-88F1-1235-4C9461A9D3F5}"/>
                </a:ext>
              </a:extLst>
            </p:cNvPr>
            <p:cNvCxnSpPr>
              <a:cxnSpLocks/>
            </p:cNvCxnSpPr>
            <p:nvPr/>
          </p:nvCxnSpPr>
          <p:spPr>
            <a:xfrm>
              <a:off x="2411700" y="3212970"/>
              <a:ext cx="1296180" cy="65228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87F3E22-C759-8084-CB7C-6BCB5EE628FA}"/>
                </a:ext>
              </a:extLst>
            </p:cNvPr>
            <p:cNvCxnSpPr>
              <a:cxnSpLocks/>
            </p:cNvCxnSpPr>
            <p:nvPr/>
          </p:nvCxnSpPr>
          <p:spPr>
            <a:xfrm>
              <a:off x="2522616" y="3197503"/>
              <a:ext cx="656278" cy="667747"/>
            </a:xfrm>
            <a:prstGeom prst="line">
              <a:avLst/>
            </a:prstGeom>
            <a:ln w="63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C9BE51A-9DD9-F412-9B83-71C0F8164550}"/>
                </a:ext>
              </a:extLst>
            </p:cNvPr>
            <p:cNvCxnSpPr>
              <a:cxnSpLocks/>
            </p:cNvCxnSpPr>
            <p:nvPr/>
          </p:nvCxnSpPr>
          <p:spPr>
            <a:xfrm>
              <a:off x="971500" y="2060810"/>
              <a:ext cx="359650" cy="359949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FEB04AE-340F-AAA9-8A13-7EB1A5F6BCF0}"/>
                </a:ext>
              </a:extLst>
            </p:cNvPr>
            <p:cNvCxnSpPr>
              <a:cxnSpLocks/>
            </p:cNvCxnSpPr>
            <p:nvPr/>
          </p:nvCxnSpPr>
          <p:spPr>
            <a:xfrm>
              <a:off x="683460" y="2420860"/>
              <a:ext cx="1149078" cy="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74CFE9E-9C2C-6B1C-EC37-9E3F9D24D75A}"/>
                </a:ext>
              </a:extLst>
            </p:cNvPr>
            <p:cNvCxnSpPr>
              <a:cxnSpLocks/>
            </p:cNvCxnSpPr>
            <p:nvPr/>
          </p:nvCxnSpPr>
          <p:spPr>
            <a:xfrm>
              <a:off x="1331150" y="2420759"/>
              <a:ext cx="1109866" cy="80515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946A3849-7C3D-C24D-8933-4DE2BF239753}"/>
                </a:ext>
              </a:extLst>
            </p:cNvPr>
            <p:cNvSpPr/>
            <p:nvPr/>
          </p:nvSpPr>
          <p:spPr>
            <a:xfrm>
              <a:off x="988965" y="2068192"/>
              <a:ext cx="1667897" cy="1271526"/>
            </a:xfrm>
            <a:custGeom>
              <a:avLst/>
              <a:gdLst>
                <a:gd name="csX0" fmla="*/ 0 w 1667897"/>
                <a:gd name="csY0" fmla="*/ 0 h 1271526"/>
                <a:gd name="csX1" fmla="*/ 349277 w 1667897"/>
                <a:gd name="csY1" fmla="*/ 361051 h 1271526"/>
                <a:gd name="csX2" fmla="*/ 1448127 w 1667897"/>
                <a:gd name="csY2" fmla="*/ 1161641 h 1271526"/>
                <a:gd name="csX3" fmla="*/ 1667897 w 1667897"/>
                <a:gd name="csY3" fmla="*/ 1271526 h 1271526"/>
                <a:gd name="csX4" fmla="*/ 1546238 w 1667897"/>
                <a:gd name="csY4" fmla="*/ 1138095 h 1271526"/>
                <a:gd name="csX5" fmla="*/ 0 w 1667897"/>
                <a:gd name="csY5" fmla="*/ 0 h 1271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67897" h="1271526">
                  <a:moveTo>
                    <a:pt x="0" y="0"/>
                  </a:moveTo>
                  <a:lnTo>
                    <a:pt x="349277" y="361051"/>
                  </a:lnTo>
                  <a:lnTo>
                    <a:pt x="1448127" y="1161641"/>
                  </a:lnTo>
                  <a:lnTo>
                    <a:pt x="1667897" y="1271526"/>
                  </a:lnTo>
                  <a:lnTo>
                    <a:pt x="1546238" y="1138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>
                <a:alpha val="2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8A49639F-3541-E432-E866-4668A5D23ECA}"/>
                </a:ext>
              </a:extLst>
            </p:cNvPr>
            <p:cNvSpPr/>
            <p:nvPr/>
          </p:nvSpPr>
          <p:spPr>
            <a:xfrm>
              <a:off x="2083890" y="2876632"/>
              <a:ext cx="576896" cy="463086"/>
            </a:xfrm>
            <a:custGeom>
              <a:avLst/>
              <a:gdLst>
                <a:gd name="csX0" fmla="*/ 0 w 576896"/>
                <a:gd name="csY0" fmla="*/ 0 h 463086"/>
                <a:gd name="csX1" fmla="*/ 341428 w 576896"/>
                <a:gd name="csY1" fmla="*/ 337504 h 463086"/>
                <a:gd name="csX2" fmla="*/ 576896 w 576896"/>
                <a:gd name="csY2" fmla="*/ 463086 h 463086"/>
                <a:gd name="csX3" fmla="*/ 451313 w 576896"/>
                <a:gd name="csY3" fmla="*/ 325730 h 463086"/>
                <a:gd name="csX4" fmla="*/ 0 w 576896"/>
                <a:gd name="csY4" fmla="*/ 0 h 463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6896" h="463086">
                  <a:moveTo>
                    <a:pt x="0" y="0"/>
                  </a:moveTo>
                  <a:lnTo>
                    <a:pt x="341428" y="337504"/>
                  </a:lnTo>
                  <a:lnTo>
                    <a:pt x="576896" y="463086"/>
                  </a:lnTo>
                  <a:lnTo>
                    <a:pt x="451313" y="325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083176B5-E371-A302-195E-70E376F05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8180" y="2132820"/>
              <a:ext cx="1409700" cy="203200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86CCD587-53E0-1E9E-47DC-B183EDD45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6490" y="4225430"/>
              <a:ext cx="533400" cy="139700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05E4629C-D204-76EA-CAFB-E4CF4C4B3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5670" y="1883010"/>
              <a:ext cx="1473200" cy="177800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17C2EB87-B617-2688-28CF-081373E87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84230" y="3801880"/>
              <a:ext cx="863600" cy="203200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6BE7D5DA-605A-7B08-FF2D-6BC10EA5B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96210" y="3369820"/>
              <a:ext cx="1447800" cy="203200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AF5D5919-FB42-A5DA-DDA3-B2713C0EF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98050" y="2636890"/>
              <a:ext cx="1193800" cy="13970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8E4F414E-5A3D-4FE9-E5EC-CC4BC1F0B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1870" y="3038980"/>
              <a:ext cx="1193800" cy="139700"/>
            </a:xfrm>
            <a:prstGeom prst="rect">
              <a:avLst/>
            </a:prstGeom>
          </p:spPr>
        </p:pic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F8817E9C-A173-1D29-A2EF-B19DC5216E76}"/>
                </a:ext>
              </a:extLst>
            </p:cNvPr>
            <p:cNvSpPr/>
            <p:nvPr/>
          </p:nvSpPr>
          <p:spPr>
            <a:xfrm>
              <a:off x="2411730" y="2868930"/>
              <a:ext cx="1085850" cy="240030"/>
            </a:xfrm>
            <a:custGeom>
              <a:avLst/>
              <a:gdLst>
                <a:gd name="csX0" fmla="*/ 1085850 w 1085850"/>
                <a:gd name="csY0" fmla="*/ 0 h 240030"/>
                <a:gd name="csX1" fmla="*/ 0 w 1085850"/>
                <a:gd name="csY1" fmla="*/ 11430 h 240030"/>
                <a:gd name="csX2" fmla="*/ 11430 w 1085850"/>
                <a:gd name="csY2" fmla="*/ 240030 h 2400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85850" h="240030">
                  <a:moveTo>
                    <a:pt x="1085850" y="0"/>
                  </a:moveTo>
                  <a:lnTo>
                    <a:pt x="0" y="11430"/>
                  </a:lnTo>
                  <a:lnTo>
                    <a:pt x="11430" y="240030"/>
                  </a:lnTo>
                </a:path>
              </a:pathLst>
            </a:custGeom>
            <a:noFill/>
            <a:ln w="6350"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9F57121A-FA75-8C6A-1CFE-7469FA880D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1400" y="2732489"/>
              <a:ext cx="339400" cy="306491"/>
            </a:xfrm>
            <a:prstGeom prst="straightConnector1">
              <a:avLst/>
            </a:prstGeom>
            <a:ln w="635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1FB6D986-C094-9A34-4C6E-A9DE9BA18510}"/>
                </a:ext>
              </a:extLst>
            </p:cNvPr>
            <p:cNvGrpSpPr/>
            <p:nvPr/>
          </p:nvGrpSpPr>
          <p:grpSpPr>
            <a:xfrm>
              <a:off x="827480" y="979262"/>
              <a:ext cx="3312460" cy="419058"/>
              <a:chOff x="827480" y="260560"/>
              <a:chExt cx="3312460" cy="419058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9CD4F2F-7A6F-2779-E9C6-7CB668B634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500" y="548600"/>
                <a:ext cx="316844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8A48026-BDED-6293-2B50-ED16904F52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480" y="548600"/>
                <a:ext cx="144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04AC92D7-CAA5-A8C9-B3A0-1CF538118041}"/>
                  </a:ext>
                </a:extLst>
              </p:cNvPr>
              <p:cNvGrpSpPr/>
              <p:nvPr/>
            </p:nvGrpSpPr>
            <p:grpSpPr>
              <a:xfrm>
                <a:off x="1691600" y="463588"/>
                <a:ext cx="2160300" cy="216030"/>
                <a:chOff x="1691600" y="548600"/>
                <a:chExt cx="2160300" cy="216030"/>
              </a:xfrm>
            </p:grpSpPr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035D6059-AEC6-6F30-4391-5BD7D1BDFA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91600" y="548600"/>
                  <a:ext cx="0" cy="975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42184E50-416E-F320-702F-EFF785AB07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11700" y="548600"/>
                  <a:ext cx="0" cy="2160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E670916D-F279-39CA-3E1E-29E8B0E7E3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51900" y="548600"/>
                  <a:ext cx="0" cy="2160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26D799A0-31B8-9373-7126-46CCBC1E62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31800" y="548600"/>
                  <a:ext cx="0" cy="975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33" name="Picture 132">
                <a:extLst>
                  <a:ext uri="{FF2B5EF4-FFF2-40B4-BE49-F238E27FC236}">
                    <a16:creationId xmlns:a16="http://schemas.microsoft.com/office/drawing/2014/main" id="{B1CC1CA4-CEA2-E216-C4B9-8BD5A7D7DD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07510" y="260560"/>
                <a:ext cx="76200" cy="139700"/>
              </a:xfrm>
              <a:prstGeom prst="rect">
                <a:avLst/>
              </a:prstGeom>
            </p:spPr>
          </p:pic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A0B39139-994C-D5B4-76E2-770DE02F0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87780" y="260560"/>
                <a:ext cx="228600" cy="139700"/>
              </a:xfrm>
              <a:prstGeom prst="rect">
                <a:avLst/>
              </a:prstGeom>
            </p:spPr>
          </p:pic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A84ED780-8CAD-3F47-8BF6-8A5B79C6C3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79890" y="260560"/>
                <a:ext cx="88900" cy="139700"/>
              </a:xfrm>
              <a:prstGeom prst="rect">
                <a:avLst/>
              </a:prstGeom>
            </p:spPr>
          </p:pic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599D7B9F-B546-9A35-39C0-E361FA3041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07020" y="260560"/>
                <a:ext cx="228600" cy="139700"/>
              </a:xfrm>
              <a:prstGeom prst="rect">
                <a:avLst/>
              </a:prstGeom>
            </p:spPr>
          </p:pic>
        </p:grpSp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A4B859FD-FF6B-9D68-8352-6921F26A7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3410" y="836640"/>
              <a:ext cx="419100" cy="139700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F48352A4-9495-32E8-8C13-0B7C8584A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627730" y="692620"/>
              <a:ext cx="1282700" cy="203200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A61A58A9-0E57-F42F-232D-C375CBFAC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67430" y="1201010"/>
              <a:ext cx="228600" cy="139700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CF346885-8DC6-279A-68D9-6920118A9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5420" y="1921110"/>
              <a:ext cx="228600" cy="139700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E4A6912C-CEC5-9550-233F-443C2F0E4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67430" y="2636890"/>
              <a:ext cx="228600" cy="139700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F0DE002D-EA8A-12FC-F84F-B6B02E0E2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67430" y="3359150"/>
              <a:ext cx="241300" cy="139700"/>
            </a:xfrm>
            <a:prstGeom prst="rect">
              <a:avLst/>
            </a:prstGeom>
          </p:spPr>
        </p:pic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CD5A4F8B-290C-7B83-F1DE-4AC8C4468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67430" y="4081410"/>
              <a:ext cx="228600" cy="139700"/>
            </a:xfrm>
            <a:prstGeom prst="rect">
              <a:avLst/>
            </a:prstGeom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614FD519-064A-8A42-E237-76C86159D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907630" y="336890"/>
              <a:ext cx="1181100" cy="139700"/>
            </a:xfrm>
            <a:prstGeom prst="rect">
              <a:avLst/>
            </a:prstGeom>
          </p:spPr>
        </p:pic>
      </p:grpSp>
      <p:pic>
        <p:nvPicPr>
          <p:cNvPr id="150" name="Picture 149">
            <a:extLst>
              <a:ext uri="{FF2B5EF4-FFF2-40B4-BE49-F238E27FC236}">
                <a16:creationId xmlns:a16="http://schemas.microsoft.com/office/drawing/2014/main" id="{6A99C529-4DCF-D692-C0D4-67D0ACF1DEE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55610" y="2636890"/>
            <a:ext cx="368300" cy="139700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7398CEDB-57DA-0F6E-0C6A-FA55CB01ED3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3510" y="3212970"/>
            <a:ext cx="9144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7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A8319626-4FCB-503E-9C6A-5FE36B58081C}"/>
              </a:ext>
            </a:extLst>
          </p:cNvPr>
          <p:cNvGrpSpPr/>
          <p:nvPr/>
        </p:nvGrpSpPr>
        <p:grpSpPr>
          <a:xfrm>
            <a:off x="1410182" y="460978"/>
            <a:ext cx="5538805" cy="3852589"/>
            <a:chOff x="1410182" y="460978"/>
            <a:chExt cx="5538805" cy="385258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5210F3F-9B1E-FE2D-FE21-A1A8443A15B4}"/>
                </a:ext>
              </a:extLst>
            </p:cNvPr>
            <p:cNvCxnSpPr>
              <a:cxnSpLocks/>
            </p:cNvCxnSpPr>
            <p:nvPr/>
          </p:nvCxnSpPr>
          <p:spPr>
            <a:xfrm>
              <a:off x="3253563" y="1403498"/>
              <a:ext cx="0" cy="1020725"/>
            </a:xfrm>
            <a:prstGeom prst="line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AD9660-6959-F528-243D-4BA43EFE6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4823" y="1018067"/>
              <a:ext cx="622300" cy="2286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DD2B8C9-072D-C504-F2AC-E11465F9F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544" y="4059567"/>
              <a:ext cx="241300" cy="254000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ECA1E16-15D0-B71A-FE7B-3CE06BC1E8DD}"/>
                </a:ext>
              </a:extLst>
            </p:cNvPr>
            <p:cNvCxnSpPr>
              <a:cxnSpLocks/>
            </p:cNvCxnSpPr>
            <p:nvPr/>
          </p:nvCxnSpPr>
          <p:spPr>
            <a:xfrm>
              <a:off x="3253563" y="2918637"/>
              <a:ext cx="0" cy="1020725"/>
            </a:xfrm>
            <a:prstGeom prst="line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54D325D0-45BF-6FDF-A246-3DC82BED8F8F}"/>
                </a:ext>
              </a:extLst>
            </p:cNvPr>
            <p:cNvSpPr/>
            <p:nvPr/>
          </p:nvSpPr>
          <p:spPr>
            <a:xfrm>
              <a:off x="2062719" y="1217425"/>
              <a:ext cx="580750" cy="146463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3EE77622-4949-7011-3702-7C68BEEB4E83}"/>
                </a:ext>
              </a:extLst>
            </p:cNvPr>
            <p:cNvSpPr/>
            <p:nvPr/>
          </p:nvSpPr>
          <p:spPr>
            <a:xfrm>
              <a:off x="2066260" y="2783952"/>
              <a:ext cx="580750" cy="127561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6E3EBFE-FCE9-0AEE-9CBB-61AD22112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44322" y="3320901"/>
              <a:ext cx="254000" cy="152400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C09E97-224A-24BD-78A1-6993C00D77FB}"/>
                </a:ext>
              </a:extLst>
            </p:cNvPr>
            <p:cNvCxnSpPr>
              <a:cxnSpLocks/>
            </p:cNvCxnSpPr>
            <p:nvPr/>
          </p:nvCxnSpPr>
          <p:spPr>
            <a:xfrm>
              <a:off x="6253335" y="1393852"/>
              <a:ext cx="0" cy="834654"/>
            </a:xfrm>
            <a:prstGeom prst="line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AC9AC2E-ECEB-6517-5F73-4BCC387B3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4595" y="1008421"/>
              <a:ext cx="622300" cy="2286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8208DA6-195F-2140-50B8-7D581117D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3316" y="4049921"/>
              <a:ext cx="241300" cy="254000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7D1F412-702C-A148-FEE9-77F3C70D88B3}"/>
                </a:ext>
              </a:extLst>
            </p:cNvPr>
            <p:cNvCxnSpPr>
              <a:cxnSpLocks/>
            </p:cNvCxnSpPr>
            <p:nvPr/>
          </p:nvCxnSpPr>
          <p:spPr>
            <a:xfrm>
              <a:off x="6253335" y="2682060"/>
              <a:ext cx="0" cy="1247656"/>
            </a:xfrm>
            <a:prstGeom prst="line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086EA95A-07D1-7963-C614-13E302030B0B}"/>
                </a:ext>
              </a:extLst>
            </p:cNvPr>
            <p:cNvSpPr/>
            <p:nvPr/>
          </p:nvSpPr>
          <p:spPr>
            <a:xfrm>
              <a:off x="5062491" y="1207780"/>
              <a:ext cx="580750" cy="102072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7B3FCEBA-076B-BCB3-371D-6D95B1746A63}"/>
                </a:ext>
              </a:extLst>
            </p:cNvPr>
            <p:cNvSpPr/>
            <p:nvPr/>
          </p:nvSpPr>
          <p:spPr>
            <a:xfrm>
              <a:off x="5066032" y="2424224"/>
              <a:ext cx="538608" cy="1625698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63406FD-0E73-7795-84C0-5CE25B15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9369" y="3160784"/>
              <a:ext cx="254000" cy="1524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31EC986-EE35-18A2-8850-8CE21BE74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80224" y="1691270"/>
              <a:ext cx="203200" cy="16510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18FADC2-DB57-9A9A-6850-49D610175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70579" y="3035861"/>
              <a:ext cx="203200" cy="1651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7E7297D-8889-6EE7-E871-F63363EC6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45405" y="1830170"/>
              <a:ext cx="254000" cy="1651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9FE63C6-E15E-1319-45F3-BE310B3E1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47333" y="3255784"/>
              <a:ext cx="254000" cy="1651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B171879-A2EC-ED53-8BBB-905474110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42464" y="2538069"/>
              <a:ext cx="596900" cy="2540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8160F0F-036C-71A0-D1B7-C9D3CF671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51949" y="2271851"/>
              <a:ext cx="558800" cy="2540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568B358-A5E4-E587-F00C-11D09526C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08421" y="1620698"/>
              <a:ext cx="520700" cy="1905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4D77164-BBD8-CCA3-A559-608C443EB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91527" y="1852195"/>
              <a:ext cx="558800" cy="1905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1724FF9-FB4B-670F-F260-B9C63199D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10182" y="460978"/>
              <a:ext cx="2133600" cy="2413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39B240F-595F-16D5-E2B1-F27BA2A3A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764587" y="507279"/>
              <a:ext cx="2184400" cy="241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1942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C99B90-6DED-84EA-B474-CE7F94CDA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4917"/>
            <a:ext cx="7772400" cy="47481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4BD3AB-0A5E-F861-C636-6E4FFCA0C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349" y="1877942"/>
            <a:ext cx="1168998" cy="822019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308C5896-BB3E-FB9C-D7CE-498393E743CA}"/>
              </a:ext>
            </a:extLst>
          </p:cNvPr>
          <p:cNvGrpSpPr/>
          <p:nvPr/>
        </p:nvGrpSpPr>
        <p:grpSpPr>
          <a:xfrm>
            <a:off x="685392" y="1593775"/>
            <a:ext cx="532992" cy="426250"/>
            <a:chOff x="294203" y="2026688"/>
            <a:chExt cx="532992" cy="89565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B863880-873A-6D32-B3F7-6904EB1A8BA8}"/>
                </a:ext>
              </a:extLst>
            </p:cNvPr>
            <p:cNvCxnSpPr>
              <a:cxnSpLocks/>
            </p:cNvCxnSpPr>
            <p:nvPr/>
          </p:nvCxnSpPr>
          <p:spPr>
            <a:xfrm>
              <a:off x="294203" y="2026688"/>
              <a:ext cx="532992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2D765E-54E8-6175-7FAB-7A2B9CD2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94203" y="2175964"/>
              <a:ext cx="532992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9AA0B9-0D7C-849F-C44E-2786E5100EA4}"/>
                </a:ext>
              </a:extLst>
            </p:cNvPr>
            <p:cNvCxnSpPr>
              <a:cxnSpLocks/>
            </p:cNvCxnSpPr>
            <p:nvPr/>
          </p:nvCxnSpPr>
          <p:spPr>
            <a:xfrm>
              <a:off x="294203" y="2325240"/>
              <a:ext cx="532992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7BF2044-3623-4F0A-78FA-CA2113730AC4}"/>
                </a:ext>
              </a:extLst>
            </p:cNvPr>
            <p:cNvCxnSpPr>
              <a:cxnSpLocks/>
            </p:cNvCxnSpPr>
            <p:nvPr/>
          </p:nvCxnSpPr>
          <p:spPr>
            <a:xfrm>
              <a:off x="294203" y="2474516"/>
              <a:ext cx="532992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0C3579A-EE76-23B6-A013-B537E5422870}"/>
                </a:ext>
              </a:extLst>
            </p:cNvPr>
            <p:cNvCxnSpPr>
              <a:cxnSpLocks/>
            </p:cNvCxnSpPr>
            <p:nvPr/>
          </p:nvCxnSpPr>
          <p:spPr>
            <a:xfrm>
              <a:off x="294203" y="2623792"/>
              <a:ext cx="532992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50371B-E2C9-E1BF-B8B8-64EF26DE08B9}"/>
                </a:ext>
              </a:extLst>
            </p:cNvPr>
            <p:cNvCxnSpPr>
              <a:cxnSpLocks/>
            </p:cNvCxnSpPr>
            <p:nvPr/>
          </p:nvCxnSpPr>
          <p:spPr>
            <a:xfrm>
              <a:off x="294203" y="2773068"/>
              <a:ext cx="532992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DB0D35-AC71-66F1-C460-F8A058E0A0AA}"/>
                </a:ext>
              </a:extLst>
            </p:cNvPr>
            <p:cNvCxnSpPr>
              <a:cxnSpLocks/>
            </p:cNvCxnSpPr>
            <p:nvPr/>
          </p:nvCxnSpPr>
          <p:spPr>
            <a:xfrm>
              <a:off x="294203" y="2922343"/>
              <a:ext cx="532992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AD28136-BBC4-3386-8CAE-090B01ACE696}"/>
              </a:ext>
            </a:extLst>
          </p:cNvPr>
          <p:cNvGrpSpPr/>
          <p:nvPr/>
        </p:nvGrpSpPr>
        <p:grpSpPr>
          <a:xfrm>
            <a:off x="1273967" y="1507871"/>
            <a:ext cx="6915170" cy="1455864"/>
            <a:chOff x="1273967" y="1507871"/>
            <a:chExt cx="6915170" cy="145586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6CB120A-8E3C-66C6-773A-1C0DD07A8721}"/>
                </a:ext>
              </a:extLst>
            </p:cNvPr>
            <p:cNvSpPr/>
            <p:nvPr/>
          </p:nvSpPr>
          <p:spPr>
            <a:xfrm>
              <a:off x="4485939" y="1651145"/>
              <a:ext cx="982556" cy="858964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870CFA2-D585-B1FA-BF3E-ADA1D6F37FCB}"/>
                </a:ext>
              </a:extLst>
            </p:cNvPr>
            <p:cNvGrpSpPr/>
            <p:nvPr/>
          </p:nvGrpSpPr>
          <p:grpSpPr>
            <a:xfrm>
              <a:off x="1273967" y="1591981"/>
              <a:ext cx="6915170" cy="851177"/>
              <a:chOff x="1273967" y="1591981"/>
              <a:chExt cx="6915170" cy="851177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C0BE2B20-F5AF-8071-79DB-81C08D0616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8731" y="2443158"/>
                <a:ext cx="690800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933216A-B997-6BE0-7AA4-B148EB50E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3967" y="2016908"/>
                <a:ext cx="6908007" cy="0"/>
              </a:xfrm>
              <a:prstGeom prst="line">
                <a:avLst/>
              </a:prstGeom>
              <a:ln w="63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9387D16-9C52-EC10-E295-573E6B0D8F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5755" y="1591981"/>
                <a:ext cx="6908007" cy="0"/>
              </a:xfrm>
              <a:prstGeom prst="line">
                <a:avLst/>
              </a:prstGeom>
              <a:ln w="63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C348182-70D2-BD82-6323-7E0D246B0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81130" y="1651145"/>
                <a:ext cx="6908007" cy="0"/>
              </a:xfrm>
              <a:prstGeom prst="line">
                <a:avLst/>
              </a:prstGeom>
              <a:ln w="63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C4B9178-13B5-7870-5A5F-53BD4025EF79}"/>
                </a:ext>
              </a:extLst>
            </p:cNvPr>
            <p:cNvGrpSpPr/>
            <p:nvPr/>
          </p:nvGrpSpPr>
          <p:grpSpPr>
            <a:xfrm>
              <a:off x="4478768" y="1507871"/>
              <a:ext cx="984329" cy="1455864"/>
              <a:chOff x="4478768" y="1507871"/>
              <a:chExt cx="984329" cy="145586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6D5EE85-2EA7-06F4-B974-A2ABCD72FD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78768" y="1507871"/>
                <a:ext cx="0" cy="145586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E2A573A-E3C3-B069-B645-B6E8A962C8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3097" y="1507871"/>
                <a:ext cx="0" cy="145586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3B86A15-A115-54C1-376F-CC451F7EA3B8}"/>
                  </a:ext>
                </a:extLst>
              </p:cNvPr>
              <p:cNvSpPr/>
              <p:nvPr/>
            </p:nvSpPr>
            <p:spPr>
              <a:xfrm>
                <a:off x="4489450" y="1908175"/>
                <a:ext cx="968375" cy="692150"/>
              </a:xfrm>
              <a:custGeom>
                <a:avLst/>
                <a:gdLst>
                  <a:gd name="csX0" fmla="*/ 0 w 1212850"/>
                  <a:gd name="csY0" fmla="*/ 0 h 1320800"/>
                  <a:gd name="csX1" fmla="*/ 327025 w 1212850"/>
                  <a:gd name="csY1" fmla="*/ 1158875 h 1320800"/>
                  <a:gd name="csX2" fmla="*/ 431800 w 1212850"/>
                  <a:gd name="csY2" fmla="*/ 1260475 h 1320800"/>
                  <a:gd name="csX3" fmla="*/ 488950 w 1212850"/>
                  <a:gd name="csY3" fmla="*/ 1279525 h 1320800"/>
                  <a:gd name="csX4" fmla="*/ 546100 w 1212850"/>
                  <a:gd name="csY4" fmla="*/ 1257300 h 1320800"/>
                  <a:gd name="csX5" fmla="*/ 606425 w 1212850"/>
                  <a:gd name="csY5" fmla="*/ 1228725 h 1320800"/>
                  <a:gd name="csX6" fmla="*/ 679450 w 1212850"/>
                  <a:gd name="csY6" fmla="*/ 1212850 h 1320800"/>
                  <a:gd name="csX7" fmla="*/ 746125 w 1212850"/>
                  <a:gd name="csY7" fmla="*/ 1209675 h 1320800"/>
                  <a:gd name="csX8" fmla="*/ 822325 w 1212850"/>
                  <a:gd name="csY8" fmla="*/ 1222375 h 1320800"/>
                  <a:gd name="csX9" fmla="*/ 876300 w 1212850"/>
                  <a:gd name="csY9" fmla="*/ 1238250 h 1320800"/>
                  <a:gd name="csX10" fmla="*/ 914400 w 1212850"/>
                  <a:gd name="csY10" fmla="*/ 1276350 h 1320800"/>
                  <a:gd name="csX11" fmla="*/ 942975 w 1212850"/>
                  <a:gd name="csY11" fmla="*/ 1320800 h 1320800"/>
                  <a:gd name="csX12" fmla="*/ 965200 w 1212850"/>
                  <a:gd name="csY12" fmla="*/ 1301750 h 1320800"/>
                  <a:gd name="csX13" fmla="*/ 1006475 w 1212850"/>
                  <a:gd name="csY13" fmla="*/ 1311275 h 1320800"/>
                  <a:gd name="csX14" fmla="*/ 1006475 w 1212850"/>
                  <a:gd name="csY14" fmla="*/ 1311275 h 1320800"/>
                  <a:gd name="csX15" fmla="*/ 1089025 w 1212850"/>
                  <a:gd name="csY15" fmla="*/ 1190625 h 1320800"/>
                  <a:gd name="csX16" fmla="*/ 1127125 w 1212850"/>
                  <a:gd name="csY16" fmla="*/ 1108075 h 1320800"/>
                  <a:gd name="csX17" fmla="*/ 1187450 w 1212850"/>
                  <a:gd name="csY17" fmla="*/ 1038225 h 1320800"/>
                  <a:gd name="csX18" fmla="*/ 1212850 w 1212850"/>
                  <a:gd name="csY18" fmla="*/ 1003300 h 1320800"/>
                  <a:gd name="csX0" fmla="*/ 0 w 968375"/>
                  <a:gd name="csY0" fmla="*/ 0 h 692150"/>
                  <a:gd name="csX1" fmla="*/ 82550 w 968375"/>
                  <a:gd name="csY1" fmla="*/ 530225 h 692150"/>
                  <a:gd name="csX2" fmla="*/ 187325 w 968375"/>
                  <a:gd name="csY2" fmla="*/ 631825 h 692150"/>
                  <a:gd name="csX3" fmla="*/ 244475 w 968375"/>
                  <a:gd name="csY3" fmla="*/ 650875 h 692150"/>
                  <a:gd name="csX4" fmla="*/ 301625 w 968375"/>
                  <a:gd name="csY4" fmla="*/ 628650 h 692150"/>
                  <a:gd name="csX5" fmla="*/ 361950 w 968375"/>
                  <a:gd name="csY5" fmla="*/ 600075 h 692150"/>
                  <a:gd name="csX6" fmla="*/ 434975 w 968375"/>
                  <a:gd name="csY6" fmla="*/ 584200 h 692150"/>
                  <a:gd name="csX7" fmla="*/ 501650 w 968375"/>
                  <a:gd name="csY7" fmla="*/ 581025 h 692150"/>
                  <a:gd name="csX8" fmla="*/ 577850 w 968375"/>
                  <a:gd name="csY8" fmla="*/ 593725 h 692150"/>
                  <a:gd name="csX9" fmla="*/ 631825 w 968375"/>
                  <a:gd name="csY9" fmla="*/ 609600 h 692150"/>
                  <a:gd name="csX10" fmla="*/ 669925 w 968375"/>
                  <a:gd name="csY10" fmla="*/ 647700 h 692150"/>
                  <a:gd name="csX11" fmla="*/ 698500 w 968375"/>
                  <a:gd name="csY11" fmla="*/ 692150 h 692150"/>
                  <a:gd name="csX12" fmla="*/ 720725 w 968375"/>
                  <a:gd name="csY12" fmla="*/ 673100 h 692150"/>
                  <a:gd name="csX13" fmla="*/ 762000 w 968375"/>
                  <a:gd name="csY13" fmla="*/ 682625 h 692150"/>
                  <a:gd name="csX14" fmla="*/ 762000 w 968375"/>
                  <a:gd name="csY14" fmla="*/ 682625 h 692150"/>
                  <a:gd name="csX15" fmla="*/ 844550 w 968375"/>
                  <a:gd name="csY15" fmla="*/ 561975 h 692150"/>
                  <a:gd name="csX16" fmla="*/ 882650 w 968375"/>
                  <a:gd name="csY16" fmla="*/ 479425 h 692150"/>
                  <a:gd name="csX17" fmla="*/ 942975 w 968375"/>
                  <a:gd name="csY17" fmla="*/ 409575 h 692150"/>
                  <a:gd name="csX18" fmla="*/ 968375 w 968375"/>
                  <a:gd name="csY18" fmla="*/ 374650 h 692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968375" h="692150">
                    <a:moveTo>
                      <a:pt x="0" y="0"/>
                    </a:moveTo>
                    <a:lnTo>
                      <a:pt x="82550" y="530225"/>
                    </a:lnTo>
                    <a:lnTo>
                      <a:pt x="187325" y="631825"/>
                    </a:lnTo>
                    <a:lnTo>
                      <a:pt x="244475" y="650875"/>
                    </a:lnTo>
                    <a:lnTo>
                      <a:pt x="301625" y="628650"/>
                    </a:lnTo>
                    <a:lnTo>
                      <a:pt x="361950" y="600075"/>
                    </a:lnTo>
                    <a:lnTo>
                      <a:pt x="434975" y="584200"/>
                    </a:lnTo>
                    <a:lnTo>
                      <a:pt x="501650" y="581025"/>
                    </a:lnTo>
                    <a:lnTo>
                      <a:pt x="577850" y="593725"/>
                    </a:lnTo>
                    <a:lnTo>
                      <a:pt x="631825" y="609600"/>
                    </a:lnTo>
                    <a:lnTo>
                      <a:pt x="669925" y="647700"/>
                    </a:lnTo>
                    <a:lnTo>
                      <a:pt x="698500" y="692150"/>
                    </a:lnTo>
                    <a:lnTo>
                      <a:pt x="720725" y="673100"/>
                    </a:lnTo>
                    <a:lnTo>
                      <a:pt x="762000" y="682625"/>
                    </a:lnTo>
                    <a:lnTo>
                      <a:pt x="762000" y="682625"/>
                    </a:lnTo>
                    <a:lnTo>
                      <a:pt x="844550" y="561975"/>
                    </a:lnTo>
                    <a:lnTo>
                      <a:pt x="882650" y="479425"/>
                    </a:lnTo>
                    <a:lnTo>
                      <a:pt x="942975" y="409575"/>
                    </a:lnTo>
                    <a:lnTo>
                      <a:pt x="968375" y="374650"/>
                    </a:lnTo>
                  </a:path>
                </a:pathLst>
              </a:cu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384F3505-0657-4F4B-9106-029A2B71478F}"/>
              </a:ext>
            </a:extLst>
          </p:cNvPr>
          <p:cNvSpPr/>
          <p:nvPr/>
        </p:nvSpPr>
        <p:spPr>
          <a:xfrm>
            <a:off x="4485939" y="2352942"/>
            <a:ext cx="86061" cy="60548"/>
          </a:xfrm>
          <a:prstGeom prst="rect">
            <a:avLst/>
          </a:prstGeom>
          <a:solidFill>
            <a:srgbClr val="C00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D3DC1F7-191E-3E9A-1792-C355277DE69D}"/>
              </a:ext>
            </a:extLst>
          </p:cNvPr>
          <p:cNvSpPr/>
          <p:nvPr/>
        </p:nvSpPr>
        <p:spPr>
          <a:xfrm>
            <a:off x="4479589" y="2209800"/>
            <a:ext cx="86061" cy="143138"/>
          </a:xfrm>
          <a:custGeom>
            <a:avLst/>
            <a:gdLst>
              <a:gd name="csX0" fmla="*/ 0 w 86061"/>
              <a:gd name="csY0" fmla="*/ 0 h 124315"/>
              <a:gd name="csX1" fmla="*/ 86061 w 86061"/>
              <a:gd name="csY1" fmla="*/ 0 h 124315"/>
              <a:gd name="csX2" fmla="*/ 86061 w 86061"/>
              <a:gd name="csY2" fmla="*/ 124315 h 124315"/>
              <a:gd name="csX3" fmla="*/ 0 w 86061"/>
              <a:gd name="csY3" fmla="*/ 124315 h 124315"/>
              <a:gd name="csX4" fmla="*/ 0 w 86061"/>
              <a:gd name="csY4" fmla="*/ 0 h 124315"/>
              <a:gd name="csX0" fmla="*/ 0 w 86061"/>
              <a:gd name="csY0" fmla="*/ 0 h 124315"/>
              <a:gd name="csX1" fmla="*/ 73361 w 86061"/>
              <a:gd name="csY1" fmla="*/ 6350 h 124315"/>
              <a:gd name="csX2" fmla="*/ 86061 w 86061"/>
              <a:gd name="csY2" fmla="*/ 124315 h 124315"/>
              <a:gd name="csX3" fmla="*/ 0 w 86061"/>
              <a:gd name="csY3" fmla="*/ 124315 h 124315"/>
              <a:gd name="csX4" fmla="*/ 0 w 86061"/>
              <a:gd name="csY4" fmla="*/ 0 h 124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6061" h="124315">
                <a:moveTo>
                  <a:pt x="0" y="0"/>
                </a:moveTo>
                <a:lnTo>
                  <a:pt x="73361" y="6350"/>
                </a:lnTo>
                <a:lnTo>
                  <a:pt x="86061" y="124315"/>
                </a:lnTo>
                <a:lnTo>
                  <a:pt x="0" y="124315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D3C7BA-1431-BA7C-724B-6441AEE015A0}"/>
              </a:ext>
            </a:extLst>
          </p:cNvPr>
          <p:cNvSpPr/>
          <p:nvPr/>
        </p:nvSpPr>
        <p:spPr>
          <a:xfrm>
            <a:off x="4485939" y="1922582"/>
            <a:ext cx="54311" cy="301011"/>
          </a:xfrm>
          <a:custGeom>
            <a:avLst/>
            <a:gdLst>
              <a:gd name="csX0" fmla="*/ 0 w 86061"/>
              <a:gd name="csY0" fmla="*/ 0 h 301011"/>
              <a:gd name="csX1" fmla="*/ 86061 w 86061"/>
              <a:gd name="csY1" fmla="*/ 0 h 301011"/>
              <a:gd name="csX2" fmla="*/ 86061 w 86061"/>
              <a:gd name="csY2" fmla="*/ 301011 h 301011"/>
              <a:gd name="csX3" fmla="*/ 0 w 86061"/>
              <a:gd name="csY3" fmla="*/ 301011 h 301011"/>
              <a:gd name="csX4" fmla="*/ 0 w 86061"/>
              <a:gd name="csY4" fmla="*/ 0 h 301011"/>
              <a:gd name="csX0" fmla="*/ 0 w 86061"/>
              <a:gd name="csY0" fmla="*/ 0 h 301011"/>
              <a:gd name="csX1" fmla="*/ 6686 w 86061"/>
              <a:gd name="csY1" fmla="*/ 6350 h 301011"/>
              <a:gd name="csX2" fmla="*/ 86061 w 86061"/>
              <a:gd name="csY2" fmla="*/ 301011 h 301011"/>
              <a:gd name="csX3" fmla="*/ 0 w 86061"/>
              <a:gd name="csY3" fmla="*/ 301011 h 301011"/>
              <a:gd name="csX4" fmla="*/ 0 w 86061"/>
              <a:gd name="csY4" fmla="*/ 0 h 301011"/>
              <a:gd name="csX0" fmla="*/ 0 w 54311"/>
              <a:gd name="csY0" fmla="*/ 0 h 301011"/>
              <a:gd name="csX1" fmla="*/ 6686 w 54311"/>
              <a:gd name="csY1" fmla="*/ 6350 h 301011"/>
              <a:gd name="csX2" fmla="*/ 54311 w 54311"/>
              <a:gd name="csY2" fmla="*/ 288311 h 301011"/>
              <a:gd name="csX3" fmla="*/ 0 w 54311"/>
              <a:gd name="csY3" fmla="*/ 301011 h 301011"/>
              <a:gd name="csX4" fmla="*/ 0 w 54311"/>
              <a:gd name="csY4" fmla="*/ 0 h 301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4311" h="301011">
                <a:moveTo>
                  <a:pt x="0" y="0"/>
                </a:moveTo>
                <a:lnTo>
                  <a:pt x="6686" y="6350"/>
                </a:lnTo>
                <a:lnTo>
                  <a:pt x="54311" y="288311"/>
                </a:lnTo>
                <a:lnTo>
                  <a:pt x="0" y="301011"/>
                </a:lnTo>
                <a:lnTo>
                  <a:pt x="0" y="0"/>
                </a:lnTo>
                <a:close/>
              </a:path>
            </a:pathLst>
          </a:custGeom>
          <a:solidFill>
            <a:srgbClr val="29FFDD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14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0FAFF00-D1A2-CFF7-CE74-895E9A18F6A7}"/>
              </a:ext>
            </a:extLst>
          </p:cNvPr>
          <p:cNvGrpSpPr/>
          <p:nvPr/>
        </p:nvGrpSpPr>
        <p:grpSpPr>
          <a:xfrm>
            <a:off x="3692324" y="300942"/>
            <a:ext cx="2002420" cy="5515658"/>
            <a:chOff x="4473239" y="1507871"/>
            <a:chExt cx="995256" cy="14558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FD2C1D-0A6E-694C-9228-2E88CDCA9323}"/>
                </a:ext>
              </a:extLst>
            </p:cNvPr>
            <p:cNvSpPr/>
            <p:nvPr/>
          </p:nvSpPr>
          <p:spPr>
            <a:xfrm>
              <a:off x="4485939" y="1651145"/>
              <a:ext cx="982556" cy="858964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07B64C-B344-D3B5-7B92-8A1E0640B51D}"/>
                </a:ext>
              </a:extLst>
            </p:cNvPr>
            <p:cNvGrpSpPr/>
            <p:nvPr/>
          </p:nvGrpSpPr>
          <p:grpSpPr>
            <a:xfrm>
              <a:off x="4478768" y="1507871"/>
              <a:ext cx="984329" cy="1455864"/>
              <a:chOff x="4478768" y="1507871"/>
              <a:chExt cx="984329" cy="1455864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DA89DC5-351B-E84B-79EC-5A60E7F88E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78768" y="1507871"/>
                <a:ext cx="0" cy="145586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D6C4620-1A7E-261B-0EE6-642DDB2973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3097" y="1507871"/>
                <a:ext cx="0" cy="145586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9EE3F8C-6A3A-4891-2D1B-CBC81A0EABED}"/>
                  </a:ext>
                </a:extLst>
              </p:cNvPr>
              <p:cNvSpPr/>
              <p:nvPr/>
            </p:nvSpPr>
            <p:spPr>
              <a:xfrm>
                <a:off x="4489450" y="1908175"/>
                <a:ext cx="968375" cy="692150"/>
              </a:xfrm>
              <a:custGeom>
                <a:avLst/>
                <a:gdLst>
                  <a:gd name="csX0" fmla="*/ 0 w 1212850"/>
                  <a:gd name="csY0" fmla="*/ 0 h 1320800"/>
                  <a:gd name="csX1" fmla="*/ 327025 w 1212850"/>
                  <a:gd name="csY1" fmla="*/ 1158875 h 1320800"/>
                  <a:gd name="csX2" fmla="*/ 431800 w 1212850"/>
                  <a:gd name="csY2" fmla="*/ 1260475 h 1320800"/>
                  <a:gd name="csX3" fmla="*/ 488950 w 1212850"/>
                  <a:gd name="csY3" fmla="*/ 1279525 h 1320800"/>
                  <a:gd name="csX4" fmla="*/ 546100 w 1212850"/>
                  <a:gd name="csY4" fmla="*/ 1257300 h 1320800"/>
                  <a:gd name="csX5" fmla="*/ 606425 w 1212850"/>
                  <a:gd name="csY5" fmla="*/ 1228725 h 1320800"/>
                  <a:gd name="csX6" fmla="*/ 679450 w 1212850"/>
                  <a:gd name="csY6" fmla="*/ 1212850 h 1320800"/>
                  <a:gd name="csX7" fmla="*/ 746125 w 1212850"/>
                  <a:gd name="csY7" fmla="*/ 1209675 h 1320800"/>
                  <a:gd name="csX8" fmla="*/ 822325 w 1212850"/>
                  <a:gd name="csY8" fmla="*/ 1222375 h 1320800"/>
                  <a:gd name="csX9" fmla="*/ 876300 w 1212850"/>
                  <a:gd name="csY9" fmla="*/ 1238250 h 1320800"/>
                  <a:gd name="csX10" fmla="*/ 914400 w 1212850"/>
                  <a:gd name="csY10" fmla="*/ 1276350 h 1320800"/>
                  <a:gd name="csX11" fmla="*/ 942975 w 1212850"/>
                  <a:gd name="csY11" fmla="*/ 1320800 h 1320800"/>
                  <a:gd name="csX12" fmla="*/ 965200 w 1212850"/>
                  <a:gd name="csY12" fmla="*/ 1301750 h 1320800"/>
                  <a:gd name="csX13" fmla="*/ 1006475 w 1212850"/>
                  <a:gd name="csY13" fmla="*/ 1311275 h 1320800"/>
                  <a:gd name="csX14" fmla="*/ 1006475 w 1212850"/>
                  <a:gd name="csY14" fmla="*/ 1311275 h 1320800"/>
                  <a:gd name="csX15" fmla="*/ 1089025 w 1212850"/>
                  <a:gd name="csY15" fmla="*/ 1190625 h 1320800"/>
                  <a:gd name="csX16" fmla="*/ 1127125 w 1212850"/>
                  <a:gd name="csY16" fmla="*/ 1108075 h 1320800"/>
                  <a:gd name="csX17" fmla="*/ 1187450 w 1212850"/>
                  <a:gd name="csY17" fmla="*/ 1038225 h 1320800"/>
                  <a:gd name="csX18" fmla="*/ 1212850 w 1212850"/>
                  <a:gd name="csY18" fmla="*/ 1003300 h 1320800"/>
                  <a:gd name="csX0" fmla="*/ 0 w 968375"/>
                  <a:gd name="csY0" fmla="*/ 0 h 692150"/>
                  <a:gd name="csX1" fmla="*/ 82550 w 968375"/>
                  <a:gd name="csY1" fmla="*/ 530225 h 692150"/>
                  <a:gd name="csX2" fmla="*/ 187325 w 968375"/>
                  <a:gd name="csY2" fmla="*/ 631825 h 692150"/>
                  <a:gd name="csX3" fmla="*/ 244475 w 968375"/>
                  <a:gd name="csY3" fmla="*/ 650875 h 692150"/>
                  <a:gd name="csX4" fmla="*/ 301625 w 968375"/>
                  <a:gd name="csY4" fmla="*/ 628650 h 692150"/>
                  <a:gd name="csX5" fmla="*/ 361950 w 968375"/>
                  <a:gd name="csY5" fmla="*/ 600075 h 692150"/>
                  <a:gd name="csX6" fmla="*/ 434975 w 968375"/>
                  <a:gd name="csY6" fmla="*/ 584200 h 692150"/>
                  <a:gd name="csX7" fmla="*/ 501650 w 968375"/>
                  <a:gd name="csY7" fmla="*/ 581025 h 692150"/>
                  <a:gd name="csX8" fmla="*/ 577850 w 968375"/>
                  <a:gd name="csY8" fmla="*/ 593725 h 692150"/>
                  <a:gd name="csX9" fmla="*/ 631825 w 968375"/>
                  <a:gd name="csY9" fmla="*/ 609600 h 692150"/>
                  <a:gd name="csX10" fmla="*/ 669925 w 968375"/>
                  <a:gd name="csY10" fmla="*/ 647700 h 692150"/>
                  <a:gd name="csX11" fmla="*/ 698500 w 968375"/>
                  <a:gd name="csY11" fmla="*/ 692150 h 692150"/>
                  <a:gd name="csX12" fmla="*/ 720725 w 968375"/>
                  <a:gd name="csY12" fmla="*/ 673100 h 692150"/>
                  <a:gd name="csX13" fmla="*/ 762000 w 968375"/>
                  <a:gd name="csY13" fmla="*/ 682625 h 692150"/>
                  <a:gd name="csX14" fmla="*/ 762000 w 968375"/>
                  <a:gd name="csY14" fmla="*/ 682625 h 692150"/>
                  <a:gd name="csX15" fmla="*/ 844550 w 968375"/>
                  <a:gd name="csY15" fmla="*/ 561975 h 692150"/>
                  <a:gd name="csX16" fmla="*/ 882650 w 968375"/>
                  <a:gd name="csY16" fmla="*/ 479425 h 692150"/>
                  <a:gd name="csX17" fmla="*/ 942975 w 968375"/>
                  <a:gd name="csY17" fmla="*/ 409575 h 692150"/>
                  <a:gd name="csX18" fmla="*/ 968375 w 968375"/>
                  <a:gd name="csY18" fmla="*/ 374650 h 692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968375" h="692150">
                    <a:moveTo>
                      <a:pt x="0" y="0"/>
                    </a:moveTo>
                    <a:lnTo>
                      <a:pt x="82550" y="530225"/>
                    </a:lnTo>
                    <a:lnTo>
                      <a:pt x="187325" y="631825"/>
                    </a:lnTo>
                    <a:lnTo>
                      <a:pt x="244475" y="650875"/>
                    </a:lnTo>
                    <a:lnTo>
                      <a:pt x="301625" y="628650"/>
                    </a:lnTo>
                    <a:lnTo>
                      <a:pt x="361950" y="600075"/>
                    </a:lnTo>
                    <a:lnTo>
                      <a:pt x="434975" y="584200"/>
                    </a:lnTo>
                    <a:lnTo>
                      <a:pt x="501650" y="581025"/>
                    </a:lnTo>
                    <a:lnTo>
                      <a:pt x="577850" y="593725"/>
                    </a:lnTo>
                    <a:lnTo>
                      <a:pt x="631825" y="609600"/>
                    </a:lnTo>
                    <a:lnTo>
                      <a:pt x="669925" y="647700"/>
                    </a:lnTo>
                    <a:lnTo>
                      <a:pt x="698500" y="692150"/>
                    </a:lnTo>
                    <a:lnTo>
                      <a:pt x="720725" y="673100"/>
                    </a:lnTo>
                    <a:lnTo>
                      <a:pt x="762000" y="682625"/>
                    </a:lnTo>
                    <a:lnTo>
                      <a:pt x="762000" y="682625"/>
                    </a:lnTo>
                    <a:lnTo>
                      <a:pt x="844550" y="561975"/>
                    </a:lnTo>
                    <a:lnTo>
                      <a:pt x="882650" y="479425"/>
                    </a:lnTo>
                    <a:lnTo>
                      <a:pt x="942975" y="409575"/>
                    </a:lnTo>
                    <a:lnTo>
                      <a:pt x="968375" y="374650"/>
                    </a:lnTo>
                  </a:path>
                </a:pathLst>
              </a:cu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9E96479-BC23-A0FC-99C5-76C0B0C716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5939" y="1587500"/>
              <a:ext cx="971886" cy="4481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EAA0AA7-0F53-3367-23D6-6C101E139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89" y="1644650"/>
              <a:ext cx="971886" cy="4481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18EEA4C-6DC2-26B6-2277-0FD34828EA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6414" y="2012950"/>
              <a:ext cx="971886" cy="4481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647F3CD-C6C7-91A7-43E7-B2503E8F2682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89" y="2439706"/>
              <a:ext cx="988906" cy="0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56693F-635A-66A7-665A-B0FC97683C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3239" y="2505075"/>
              <a:ext cx="971886" cy="4481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3155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94BE1E-AC79-90AB-206D-CF903E839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68" y="1073150"/>
            <a:ext cx="8762036" cy="4711700"/>
          </a:xfrm>
          <a:prstGeom prst="rect">
            <a:avLst/>
          </a:prstGeom>
          <a:solidFill>
            <a:srgbClr val="941100"/>
          </a:solidFill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1D785B7-03EA-BBB1-943F-74B3ADB823CA}"/>
              </a:ext>
            </a:extLst>
          </p:cNvPr>
          <p:cNvSpPr txBox="1"/>
          <p:nvPr/>
        </p:nvSpPr>
        <p:spPr>
          <a:xfrm>
            <a:off x="457200" y="217714"/>
            <a:ext cx="1944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Raai</a:t>
            </a:r>
            <a:r>
              <a:rPr lang="en-US" dirty="0"/>
              <a:t> 5,  Y=475100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8034D50-D91B-CDD2-066A-5646EB742A48}"/>
              </a:ext>
            </a:extLst>
          </p:cNvPr>
          <p:cNvGrpSpPr/>
          <p:nvPr/>
        </p:nvGrpSpPr>
        <p:grpSpPr>
          <a:xfrm>
            <a:off x="3104417" y="104717"/>
            <a:ext cx="3689922" cy="6012270"/>
            <a:chOff x="3104417" y="104717"/>
            <a:chExt cx="3689922" cy="601227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73D1086-B336-CCDE-A911-73692E5848F5}"/>
                </a:ext>
              </a:extLst>
            </p:cNvPr>
            <p:cNvGrpSpPr/>
            <p:nvPr/>
          </p:nvGrpSpPr>
          <p:grpSpPr>
            <a:xfrm>
              <a:off x="3130596" y="2159515"/>
              <a:ext cx="3642422" cy="1899771"/>
              <a:chOff x="3130596" y="2159515"/>
              <a:chExt cx="3642422" cy="1899771"/>
            </a:xfrm>
          </p:grpSpPr>
          <p:sp>
            <p:nvSpPr>
              <p:cNvPr id="26" name="Triangle 25">
                <a:extLst>
                  <a:ext uri="{FF2B5EF4-FFF2-40B4-BE49-F238E27FC236}">
                    <a16:creationId xmlns:a16="http://schemas.microsoft.com/office/drawing/2014/main" id="{3708F1E4-4B7A-5FF1-4632-290EF2DFA4C6}"/>
                  </a:ext>
                </a:extLst>
              </p:cNvPr>
              <p:cNvSpPr/>
              <p:nvPr/>
            </p:nvSpPr>
            <p:spPr>
              <a:xfrm>
                <a:off x="3130596" y="2159515"/>
                <a:ext cx="273542" cy="1350199"/>
              </a:xfrm>
              <a:custGeom>
                <a:avLst/>
                <a:gdLst>
                  <a:gd name="csX0" fmla="*/ 0 w 1060704"/>
                  <a:gd name="csY0" fmla="*/ 914400 h 914400"/>
                  <a:gd name="csX1" fmla="*/ 530352 w 1060704"/>
                  <a:gd name="csY1" fmla="*/ 0 h 914400"/>
                  <a:gd name="csX2" fmla="*/ 1060704 w 1060704"/>
                  <a:gd name="csY2" fmla="*/ 914400 h 914400"/>
                  <a:gd name="csX3" fmla="*/ 0 w 1060704"/>
                  <a:gd name="csY3" fmla="*/ 914400 h 914400"/>
                  <a:gd name="csX0" fmla="*/ 22179 w 1082883"/>
                  <a:gd name="csY0" fmla="*/ 1350199 h 1350199"/>
                  <a:gd name="csX1" fmla="*/ 0 w 1082883"/>
                  <a:gd name="csY1" fmla="*/ 0 h 1350199"/>
                  <a:gd name="csX2" fmla="*/ 1082883 w 1082883"/>
                  <a:gd name="csY2" fmla="*/ 1350199 h 1350199"/>
                  <a:gd name="csX3" fmla="*/ 22179 w 1082883"/>
                  <a:gd name="csY3" fmla="*/ 1350199 h 1350199"/>
                  <a:gd name="csX0" fmla="*/ 22179 w 273542"/>
                  <a:gd name="csY0" fmla="*/ 1350199 h 1361872"/>
                  <a:gd name="csX1" fmla="*/ 0 w 273542"/>
                  <a:gd name="csY1" fmla="*/ 0 h 1361872"/>
                  <a:gd name="csX2" fmla="*/ 273542 w 273542"/>
                  <a:gd name="csY2" fmla="*/ 1361872 h 1361872"/>
                  <a:gd name="csX3" fmla="*/ 22179 w 273542"/>
                  <a:gd name="csY3" fmla="*/ 1350199 h 1361872"/>
                  <a:gd name="csX0" fmla="*/ 22179 w 269651"/>
                  <a:gd name="csY0" fmla="*/ 1350199 h 1350199"/>
                  <a:gd name="csX1" fmla="*/ 0 w 269651"/>
                  <a:gd name="csY1" fmla="*/ 0 h 1350199"/>
                  <a:gd name="csX2" fmla="*/ 269651 w 269651"/>
                  <a:gd name="csY2" fmla="*/ 1350199 h 1350199"/>
                  <a:gd name="csX3" fmla="*/ 22179 w 269651"/>
                  <a:gd name="csY3" fmla="*/ 1350199 h 1350199"/>
                  <a:gd name="csX0" fmla="*/ 10506 w 269651"/>
                  <a:gd name="csY0" fmla="*/ 1354090 h 1354090"/>
                  <a:gd name="csX1" fmla="*/ 0 w 269651"/>
                  <a:gd name="csY1" fmla="*/ 0 h 1354090"/>
                  <a:gd name="csX2" fmla="*/ 269651 w 269651"/>
                  <a:gd name="csY2" fmla="*/ 1350199 h 1354090"/>
                  <a:gd name="csX3" fmla="*/ 10506 w 269651"/>
                  <a:gd name="csY3" fmla="*/ 1354090 h 1354090"/>
                  <a:gd name="csX0" fmla="*/ 10506 w 269651"/>
                  <a:gd name="csY0" fmla="*/ 1354090 h 1354090"/>
                  <a:gd name="csX1" fmla="*/ 0 w 269651"/>
                  <a:gd name="csY1" fmla="*/ 0 h 1354090"/>
                  <a:gd name="csX2" fmla="*/ 71750 w 269651"/>
                  <a:gd name="csY2" fmla="*/ 350221 h 1354090"/>
                  <a:gd name="csX3" fmla="*/ 269651 w 269651"/>
                  <a:gd name="csY3" fmla="*/ 1350199 h 1354090"/>
                  <a:gd name="csX4" fmla="*/ 10506 w 269651"/>
                  <a:gd name="csY4" fmla="*/ 1354090 h 1354090"/>
                  <a:gd name="csX0" fmla="*/ 10506 w 269651"/>
                  <a:gd name="csY0" fmla="*/ 1354090 h 1354090"/>
                  <a:gd name="csX1" fmla="*/ 0 w 269651"/>
                  <a:gd name="csY1" fmla="*/ 0 h 1354090"/>
                  <a:gd name="csX2" fmla="*/ 32839 w 269651"/>
                  <a:gd name="csY2" fmla="*/ 15589 h 1354090"/>
                  <a:gd name="csX3" fmla="*/ 269651 w 269651"/>
                  <a:gd name="csY3" fmla="*/ 1350199 h 1354090"/>
                  <a:gd name="csX4" fmla="*/ 10506 w 269651"/>
                  <a:gd name="csY4" fmla="*/ 1354090 h 1354090"/>
                  <a:gd name="csX0" fmla="*/ 14397 w 273542"/>
                  <a:gd name="csY0" fmla="*/ 1338526 h 1338526"/>
                  <a:gd name="csX1" fmla="*/ 0 w 273542"/>
                  <a:gd name="csY1" fmla="*/ 0 h 1338526"/>
                  <a:gd name="csX2" fmla="*/ 36730 w 273542"/>
                  <a:gd name="csY2" fmla="*/ 25 h 1338526"/>
                  <a:gd name="csX3" fmla="*/ 273542 w 273542"/>
                  <a:gd name="csY3" fmla="*/ 1334635 h 1338526"/>
                  <a:gd name="csX4" fmla="*/ 14397 w 273542"/>
                  <a:gd name="csY4" fmla="*/ 1338526 h 1338526"/>
                  <a:gd name="csX0" fmla="*/ 14397 w 273542"/>
                  <a:gd name="csY0" fmla="*/ 1338526 h 1346309"/>
                  <a:gd name="csX1" fmla="*/ 0 w 273542"/>
                  <a:gd name="csY1" fmla="*/ 0 h 1346309"/>
                  <a:gd name="csX2" fmla="*/ 36730 w 273542"/>
                  <a:gd name="csY2" fmla="*/ 25 h 1346309"/>
                  <a:gd name="csX3" fmla="*/ 273542 w 273542"/>
                  <a:gd name="csY3" fmla="*/ 1346309 h 1346309"/>
                  <a:gd name="csX4" fmla="*/ 14397 w 273542"/>
                  <a:gd name="csY4" fmla="*/ 1338526 h 1346309"/>
                  <a:gd name="csX0" fmla="*/ 14397 w 273542"/>
                  <a:gd name="csY0" fmla="*/ 1350199 h 1350199"/>
                  <a:gd name="csX1" fmla="*/ 0 w 273542"/>
                  <a:gd name="csY1" fmla="*/ 0 h 1350199"/>
                  <a:gd name="csX2" fmla="*/ 36730 w 273542"/>
                  <a:gd name="csY2" fmla="*/ 25 h 1350199"/>
                  <a:gd name="csX3" fmla="*/ 273542 w 273542"/>
                  <a:gd name="csY3" fmla="*/ 1346309 h 1350199"/>
                  <a:gd name="csX4" fmla="*/ 14397 w 273542"/>
                  <a:gd name="csY4" fmla="*/ 1350199 h 13501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73542" h="1350199">
                    <a:moveTo>
                      <a:pt x="14397" y="1350199"/>
                    </a:moveTo>
                    <a:lnTo>
                      <a:pt x="0" y="0"/>
                    </a:lnTo>
                    <a:lnTo>
                      <a:pt x="36730" y="25"/>
                    </a:lnTo>
                    <a:lnTo>
                      <a:pt x="273542" y="1346309"/>
                    </a:lnTo>
                    <a:lnTo>
                      <a:pt x="14397" y="1350199"/>
                    </a:lnTo>
                    <a:close/>
                  </a:path>
                </a:pathLst>
              </a:custGeom>
              <a:solidFill>
                <a:srgbClr val="D18228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449ADEF-9909-DDFD-A107-865B155CEB34}"/>
                  </a:ext>
                </a:extLst>
              </p:cNvPr>
              <p:cNvSpPr/>
              <p:nvPr/>
            </p:nvSpPr>
            <p:spPr>
              <a:xfrm>
                <a:off x="3149076" y="3497124"/>
                <a:ext cx="297861" cy="279594"/>
              </a:xfrm>
              <a:custGeom>
                <a:avLst/>
                <a:gdLst>
                  <a:gd name="csX0" fmla="*/ 0 w 250598"/>
                  <a:gd name="csY0" fmla="*/ 0 h 275685"/>
                  <a:gd name="csX1" fmla="*/ 250598 w 250598"/>
                  <a:gd name="csY1" fmla="*/ 0 h 275685"/>
                  <a:gd name="csX2" fmla="*/ 250598 w 250598"/>
                  <a:gd name="csY2" fmla="*/ 275685 h 275685"/>
                  <a:gd name="csX3" fmla="*/ 0 w 250598"/>
                  <a:gd name="csY3" fmla="*/ 275685 h 275685"/>
                  <a:gd name="csX4" fmla="*/ 0 w 250598"/>
                  <a:gd name="csY4" fmla="*/ 0 h 275685"/>
                  <a:gd name="csX0" fmla="*/ 0 w 305073"/>
                  <a:gd name="csY0" fmla="*/ 0 h 279576"/>
                  <a:gd name="csX1" fmla="*/ 250598 w 305073"/>
                  <a:gd name="csY1" fmla="*/ 0 h 279576"/>
                  <a:gd name="csX2" fmla="*/ 305073 w 305073"/>
                  <a:gd name="csY2" fmla="*/ 279576 h 279576"/>
                  <a:gd name="csX3" fmla="*/ 0 w 305073"/>
                  <a:gd name="csY3" fmla="*/ 275685 h 279576"/>
                  <a:gd name="csX4" fmla="*/ 0 w 305073"/>
                  <a:gd name="csY4" fmla="*/ 0 h 279576"/>
                  <a:gd name="csX0" fmla="*/ 0 w 293400"/>
                  <a:gd name="csY0" fmla="*/ 0 h 275685"/>
                  <a:gd name="csX1" fmla="*/ 250598 w 293400"/>
                  <a:gd name="csY1" fmla="*/ 0 h 275685"/>
                  <a:gd name="csX2" fmla="*/ 293400 w 293400"/>
                  <a:gd name="csY2" fmla="*/ 267903 h 275685"/>
                  <a:gd name="csX3" fmla="*/ 0 w 293400"/>
                  <a:gd name="csY3" fmla="*/ 275685 h 275685"/>
                  <a:gd name="csX4" fmla="*/ 0 w 293400"/>
                  <a:gd name="csY4" fmla="*/ 0 h 275685"/>
                  <a:gd name="csX0" fmla="*/ 0 w 293400"/>
                  <a:gd name="csY0" fmla="*/ 0 h 275685"/>
                  <a:gd name="csX1" fmla="*/ 250598 w 293400"/>
                  <a:gd name="csY1" fmla="*/ 0 h 275685"/>
                  <a:gd name="csX2" fmla="*/ 293400 w 293400"/>
                  <a:gd name="csY2" fmla="*/ 271794 h 275685"/>
                  <a:gd name="csX3" fmla="*/ 0 w 293400"/>
                  <a:gd name="csY3" fmla="*/ 275685 h 275685"/>
                  <a:gd name="csX4" fmla="*/ 0 w 293400"/>
                  <a:gd name="csY4" fmla="*/ 0 h 275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3400" h="275685">
                    <a:moveTo>
                      <a:pt x="0" y="0"/>
                    </a:moveTo>
                    <a:lnTo>
                      <a:pt x="250598" y="0"/>
                    </a:lnTo>
                    <a:lnTo>
                      <a:pt x="293400" y="271794"/>
                    </a:lnTo>
                    <a:lnTo>
                      <a:pt x="0" y="2756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82F0B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6">
                <a:extLst>
                  <a:ext uri="{FF2B5EF4-FFF2-40B4-BE49-F238E27FC236}">
                    <a16:creationId xmlns:a16="http://schemas.microsoft.com/office/drawing/2014/main" id="{BAEEFF79-60AA-F7A7-CE40-867901C62B7B}"/>
                  </a:ext>
                </a:extLst>
              </p:cNvPr>
              <p:cNvSpPr/>
              <p:nvPr/>
            </p:nvSpPr>
            <p:spPr>
              <a:xfrm>
                <a:off x="3149076" y="3783600"/>
                <a:ext cx="487953" cy="275686"/>
              </a:xfrm>
              <a:custGeom>
                <a:avLst/>
                <a:gdLst>
                  <a:gd name="csX0" fmla="*/ 0 w 250598"/>
                  <a:gd name="csY0" fmla="*/ 0 h 275685"/>
                  <a:gd name="csX1" fmla="*/ 250598 w 250598"/>
                  <a:gd name="csY1" fmla="*/ 0 h 275685"/>
                  <a:gd name="csX2" fmla="*/ 250598 w 250598"/>
                  <a:gd name="csY2" fmla="*/ 275685 h 275685"/>
                  <a:gd name="csX3" fmla="*/ 0 w 250598"/>
                  <a:gd name="csY3" fmla="*/ 275685 h 275685"/>
                  <a:gd name="csX4" fmla="*/ 0 w 250598"/>
                  <a:gd name="csY4" fmla="*/ 0 h 275685"/>
                  <a:gd name="csX0" fmla="*/ 0 w 305073"/>
                  <a:gd name="csY0" fmla="*/ 0 h 279576"/>
                  <a:gd name="csX1" fmla="*/ 250598 w 305073"/>
                  <a:gd name="csY1" fmla="*/ 0 h 279576"/>
                  <a:gd name="csX2" fmla="*/ 305073 w 305073"/>
                  <a:gd name="csY2" fmla="*/ 279576 h 279576"/>
                  <a:gd name="csX3" fmla="*/ 0 w 305073"/>
                  <a:gd name="csY3" fmla="*/ 275685 h 279576"/>
                  <a:gd name="csX4" fmla="*/ 0 w 305073"/>
                  <a:gd name="csY4" fmla="*/ 0 h 279576"/>
                  <a:gd name="csX0" fmla="*/ 0 w 293400"/>
                  <a:gd name="csY0" fmla="*/ 0 h 275685"/>
                  <a:gd name="csX1" fmla="*/ 250598 w 293400"/>
                  <a:gd name="csY1" fmla="*/ 0 h 275685"/>
                  <a:gd name="csX2" fmla="*/ 293400 w 293400"/>
                  <a:gd name="csY2" fmla="*/ 267903 h 275685"/>
                  <a:gd name="csX3" fmla="*/ 0 w 293400"/>
                  <a:gd name="csY3" fmla="*/ 275685 h 275685"/>
                  <a:gd name="csX4" fmla="*/ 0 w 293400"/>
                  <a:gd name="csY4" fmla="*/ 0 h 275685"/>
                  <a:gd name="csX0" fmla="*/ 0 w 293400"/>
                  <a:gd name="csY0" fmla="*/ 0 h 275685"/>
                  <a:gd name="csX1" fmla="*/ 250598 w 293400"/>
                  <a:gd name="csY1" fmla="*/ 0 h 275685"/>
                  <a:gd name="csX2" fmla="*/ 293400 w 293400"/>
                  <a:gd name="csY2" fmla="*/ 271794 h 275685"/>
                  <a:gd name="csX3" fmla="*/ 0 w 293400"/>
                  <a:gd name="csY3" fmla="*/ 275685 h 275685"/>
                  <a:gd name="csX4" fmla="*/ 0 w 293400"/>
                  <a:gd name="csY4" fmla="*/ 0 h 275685"/>
                  <a:gd name="csX0" fmla="*/ 0 w 293400"/>
                  <a:gd name="csY0" fmla="*/ 0 h 275685"/>
                  <a:gd name="csX1" fmla="*/ 250598 w 293400"/>
                  <a:gd name="csY1" fmla="*/ 0 h 275685"/>
                  <a:gd name="csX2" fmla="*/ 271169 w 293400"/>
                  <a:gd name="csY2" fmla="*/ 130811 h 275685"/>
                  <a:gd name="csX3" fmla="*/ 293400 w 293400"/>
                  <a:gd name="csY3" fmla="*/ 271794 h 275685"/>
                  <a:gd name="csX4" fmla="*/ 0 w 293400"/>
                  <a:gd name="csY4" fmla="*/ 275685 h 275685"/>
                  <a:gd name="csX5" fmla="*/ 0 w 293400"/>
                  <a:gd name="csY5" fmla="*/ 0 h 275685"/>
                  <a:gd name="csX0" fmla="*/ 0 w 321753"/>
                  <a:gd name="csY0" fmla="*/ 0 h 275685"/>
                  <a:gd name="csX1" fmla="*/ 250598 w 321753"/>
                  <a:gd name="csY1" fmla="*/ 0 h 275685"/>
                  <a:gd name="csX2" fmla="*/ 321753 w 321753"/>
                  <a:gd name="csY2" fmla="*/ 126920 h 275685"/>
                  <a:gd name="csX3" fmla="*/ 293400 w 321753"/>
                  <a:gd name="csY3" fmla="*/ 271794 h 275685"/>
                  <a:gd name="csX4" fmla="*/ 0 w 321753"/>
                  <a:gd name="csY4" fmla="*/ 275685 h 275685"/>
                  <a:gd name="csX5" fmla="*/ 0 w 321753"/>
                  <a:gd name="csY5" fmla="*/ 0 h 275685"/>
                  <a:gd name="csX0" fmla="*/ 0 w 487953"/>
                  <a:gd name="csY0" fmla="*/ 0 h 275686"/>
                  <a:gd name="csX1" fmla="*/ 250598 w 487953"/>
                  <a:gd name="csY1" fmla="*/ 0 h 275686"/>
                  <a:gd name="csX2" fmla="*/ 321753 w 487953"/>
                  <a:gd name="csY2" fmla="*/ 126920 h 275686"/>
                  <a:gd name="csX3" fmla="*/ 487953 w 487953"/>
                  <a:gd name="csY3" fmla="*/ 275686 h 275686"/>
                  <a:gd name="csX4" fmla="*/ 0 w 487953"/>
                  <a:gd name="csY4" fmla="*/ 275685 h 275686"/>
                  <a:gd name="csX5" fmla="*/ 0 w 487953"/>
                  <a:gd name="csY5" fmla="*/ 0 h 275686"/>
                  <a:gd name="csX0" fmla="*/ 0 w 487953"/>
                  <a:gd name="csY0" fmla="*/ 0 h 275686"/>
                  <a:gd name="csX1" fmla="*/ 293399 w 487953"/>
                  <a:gd name="csY1" fmla="*/ 0 h 275686"/>
                  <a:gd name="csX2" fmla="*/ 321753 w 487953"/>
                  <a:gd name="csY2" fmla="*/ 126920 h 275686"/>
                  <a:gd name="csX3" fmla="*/ 487953 w 487953"/>
                  <a:gd name="csY3" fmla="*/ 275686 h 275686"/>
                  <a:gd name="csX4" fmla="*/ 0 w 487953"/>
                  <a:gd name="csY4" fmla="*/ 275685 h 275686"/>
                  <a:gd name="csX5" fmla="*/ 0 w 487953"/>
                  <a:gd name="csY5" fmla="*/ 0 h 2756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87953" h="275686">
                    <a:moveTo>
                      <a:pt x="0" y="0"/>
                    </a:moveTo>
                    <a:lnTo>
                      <a:pt x="293399" y="0"/>
                    </a:lnTo>
                    <a:lnTo>
                      <a:pt x="321753" y="126920"/>
                    </a:lnTo>
                    <a:lnTo>
                      <a:pt x="487953" y="275686"/>
                    </a:lnTo>
                    <a:lnTo>
                      <a:pt x="0" y="2756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50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6">
                <a:extLst>
                  <a:ext uri="{FF2B5EF4-FFF2-40B4-BE49-F238E27FC236}">
                    <a16:creationId xmlns:a16="http://schemas.microsoft.com/office/drawing/2014/main" id="{555367BF-FE2F-4925-18B0-D321D345A032}"/>
                  </a:ext>
                </a:extLst>
              </p:cNvPr>
              <p:cNvSpPr/>
              <p:nvPr/>
            </p:nvSpPr>
            <p:spPr>
              <a:xfrm>
                <a:off x="6279816" y="3500213"/>
                <a:ext cx="491844" cy="548060"/>
              </a:xfrm>
              <a:custGeom>
                <a:avLst/>
                <a:gdLst>
                  <a:gd name="csX0" fmla="*/ 0 w 250598"/>
                  <a:gd name="csY0" fmla="*/ 0 h 275685"/>
                  <a:gd name="csX1" fmla="*/ 250598 w 250598"/>
                  <a:gd name="csY1" fmla="*/ 0 h 275685"/>
                  <a:gd name="csX2" fmla="*/ 250598 w 250598"/>
                  <a:gd name="csY2" fmla="*/ 275685 h 275685"/>
                  <a:gd name="csX3" fmla="*/ 0 w 250598"/>
                  <a:gd name="csY3" fmla="*/ 275685 h 275685"/>
                  <a:gd name="csX4" fmla="*/ 0 w 250598"/>
                  <a:gd name="csY4" fmla="*/ 0 h 275685"/>
                  <a:gd name="csX0" fmla="*/ 0 w 305073"/>
                  <a:gd name="csY0" fmla="*/ 0 h 279576"/>
                  <a:gd name="csX1" fmla="*/ 250598 w 305073"/>
                  <a:gd name="csY1" fmla="*/ 0 h 279576"/>
                  <a:gd name="csX2" fmla="*/ 305073 w 305073"/>
                  <a:gd name="csY2" fmla="*/ 279576 h 279576"/>
                  <a:gd name="csX3" fmla="*/ 0 w 305073"/>
                  <a:gd name="csY3" fmla="*/ 275685 h 279576"/>
                  <a:gd name="csX4" fmla="*/ 0 w 305073"/>
                  <a:gd name="csY4" fmla="*/ 0 h 279576"/>
                  <a:gd name="csX0" fmla="*/ 0 w 293400"/>
                  <a:gd name="csY0" fmla="*/ 0 h 275685"/>
                  <a:gd name="csX1" fmla="*/ 250598 w 293400"/>
                  <a:gd name="csY1" fmla="*/ 0 h 275685"/>
                  <a:gd name="csX2" fmla="*/ 293400 w 293400"/>
                  <a:gd name="csY2" fmla="*/ 267903 h 275685"/>
                  <a:gd name="csX3" fmla="*/ 0 w 293400"/>
                  <a:gd name="csY3" fmla="*/ 275685 h 275685"/>
                  <a:gd name="csX4" fmla="*/ 0 w 293400"/>
                  <a:gd name="csY4" fmla="*/ 0 h 275685"/>
                  <a:gd name="csX0" fmla="*/ 0 w 293400"/>
                  <a:gd name="csY0" fmla="*/ 0 h 275685"/>
                  <a:gd name="csX1" fmla="*/ 250598 w 293400"/>
                  <a:gd name="csY1" fmla="*/ 0 h 275685"/>
                  <a:gd name="csX2" fmla="*/ 293400 w 293400"/>
                  <a:gd name="csY2" fmla="*/ 271794 h 275685"/>
                  <a:gd name="csX3" fmla="*/ 0 w 293400"/>
                  <a:gd name="csY3" fmla="*/ 275685 h 275685"/>
                  <a:gd name="csX4" fmla="*/ 0 w 293400"/>
                  <a:gd name="csY4" fmla="*/ 0 h 275685"/>
                  <a:gd name="csX0" fmla="*/ 0 w 293400"/>
                  <a:gd name="csY0" fmla="*/ 268484 h 544169"/>
                  <a:gd name="csX1" fmla="*/ 293400 w 293400"/>
                  <a:gd name="csY1" fmla="*/ 0 h 544169"/>
                  <a:gd name="csX2" fmla="*/ 293400 w 293400"/>
                  <a:gd name="csY2" fmla="*/ 540278 h 544169"/>
                  <a:gd name="csX3" fmla="*/ 0 w 293400"/>
                  <a:gd name="csY3" fmla="*/ 544169 h 544169"/>
                  <a:gd name="csX4" fmla="*/ 0 w 293400"/>
                  <a:gd name="csY4" fmla="*/ 268484 h 544169"/>
                  <a:gd name="csX0" fmla="*/ 116732 w 293400"/>
                  <a:gd name="csY0" fmla="*/ 15564 h 544169"/>
                  <a:gd name="csX1" fmla="*/ 293400 w 293400"/>
                  <a:gd name="csY1" fmla="*/ 0 h 544169"/>
                  <a:gd name="csX2" fmla="*/ 293400 w 293400"/>
                  <a:gd name="csY2" fmla="*/ 540278 h 544169"/>
                  <a:gd name="csX3" fmla="*/ 0 w 293400"/>
                  <a:gd name="csY3" fmla="*/ 544169 h 544169"/>
                  <a:gd name="csX4" fmla="*/ 116732 w 293400"/>
                  <a:gd name="csY4" fmla="*/ 15564 h 544169"/>
                  <a:gd name="csX0" fmla="*/ 116732 w 293400"/>
                  <a:gd name="csY0" fmla="*/ 15564 h 544169"/>
                  <a:gd name="csX1" fmla="*/ 293400 w 293400"/>
                  <a:gd name="csY1" fmla="*/ 0 h 544169"/>
                  <a:gd name="csX2" fmla="*/ 293400 w 293400"/>
                  <a:gd name="csY2" fmla="*/ 540278 h 544169"/>
                  <a:gd name="csX3" fmla="*/ 0 w 293400"/>
                  <a:gd name="csY3" fmla="*/ 544169 h 544169"/>
                  <a:gd name="csX4" fmla="*/ 58726 w 293400"/>
                  <a:gd name="csY4" fmla="*/ 285793 h 544169"/>
                  <a:gd name="csX5" fmla="*/ 116732 w 293400"/>
                  <a:gd name="csY5" fmla="*/ 15564 h 544169"/>
                  <a:gd name="csX0" fmla="*/ 151391 w 328059"/>
                  <a:gd name="csY0" fmla="*/ 15564 h 544169"/>
                  <a:gd name="csX1" fmla="*/ 328059 w 328059"/>
                  <a:gd name="csY1" fmla="*/ 0 h 544169"/>
                  <a:gd name="csX2" fmla="*/ 328059 w 328059"/>
                  <a:gd name="csY2" fmla="*/ 540278 h 544169"/>
                  <a:gd name="csX3" fmla="*/ 34659 w 328059"/>
                  <a:gd name="csY3" fmla="*/ 544169 h 544169"/>
                  <a:gd name="csX4" fmla="*/ 0 w 328059"/>
                  <a:gd name="csY4" fmla="*/ 196299 h 544169"/>
                  <a:gd name="csX5" fmla="*/ 151391 w 328059"/>
                  <a:gd name="csY5" fmla="*/ 15564 h 544169"/>
                  <a:gd name="csX0" fmla="*/ 315176 w 491844"/>
                  <a:gd name="csY0" fmla="*/ 15564 h 548060"/>
                  <a:gd name="csX1" fmla="*/ 491844 w 491844"/>
                  <a:gd name="csY1" fmla="*/ 0 h 548060"/>
                  <a:gd name="csX2" fmla="*/ 491844 w 491844"/>
                  <a:gd name="csY2" fmla="*/ 540278 h 548060"/>
                  <a:gd name="csX3" fmla="*/ 0 w 491844"/>
                  <a:gd name="csY3" fmla="*/ 548060 h 548060"/>
                  <a:gd name="csX4" fmla="*/ 163785 w 491844"/>
                  <a:gd name="csY4" fmla="*/ 196299 h 548060"/>
                  <a:gd name="csX5" fmla="*/ 315176 w 491844"/>
                  <a:gd name="csY5" fmla="*/ 15564 h 5480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91844" h="548060">
                    <a:moveTo>
                      <a:pt x="315176" y="15564"/>
                    </a:moveTo>
                    <a:lnTo>
                      <a:pt x="491844" y="0"/>
                    </a:lnTo>
                    <a:lnTo>
                      <a:pt x="491844" y="540278"/>
                    </a:lnTo>
                    <a:lnTo>
                      <a:pt x="0" y="548060"/>
                    </a:lnTo>
                    <a:lnTo>
                      <a:pt x="163785" y="196299"/>
                    </a:lnTo>
                    <a:lnTo>
                      <a:pt x="315176" y="15564"/>
                    </a:lnTo>
                    <a:close/>
                  </a:path>
                </a:pathLst>
              </a:custGeom>
              <a:solidFill>
                <a:srgbClr val="FFFF50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6">
                <a:extLst>
                  <a:ext uri="{FF2B5EF4-FFF2-40B4-BE49-F238E27FC236}">
                    <a16:creationId xmlns:a16="http://schemas.microsoft.com/office/drawing/2014/main" id="{0908DB35-7B1D-B582-0E14-E820C7B81F15}"/>
                  </a:ext>
                </a:extLst>
              </p:cNvPr>
              <p:cNvSpPr/>
              <p:nvPr/>
            </p:nvSpPr>
            <p:spPr>
              <a:xfrm>
                <a:off x="6604132" y="3357072"/>
                <a:ext cx="168886" cy="158954"/>
              </a:xfrm>
              <a:custGeom>
                <a:avLst/>
                <a:gdLst>
                  <a:gd name="csX0" fmla="*/ 0 w 250598"/>
                  <a:gd name="csY0" fmla="*/ 0 h 275685"/>
                  <a:gd name="csX1" fmla="*/ 250598 w 250598"/>
                  <a:gd name="csY1" fmla="*/ 0 h 275685"/>
                  <a:gd name="csX2" fmla="*/ 250598 w 250598"/>
                  <a:gd name="csY2" fmla="*/ 275685 h 275685"/>
                  <a:gd name="csX3" fmla="*/ 0 w 250598"/>
                  <a:gd name="csY3" fmla="*/ 275685 h 275685"/>
                  <a:gd name="csX4" fmla="*/ 0 w 250598"/>
                  <a:gd name="csY4" fmla="*/ 0 h 275685"/>
                  <a:gd name="csX0" fmla="*/ 0 w 305073"/>
                  <a:gd name="csY0" fmla="*/ 0 h 279576"/>
                  <a:gd name="csX1" fmla="*/ 250598 w 305073"/>
                  <a:gd name="csY1" fmla="*/ 0 h 279576"/>
                  <a:gd name="csX2" fmla="*/ 305073 w 305073"/>
                  <a:gd name="csY2" fmla="*/ 279576 h 279576"/>
                  <a:gd name="csX3" fmla="*/ 0 w 305073"/>
                  <a:gd name="csY3" fmla="*/ 275685 h 279576"/>
                  <a:gd name="csX4" fmla="*/ 0 w 305073"/>
                  <a:gd name="csY4" fmla="*/ 0 h 279576"/>
                  <a:gd name="csX0" fmla="*/ 0 w 293400"/>
                  <a:gd name="csY0" fmla="*/ 0 h 275685"/>
                  <a:gd name="csX1" fmla="*/ 250598 w 293400"/>
                  <a:gd name="csY1" fmla="*/ 0 h 275685"/>
                  <a:gd name="csX2" fmla="*/ 293400 w 293400"/>
                  <a:gd name="csY2" fmla="*/ 267903 h 275685"/>
                  <a:gd name="csX3" fmla="*/ 0 w 293400"/>
                  <a:gd name="csY3" fmla="*/ 275685 h 275685"/>
                  <a:gd name="csX4" fmla="*/ 0 w 293400"/>
                  <a:gd name="csY4" fmla="*/ 0 h 275685"/>
                  <a:gd name="csX0" fmla="*/ 0 w 293400"/>
                  <a:gd name="csY0" fmla="*/ 0 h 275685"/>
                  <a:gd name="csX1" fmla="*/ 250598 w 293400"/>
                  <a:gd name="csY1" fmla="*/ 0 h 275685"/>
                  <a:gd name="csX2" fmla="*/ 293400 w 293400"/>
                  <a:gd name="csY2" fmla="*/ 271794 h 275685"/>
                  <a:gd name="csX3" fmla="*/ 0 w 293400"/>
                  <a:gd name="csY3" fmla="*/ 275685 h 275685"/>
                  <a:gd name="csX4" fmla="*/ 0 w 293400"/>
                  <a:gd name="csY4" fmla="*/ 0 h 275685"/>
                  <a:gd name="csX0" fmla="*/ 0 w 293400"/>
                  <a:gd name="csY0" fmla="*/ 0 h 275685"/>
                  <a:gd name="csX1" fmla="*/ 289509 w 293400"/>
                  <a:gd name="csY1" fmla="*/ 124514 h 275685"/>
                  <a:gd name="csX2" fmla="*/ 293400 w 293400"/>
                  <a:gd name="csY2" fmla="*/ 271794 h 275685"/>
                  <a:gd name="csX3" fmla="*/ 0 w 293400"/>
                  <a:gd name="csY3" fmla="*/ 275685 h 275685"/>
                  <a:gd name="csX4" fmla="*/ 0 w 293400"/>
                  <a:gd name="csY4" fmla="*/ 0 h 275685"/>
                  <a:gd name="csX0" fmla="*/ 186771 w 293400"/>
                  <a:gd name="csY0" fmla="*/ 73930 h 151171"/>
                  <a:gd name="csX1" fmla="*/ 289509 w 293400"/>
                  <a:gd name="csY1" fmla="*/ 0 h 151171"/>
                  <a:gd name="csX2" fmla="*/ 293400 w 293400"/>
                  <a:gd name="csY2" fmla="*/ 147280 h 151171"/>
                  <a:gd name="csX3" fmla="*/ 0 w 293400"/>
                  <a:gd name="csY3" fmla="*/ 151171 h 151171"/>
                  <a:gd name="csX4" fmla="*/ 186771 w 293400"/>
                  <a:gd name="csY4" fmla="*/ 73930 h 151171"/>
                  <a:gd name="csX0" fmla="*/ 62257 w 168886"/>
                  <a:gd name="csY0" fmla="*/ 73930 h 158954"/>
                  <a:gd name="csX1" fmla="*/ 164995 w 168886"/>
                  <a:gd name="csY1" fmla="*/ 0 h 158954"/>
                  <a:gd name="csX2" fmla="*/ 168886 w 168886"/>
                  <a:gd name="csY2" fmla="*/ 147280 h 158954"/>
                  <a:gd name="csX3" fmla="*/ 0 w 168886"/>
                  <a:gd name="csY3" fmla="*/ 158954 h 158954"/>
                  <a:gd name="csX4" fmla="*/ 62257 w 168886"/>
                  <a:gd name="csY4" fmla="*/ 73930 h 158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8886" h="158954">
                    <a:moveTo>
                      <a:pt x="62257" y="73930"/>
                    </a:moveTo>
                    <a:lnTo>
                      <a:pt x="164995" y="0"/>
                    </a:lnTo>
                    <a:lnTo>
                      <a:pt x="168886" y="147280"/>
                    </a:lnTo>
                    <a:lnTo>
                      <a:pt x="0" y="158954"/>
                    </a:lnTo>
                    <a:lnTo>
                      <a:pt x="62257" y="73930"/>
                    </a:lnTo>
                    <a:close/>
                  </a:path>
                </a:pathLst>
              </a:custGeom>
              <a:solidFill>
                <a:srgbClr val="941100"/>
              </a:solidFill>
              <a:ln w="6350">
                <a:solidFill>
                  <a:srgbClr val="982F0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2BA2F38-27F6-2880-6FBB-B80C12477F5E}"/>
                </a:ext>
              </a:extLst>
            </p:cNvPr>
            <p:cNvGrpSpPr/>
            <p:nvPr/>
          </p:nvGrpSpPr>
          <p:grpSpPr>
            <a:xfrm>
              <a:off x="3113591" y="335665"/>
              <a:ext cx="3680748" cy="5578996"/>
              <a:chOff x="4473239" y="1507832"/>
              <a:chExt cx="995256" cy="1455827"/>
            </a:xfrm>
            <a:solidFill>
              <a:srgbClr val="00B0F0"/>
            </a:solidFill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DCD64D48-FB90-BFD7-0A11-1EB6E387A608}"/>
                  </a:ext>
                </a:extLst>
              </p:cNvPr>
              <p:cNvGrpSpPr/>
              <p:nvPr/>
            </p:nvGrpSpPr>
            <p:grpSpPr>
              <a:xfrm>
                <a:off x="4478770" y="1507832"/>
                <a:ext cx="986887" cy="1455827"/>
                <a:chOff x="4478770" y="1507871"/>
                <a:chExt cx="986887" cy="1455864"/>
              </a:xfrm>
              <a:grpFill/>
            </p:grpSpPr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8CD3D8E3-1DEA-160E-758A-9202752D5AF5}"/>
                    </a:ext>
                  </a:extLst>
                </p:cNvPr>
                <p:cNvSpPr/>
                <p:nvPr/>
              </p:nvSpPr>
              <p:spPr>
                <a:xfrm>
                  <a:off x="4479816" y="1646446"/>
                  <a:ext cx="985841" cy="951849"/>
                </a:xfrm>
                <a:custGeom>
                  <a:avLst/>
                  <a:gdLst>
                    <a:gd name="csX0" fmla="*/ 0 w 1212850"/>
                    <a:gd name="csY0" fmla="*/ 0 h 1320800"/>
                    <a:gd name="csX1" fmla="*/ 327025 w 1212850"/>
                    <a:gd name="csY1" fmla="*/ 1158875 h 1320800"/>
                    <a:gd name="csX2" fmla="*/ 431800 w 1212850"/>
                    <a:gd name="csY2" fmla="*/ 1260475 h 1320800"/>
                    <a:gd name="csX3" fmla="*/ 488950 w 1212850"/>
                    <a:gd name="csY3" fmla="*/ 1279525 h 1320800"/>
                    <a:gd name="csX4" fmla="*/ 546100 w 1212850"/>
                    <a:gd name="csY4" fmla="*/ 1257300 h 1320800"/>
                    <a:gd name="csX5" fmla="*/ 606425 w 1212850"/>
                    <a:gd name="csY5" fmla="*/ 1228725 h 1320800"/>
                    <a:gd name="csX6" fmla="*/ 679450 w 1212850"/>
                    <a:gd name="csY6" fmla="*/ 1212850 h 1320800"/>
                    <a:gd name="csX7" fmla="*/ 746125 w 1212850"/>
                    <a:gd name="csY7" fmla="*/ 1209675 h 1320800"/>
                    <a:gd name="csX8" fmla="*/ 822325 w 1212850"/>
                    <a:gd name="csY8" fmla="*/ 1222375 h 1320800"/>
                    <a:gd name="csX9" fmla="*/ 876300 w 1212850"/>
                    <a:gd name="csY9" fmla="*/ 1238250 h 1320800"/>
                    <a:gd name="csX10" fmla="*/ 914400 w 1212850"/>
                    <a:gd name="csY10" fmla="*/ 1276350 h 1320800"/>
                    <a:gd name="csX11" fmla="*/ 942975 w 1212850"/>
                    <a:gd name="csY11" fmla="*/ 1320800 h 1320800"/>
                    <a:gd name="csX12" fmla="*/ 965200 w 1212850"/>
                    <a:gd name="csY12" fmla="*/ 1301750 h 1320800"/>
                    <a:gd name="csX13" fmla="*/ 1006475 w 1212850"/>
                    <a:gd name="csY13" fmla="*/ 1311275 h 1320800"/>
                    <a:gd name="csX14" fmla="*/ 1006475 w 1212850"/>
                    <a:gd name="csY14" fmla="*/ 1311275 h 1320800"/>
                    <a:gd name="csX15" fmla="*/ 1089025 w 1212850"/>
                    <a:gd name="csY15" fmla="*/ 1190625 h 1320800"/>
                    <a:gd name="csX16" fmla="*/ 1127125 w 1212850"/>
                    <a:gd name="csY16" fmla="*/ 1108075 h 1320800"/>
                    <a:gd name="csX17" fmla="*/ 1187450 w 1212850"/>
                    <a:gd name="csY17" fmla="*/ 1038225 h 1320800"/>
                    <a:gd name="csX18" fmla="*/ 1212850 w 1212850"/>
                    <a:gd name="csY18" fmla="*/ 1003300 h 1320800"/>
                    <a:gd name="csX0" fmla="*/ 0 w 968375"/>
                    <a:gd name="csY0" fmla="*/ 0 h 692150"/>
                    <a:gd name="csX1" fmla="*/ 82550 w 968375"/>
                    <a:gd name="csY1" fmla="*/ 530225 h 692150"/>
                    <a:gd name="csX2" fmla="*/ 187325 w 968375"/>
                    <a:gd name="csY2" fmla="*/ 631825 h 692150"/>
                    <a:gd name="csX3" fmla="*/ 244475 w 968375"/>
                    <a:gd name="csY3" fmla="*/ 650875 h 692150"/>
                    <a:gd name="csX4" fmla="*/ 301625 w 968375"/>
                    <a:gd name="csY4" fmla="*/ 628650 h 692150"/>
                    <a:gd name="csX5" fmla="*/ 361950 w 968375"/>
                    <a:gd name="csY5" fmla="*/ 600075 h 692150"/>
                    <a:gd name="csX6" fmla="*/ 434975 w 968375"/>
                    <a:gd name="csY6" fmla="*/ 584200 h 692150"/>
                    <a:gd name="csX7" fmla="*/ 501650 w 968375"/>
                    <a:gd name="csY7" fmla="*/ 581025 h 692150"/>
                    <a:gd name="csX8" fmla="*/ 577850 w 968375"/>
                    <a:gd name="csY8" fmla="*/ 593725 h 692150"/>
                    <a:gd name="csX9" fmla="*/ 631825 w 968375"/>
                    <a:gd name="csY9" fmla="*/ 609600 h 692150"/>
                    <a:gd name="csX10" fmla="*/ 669925 w 968375"/>
                    <a:gd name="csY10" fmla="*/ 647700 h 692150"/>
                    <a:gd name="csX11" fmla="*/ 698500 w 968375"/>
                    <a:gd name="csY11" fmla="*/ 692150 h 692150"/>
                    <a:gd name="csX12" fmla="*/ 720725 w 968375"/>
                    <a:gd name="csY12" fmla="*/ 673100 h 692150"/>
                    <a:gd name="csX13" fmla="*/ 762000 w 968375"/>
                    <a:gd name="csY13" fmla="*/ 682625 h 692150"/>
                    <a:gd name="csX14" fmla="*/ 762000 w 968375"/>
                    <a:gd name="csY14" fmla="*/ 682625 h 692150"/>
                    <a:gd name="csX15" fmla="*/ 844550 w 968375"/>
                    <a:gd name="csY15" fmla="*/ 561975 h 692150"/>
                    <a:gd name="csX16" fmla="*/ 882650 w 968375"/>
                    <a:gd name="csY16" fmla="*/ 479425 h 692150"/>
                    <a:gd name="csX17" fmla="*/ 942975 w 968375"/>
                    <a:gd name="csY17" fmla="*/ 409575 h 692150"/>
                    <a:gd name="csX18" fmla="*/ 968375 w 968375"/>
                    <a:gd name="csY18" fmla="*/ 374650 h 692150"/>
                    <a:gd name="csX0" fmla="*/ 0 w 968375"/>
                    <a:gd name="csY0" fmla="*/ 0 h 692150"/>
                    <a:gd name="csX1" fmla="*/ 8827 w 968375"/>
                    <a:gd name="csY1" fmla="*/ 82970 h 692150"/>
                    <a:gd name="csX2" fmla="*/ 82550 w 968375"/>
                    <a:gd name="csY2" fmla="*/ 530225 h 692150"/>
                    <a:gd name="csX3" fmla="*/ 187325 w 968375"/>
                    <a:gd name="csY3" fmla="*/ 631825 h 692150"/>
                    <a:gd name="csX4" fmla="*/ 244475 w 968375"/>
                    <a:gd name="csY4" fmla="*/ 650875 h 692150"/>
                    <a:gd name="csX5" fmla="*/ 301625 w 968375"/>
                    <a:gd name="csY5" fmla="*/ 628650 h 692150"/>
                    <a:gd name="csX6" fmla="*/ 361950 w 968375"/>
                    <a:gd name="csY6" fmla="*/ 600075 h 692150"/>
                    <a:gd name="csX7" fmla="*/ 434975 w 968375"/>
                    <a:gd name="csY7" fmla="*/ 584200 h 692150"/>
                    <a:gd name="csX8" fmla="*/ 501650 w 968375"/>
                    <a:gd name="csY8" fmla="*/ 581025 h 692150"/>
                    <a:gd name="csX9" fmla="*/ 577850 w 968375"/>
                    <a:gd name="csY9" fmla="*/ 593725 h 692150"/>
                    <a:gd name="csX10" fmla="*/ 631825 w 968375"/>
                    <a:gd name="csY10" fmla="*/ 609600 h 692150"/>
                    <a:gd name="csX11" fmla="*/ 669925 w 968375"/>
                    <a:gd name="csY11" fmla="*/ 647700 h 692150"/>
                    <a:gd name="csX12" fmla="*/ 698500 w 968375"/>
                    <a:gd name="csY12" fmla="*/ 692150 h 692150"/>
                    <a:gd name="csX13" fmla="*/ 720725 w 968375"/>
                    <a:gd name="csY13" fmla="*/ 673100 h 692150"/>
                    <a:gd name="csX14" fmla="*/ 762000 w 968375"/>
                    <a:gd name="csY14" fmla="*/ 682625 h 692150"/>
                    <a:gd name="csX15" fmla="*/ 762000 w 968375"/>
                    <a:gd name="csY15" fmla="*/ 682625 h 692150"/>
                    <a:gd name="csX16" fmla="*/ 844550 w 968375"/>
                    <a:gd name="csY16" fmla="*/ 561975 h 692150"/>
                    <a:gd name="csX17" fmla="*/ 882650 w 968375"/>
                    <a:gd name="csY17" fmla="*/ 479425 h 692150"/>
                    <a:gd name="csX18" fmla="*/ 942975 w 968375"/>
                    <a:gd name="csY18" fmla="*/ 409575 h 692150"/>
                    <a:gd name="csX19" fmla="*/ 968375 w 968375"/>
                    <a:gd name="csY19" fmla="*/ 374650 h 692150"/>
                    <a:gd name="csX0" fmla="*/ 0 w 974634"/>
                    <a:gd name="csY0" fmla="*/ 0 h 942849"/>
                    <a:gd name="csX1" fmla="*/ 15086 w 974634"/>
                    <a:gd name="csY1" fmla="*/ 333669 h 942849"/>
                    <a:gd name="csX2" fmla="*/ 88809 w 974634"/>
                    <a:gd name="csY2" fmla="*/ 780924 h 942849"/>
                    <a:gd name="csX3" fmla="*/ 193584 w 974634"/>
                    <a:gd name="csY3" fmla="*/ 882524 h 942849"/>
                    <a:gd name="csX4" fmla="*/ 250734 w 974634"/>
                    <a:gd name="csY4" fmla="*/ 901574 h 942849"/>
                    <a:gd name="csX5" fmla="*/ 307884 w 974634"/>
                    <a:gd name="csY5" fmla="*/ 879349 h 942849"/>
                    <a:gd name="csX6" fmla="*/ 368209 w 974634"/>
                    <a:gd name="csY6" fmla="*/ 850774 h 942849"/>
                    <a:gd name="csX7" fmla="*/ 441234 w 974634"/>
                    <a:gd name="csY7" fmla="*/ 834899 h 942849"/>
                    <a:gd name="csX8" fmla="*/ 507909 w 974634"/>
                    <a:gd name="csY8" fmla="*/ 831724 h 942849"/>
                    <a:gd name="csX9" fmla="*/ 584109 w 974634"/>
                    <a:gd name="csY9" fmla="*/ 844424 h 942849"/>
                    <a:gd name="csX10" fmla="*/ 638084 w 974634"/>
                    <a:gd name="csY10" fmla="*/ 860299 h 942849"/>
                    <a:gd name="csX11" fmla="*/ 676184 w 974634"/>
                    <a:gd name="csY11" fmla="*/ 898399 h 942849"/>
                    <a:gd name="csX12" fmla="*/ 704759 w 974634"/>
                    <a:gd name="csY12" fmla="*/ 942849 h 942849"/>
                    <a:gd name="csX13" fmla="*/ 726984 w 974634"/>
                    <a:gd name="csY13" fmla="*/ 923799 h 942849"/>
                    <a:gd name="csX14" fmla="*/ 768259 w 974634"/>
                    <a:gd name="csY14" fmla="*/ 933324 h 942849"/>
                    <a:gd name="csX15" fmla="*/ 768259 w 974634"/>
                    <a:gd name="csY15" fmla="*/ 933324 h 942849"/>
                    <a:gd name="csX16" fmla="*/ 850809 w 974634"/>
                    <a:gd name="csY16" fmla="*/ 812674 h 942849"/>
                    <a:gd name="csX17" fmla="*/ 888909 w 974634"/>
                    <a:gd name="csY17" fmla="*/ 730124 h 942849"/>
                    <a:gd name="csX18" fmla="*/ 949234 w 974634"/>
                    <a:gd name="csY18" fmla="*/ 660274 h 942849"/>
                    <a:gd name="csX19" fmla="*/ 974634 w 974634"/>
                    <a:gd name="csY19" fmla="*/ 625349 h 942849"/>
                    <a:gd name="csX0" fmla="*/ 0 w 974634"/>
                    <a:gd name="csY0" fmla="*/ 0 h 942849"/>
                    <a:gd name="csX1" fmla="*/ 5697 w 974634"/>
                    <a:gd name="csY1" fmla="*/ 297423 h 942849"/>
                    <a:gd name="csX2" fmla="*/ 88809 w 974634"/>
                    <a:gd name="csY2" fmla="*/ 780924 h 942849"/>
                    <a:gd name="csX3" fmla="*/ 193584 w 974634"/>
                    <a:gd name="csY3" fmla="*/ 882524 h 942849"/>
                    <a:gd name="csX4" fmla="*/ 250734 w 974634"/>
                    <a:gd name="csY4" fmla="*/ 901574 h 942849"/>
                    <a:gd name="csX5" fmla="*/ 307884 w 974634"/>
                    <a:gd name="csY5" fmla="*/ 879349 h 942849"/>
                    <a:gd name="csX6" fmla="*/ 368209 w 974634"/>
                    <a:gd name="csY6" fmla="*/ 850774 h 942849"/>
                    <a:gd name="csX7" fmla="*/ 441234 w 974634"/>
                    <a:gd name="csY7" fmla="*/ 834899 h 942849"/>
                    <a:gd name="csX8" fmla="*/ 507909 w 974634"/>
                    <a:gd name="csY8" fmla="*/ 831724 h 942849"/>
                    <a:gd name="csX9" fmla="*/ 584109 w 974634"/>
                    <a:gd name="csY9" fmla="*/ 844424 h 942849"/>
                    <a:gd name="csX10" fmla="*/ 638084 w 974634"/>
                    <a:gd name="csY10" fmla="*/ 860299 h 942849"/>
                    <a:gd name="csX11" fmla="*/ 676184 w 974634"/>
                    <a:gd name="csY11" fmla="*/ 898399 h 942849"/>
                    <a:gd name="csX12" fmla="*/ 704759 w 974634"/>
                    <a:gd name="csY12" fmla="*/ 942849 h 942849"/>
                    <a:gd name="csX13" fmla="*/ 726984 w 974634"/>
                    <a:gd name="csY13" fmla="*/ 923799 h 942849"/>
                    <a:gd name="csX14" fmla="*/ 768259 w 974634"/>
                    <a:gd name="csY14" fmla="*/ 933324 h 942849"/>
                    <a:gd name="csX15" fmla="*/ 768259 w 974634"/>
                    <a:gd name="csY15" fmla="*/ 933324 h 942849"/>
                    <a:gd name="csX16" fmla="*/ 850809 w 974634"/>
                    <a:gd name="csY16" fmla="*/ 812674 h 942849"/>
                    <a:gd name="csX17" fmla="*/ 888909 w 974634"/>
                    <a:gd name="csY17" fmla="*/ 730124 h 942849"/>
                    <a:gd name="csX18" fmla="*/ 949234 w 974634"/>
                    <a:gd name="csY18" fmla="*/ 660274 h 942849"/>
                    <a:gd name="csX19" fmla="*/ 974634 w 974634"/>
                    <a:gd name="csY19" fmla="*/ 625349 h 942849"/>
                    <a:gd name="csX0" fmla="*/ 0 w 949234"/>
                    <a:gd name="csY0" fmla="*/ 0 h 942849"/>
                    <a:gd name="csX1" fmla="*/ 5697 w 949234"/>
                    <a:gd name="csY1" fmla="*/ 297423 h 942849"/>
                    <a:gd name="csX2" fmla="*/ 88809 w 949234"/>
                    <a:gd name="csY2" fmla="*/ 780924 h 942849"/>
                    <a:gd name="csX3" fmla="*/ 193584 w 949234"/>
                    <a:gd name="csY3" fmla="*/ 882524 h 942849"/>
                    <a:gd name="csX4" fmla="*/ 250734 w 949234"/>
                    <a:gd name="csY4" fmla="*/ 901574 h 942849"/>
                    <a:gd name="csX5" fmla="*/ 307884 w 949234"/>
                    <a:gd name="csY5" fmla="*/ 879349 h 942849"/>
                    <a:gd name="csX6" fmla="*/ 368209 w 949234"/>
                    <a:gd name="csY6" fmla="*/ 850774 h 942849"/>
                    <a:gd name="csX7" fmla="*/ 441234 w 949234"/>
                    <a:gd name="csY7" fmla="*/ 834899 h 942849"/>
                    <a:gd name="csX8" fmla="*/ 507909 w 949234"/>
                    <a:gd name="csY8" fmla="*/ 831724 h 942849"/>
                    <a:gd name="csX9" fmla="*/ 584109 w 949234"/>
                    <a:gd name="csY9" fmla="*/ 844424 h 942849"/>
                    <a:gd name="csX10" fmla="*/ 638084 w 949234"/>
                    <a:gd name="csY10" fmla="*/ 860299 h 942849"/>
                    <a:gd name="csX11" fmla="*/ 676184 w 949234"/>
                    <a:gd name="csY11" fmla="*/ 898399 h 942849"/>
                    <a:gd name="csX12" fmla="*/ 704759 w 949234"/>
                    <a:gd name="csY12" fmla="*/ 942849 h 942849"/>
                    <a:gd name="csX13" fmla="*/ 726984 w 949234"/>
                    <a:gd name="csY13" fmla="*/ 923799 h 942849"/>
                    <a:gd name="csX14" fmla="*/ 768259 w 949234"/>
                    <a:gd name="csY14" fmla="*/ 933324 h 942849"/>
                    <a:gd name="csX15" fmla="*/ 768259 w 949234"/>
                    <a:gd name="csY15" fmla="*/ 933324 h 942849"/>
                    <a:gd name="csX16" fmla="*/ 850809 w 949234"/>
                    <a:gd name="csY16" fmla="*/ 812674 h 942849"/>
                    <a:gd name="csX17" fmla="*/ 888909 w 949234"/>
                    <a:gd name="csY17" fmla="*/ 730124 h 942849"/>
                    <a:gd name="csX18" fmla="*/ 949234 w 949234"/>
                    <a:gd name="csY18" fmla="*/ 660274 h 942849"/>
                    <a:gd name="csX19" fmla="*/ 921428 w 949234"/>
                    <a:gd name="csY19" fmla="*/ 546817 h 942849"/>
                    <a:gd name="csX0" fmla="*/ 0 w 949234"/>
                    <a:gd name="csY0" fmla="*/ 0 h 942849"/>
                    <a:gd name="csX1" fmla="*/ 5697 w 949234"/>
                    <a:gd name="csY1" fmla="*/ 297423 h 942849"/>
                    <a:gd name="csX2" fmla="*/ 88809 w 949234"/>
                    <a:gd name="csY2" fmla="*/ 780924 h 942849"/>
                    <a:gd name="csX3" fmla="*/ 193584 w 949234"/>
                    <a:gd name="csY3" fmla="*/ 882524 h 942849"/>
                    <a:gd name="csX4" fmla="*/ 250734 w 949234"/>
                    <a:gd name="csY4" fmla="*/ 901574 h 942849"/>
                    <a:gd name="csX5" fmla="*/ 307884 w 949234"/>
                    <a:gd name="csY5" fmla="*/ 879349 h 942849"/>
                    <a:gd name="csX6" fmla="*/ 368209 w 949234"/>
                    <a:gd name="csY6" fmla="*/ 850774 h 942849"/>
                    <a:gd name="csX7" fmla="*/ 441234 w 949234"/>
                    <a:gd name="csY7" fmla="*/ 834899 h 942849"/>
                    <a:gd name="csX8" fmla="*/ 507909 w 949234"/>
                    <a:gd name="csY8" fmla="*/ 831724 h 942849"/>
                    <a:gd name="csX9" fmla="*/ 584109 w 949234"/>
                    <a:gd name="csY9" fmla="*/ 844424 h 942849"/>
                    <a:gd name="csX10" fmla="*/ 638084 w 949234"/>
                    <a:gd name="csY10" fmla="*/ 860299 h 942849"/>
                    <a:gd name="csX11" fmla="*/ 676184 w 949234"/>
                    <a:gd name="csY11" fmla="*/ 898399 h 942849"/>
                    <a:gd name="csX12" fmla="*/ 704759 w 949234"/>
                    <a:gd name="csY12" fmla="*/ 942849 h 942849"/>
                    <a:gd name="csX13" fmla="*/ 726984 w 949234"/>
                    <a:gd name="csY13" fmla="*/ 923799 h 942849"/>
                    <a:gd name="csX14" fmla="*/ 768259 w 949234"/>
                    <a:gd name="csY14" fmla="*/ 933324 h 942849"/>
                    <a:gd name="csX15" fmla="*/ 768259 w 949234"/>
                    <a:gd name="csY15" fmla="*/ 933324 h 942849"/>
                    <a:gd name="csX16" fmla="*/ 850809 w 949234"/>
                    <a:gd name="csY16" fmla="*/ 812674 h 942849"/>
                    <a:gd name="csX17" fmla="*/ 888909 w 949234"/>
                    <a:gd name="csY17" fmla="*/ 730124 h 942849"/>
                    <a:gd name="csX18" fmla="*/ 949234 w 949234"/>
                    <a:gd name="csY18" fmla="*/ 660274 h 942849"/>
                    <a:gd name="csX19" fmla="*/ 938358 w 949234"/>
                    <a:gd name="csY19" fmla="*/ 608532 h 942849"/>
                    <a:gd name="csX20" fmla="*/ 921428 w 949234"/>
                    <a:gd name="csY20" fmla="*/ 546817 h 942849"/>
                    <a:gd name="csX0" fmla="*/ 0 w 985304"/>
                    <a:gd name="csY0" fmla="*/ 0 h 942849"/>
                    <a:gd name="csX1" fmla="*/ 5697 w 985304"/>
                    <a:gd name="csY1" fmla="*/ 297423 h 942849"/>
                    <a:gd name="csX2" fmla="*/ 88809 w 985304"/>
                    <a:gd name="csY2" fmla="*/ 780924 h 942849"/>
                    <a:gd name="csX3" fmla="*/ 193584 w 985304"/>
                    <a:gd name="csY3" fmla="*/ 882524 h 942849"/>
                    <a:gd name="csX4" fmla="*/ 250734 w 985304"/>
                    <a:gd name="csY4" fmla="*/ 901574 h 942849"/>
                    <a:gd name="csX5" fmla="*/ 307884 w 985304"/>
                    <a:gd name="csY5" fmla="*/ 879349 h 942849"/>
                    <a:gd name="csX6" fmla="*/ 368209 w 985304"/>
                    <a:gd name="csY6" fmla="*/ 850774 h 942849"/>
                    <a:gd name="csX7" fmla="*/ 441234 w 985304"/>
                    <a:gd name="csY7" fmla="*/ 834899 h 942849"/>
                    <a:gd name="csX8" fmla="*/ 507909 w 985304"/>
                    <a:gd name="csY8" fmla="*/ 831724 h 942849"/>
                    <a:gd name="csX9" fmla="*/ 584109 w 985304"/>
                    <a:gd name="csY9" fmla="*/ 844424 h 942849"/>
                    <a:gd name="csX10" fmla="*/ 638084 w 985304"/>
                    <a:gd name="csY10" fmla="*/ 860299 h 942849"/>
                    <a:gd name="csX11" fmla="*/ 676184 w 985304"/>
                    <a:gd name="csY11" fmla="*/ 898399 h 942849"/>
                    <a:gd name="csX12" fmla="*/ 704759 w 985304"/>
                    <a:gd name="csY12" fmla="*/ 942849 h 942849"/>
                    <a:gd name="csX13" fmla="*/ 726984 w 985304"/>
                    <a:gd name="csY13" fmla="*/ 923799 h 942849"/>
                    <a:gd name="csX14" fmla="*/ 768259 w 985304"/>
                    <a:gd name="csY14" fmla="*/ 933324 h 942849"/>
                    <a:gd name="csX15" fmla="*/ 768259 w 985304"/>
                    <a:gd name="csY15" fmla="*/ 933324 h 942849"/>
                    <a:gd name="csX16" fmla="*/ 850809 w 985304"/>
                    <a:gd name="csY16" fmla="*/ 812674 h 942849"/>
                    <a:gd name="csX17" fmla="*/ 888909 w 985304"/>
                    <a:gd name="csY17" fmla="*/ 730124 h 942849"/>
                    <a:gd name="csX18" fmla="*/ 949234 w 985304"/>
                    <a:gd name="csY18" fmla="*/ 660274 h 942849"/>
                    <a:gd name="csX19" fmla="*/ 985304 w 985304"/>
                    <a:gd name="csY19" fmla="*/ 635716 h 942849"/>
                    <a:gd name="csX20" fmla="*/ 921428 w 985304"/>
                    <a:gd name="csY20" fmla="*/ 546817 h 942849"/>
                    <a:gd name="csX0" fmla="*/ 0 w 985304"/>
                    <a:gd name="csY0" fmla="*/ 2908 h 945757"/>
                    <a:gd name="csX1" fmla="*/ 5697 w 985304"/>
                    <a:gd name="csY1" fmla="*/ 300331 h 945757"/>
                    <a:gd name="csX2" fmla="*/ 88809 w 985304"/>
                    <a:gd name="csY2" fmla="*/ 783832 h 945757"/>
                    <a:gd name="csX3" fmla="*/ 193584 w 985304"/>
                    <a:gd name="csY3" fmla="*/ 885432 h 945757"/>
                    <a:gd name="csX4" fmla="*/ 250734 w 985304"/>
                    <a:gd name="csY4" fmla="*/ 904482 h 945757"/>
                    <a:gd name="csX5" fmla="*/ 307884 w 985304"/>
                    <a:gd name="csY5" fmla="*/ 882257 h 945757"/>
                    <a:gd name="csX6" fmla="*/ 368209 w 985304"/>
                    <a:gd name="csY6" fmla="*/ 853682 h 945757"/>
                    <a:gd name="csX7" fmla="*/ 441234 w 985304"/>
                    <a:gd name="csY7" fmla="*/ 837807 h 945757"/>
                    <a:gd name="csX8" fmla="*/ 507909 w 985304"/>
                    <a:gd name="csY8" fmla="*/ 834632 h 945757"/>
                    <a:gd name="csX9" fmla="*/ 584109 w 985304"/>
                    <a:gd name="csY9" fmla="*/ 847332 h 945757"/>
                    <a:gd name="csX10" fmla="*/ 638084 w 985304"/>
                    <a:gd name="csY10" fmla="*/ 863207 h 945757"/>
                    <a:gd name="csX11" fmla="*/ 676184 w 985304"/>
                    <a:gd name="csY11" fmla="*/ 901307 h 945757"/>
                    <a:gd name="csX12" fmla="*/ 704759 w 985304"/>
                    <a:gd name="csY12" fmla="*/ 945757 h 945757"/>
                    <a:gd name="csX13" fmla="*/ 726984 w 985304"/>
                    <a:gd name="csY13" fmla="*/ 926707 h 945757"/>
                    <a:gd name="csX14" fmla="*/ 768259 w 985304"/>
                    <a:gd name="csY14" fmla="*/ 936232 h 945757"/>
                    <a:gd name="csX15" fmla="*/ 768259 w 985304"/>
                    <a:gd name="csY15" fmla="*/ 936232 h 945757"/>
                    <a:gd name="csX16" fmla="*/ 850809 w 985304"/>
                    <a:gd name="csY16" fmla="*/ 815582 h 945757"/>
                    <a:gd name="csX17" fmla="*/ 888909 w 985304"/>
                    <a:gd name="csY17" fmla="*/ 733032 h 945757"/>
                    <a:gd name="csX18" fmla="*/ 949234 w 985304"/>
                    <a:gd name="csY18" fmla="*/ 663182 h 945757"/>
                    <a:gd name="csX19" fmla="*/ 985304 w 985304"/>
                    <a:gd name="csY19" fmla="*/ 638624 h 945757"/>
                    <a:gd name="csX20" fmla="*/ 977763 w 985304"/>
                    <a:gd name="csY20" fmla="*/ 0 h 945757"/>
                    <a:gd name="csX0" fmla="*/ 0 w 978991"/>
                    <a:gd name="csY0" fmla="*/ 2908 h 945757"/>
                    <a:gd name="csX1" fmla="*/ 5697 w 978991"/>
                    <a:gd name="csY1" fmla="*/ 300331 h 945757"/>
                    <a:gd name="csX2" fmla="*/ 88809 w 978991"/>
                    <a:gd name="csY2" fmla="*/ 783832 h 945757"/>
                    <a:gd name="csX3" fmla="*/ 193584 w 978991"/>
                    <a:gd name="csY3" fmla="*/ 885432 h 945757"/>
                    <a:gd name="csX4" fmla="*/ 250734 w 978991"/>
                    <a:gd name="csY4" fmla="*/ 904482 h 945757"/>
                    <a:gd name="csX5" fmla="*/ 307884 w 978991"/>
                    <a:gd name="csY5" fmla="*/ 882257 h 945757"/>
                    <a:gd name="csX6" fmla="*/ 368209 w 978991"/>
                    <a:gd name="csY6" fmla="*/ 853682 h 945757"/>
                    <a:gd name="csX7" fmla="*/ 441234 w 978991"/>
                    <a:gd name="csY7" fmla="*/ 837807 h 945757"/>
                    <a:gd name="csX8" fmla="*/ 507909 w 978991"/>
                    <a:gd name="csY8" fmla="*/ 834632 h 945757"/>
                    <a:gd name="csX9" fmla="*/ 584109 w 978991"/>
                    <a:gd name="csY9" fmla="*/ 847332 h 945757"/>
                    <a:gd name="csX10" fmla="*/ 638084 w 978991"/>
                    <a:gd name="csY10" fmla="*/ 863207 h 945757"/>
                    <a:gd name="csX11" fmla="*/ 676184 w 978991"/>
                    <a:gd name="csY11" fmla="*/ 901307 h 945757"/>
                    <a:gd name="csX12" fmla="*/ 704759 w 978991"/>
                    <a:gd name="csY12" fmla="*/ 945757 h 945757"/>
                    <a:gd name="csX13" fmla="*/ 726984 w 978991"/>
                    <a:gd name="csY13" fmla="*/ 926707 h 945757"/>
                    <a:gd name="csX14" fmla="*/ 768259 w 978991"/>
                    <a:gd name="csY14" fmla="*/ 936232 h 945757"/>
                    <a:gd name="csX15" fmla="*/ 768259 w 978991"/>
                    <a:gd name="csY15" fmla="*/ 936232 h 945757"/>
                    <a:gd name="csX16" fmla="*/ 850809 w 978991"/>
                    <a:gd name="csY16" fmla="*/ 815582 h 945757"/>
                    <a:gd name="csX17" fmla="*/ 888909 w 978991"/>
                    <a:gd name="csY17" fmla="*/ 733032 h 945757"/>
                    <a:gd name="csX18" fmla="*/ 949234 w 978991"/>
                    <a:gd name="csY18" fmla="*/ 663182 h 945757"/>
                    <a:gd name="csX19" fmla="*/ 978991 w 978991"/>
                    <a:gd name="csY19" fmla="*/ 641670 h 945757"/>
                    <a:gd name="csX20" fmla="*/ 977763 w 978991"/>
                    <a:gd name="csY20" fmla="*/ 0 h 945757"/>
                    <a:gd name="csX0" fmla="*/ 2720 w 981711"/>
                    <a:gd name="csY0" fmla="*/ 2908 h 945757"/>
                    <a:gd name="csX1" fmla="*/ 0 w 981711"/>
                    <a:gd name="csY1" fmla="*/ 290177 h 945757"/>
                    <a:gd name="csX2" fmla="*/ 91529 w 981711"/>
                    <a:gd name="csY2" fmla="*/ 783832 h 945757"/>
                    <a:gd name="csX3" fmla="*/ 196304 w 981711"/>
                    <a:gd name="csY3" fmla="*/ 885432 h 945757"/>
                    <a:gd name="csX4" fmla="*/ 253454 w 981711"/>
                    <a:gd name="csY4" fmla="*/ 904482 h 945757"/>
                    <a:gd name="csX5" fmla="*/ 310604 w 981711"/>
                    <a:gd name="csY5" fmla="*/ 882257 h 945757"/>
                    <a:gd name="csX6" fmla="*/ 370929 w 981711"/>
                    <a:gd name="csY6" fmla="*/ 853682 h 945757"/>
                    <a:gd name="csX7" fmla="*/ 443954 w 981711"/>
                    <a:gd name="csY7" fmla="*/ 837807 h 945757"/>
                    <a:gd name="csX8" fmla="*/ 510629 w 981711"/>
                    <a:gd name="csY8" fmla="*/ 834632 h 945757"/>
                    <a:gd name="csX9" fmla="*/ 586829 w 981711"/>
                    <a:gd name="csY9" fmla="*/ 847332 h 945757"/>
                    <a:gd name="csX10" fmla="*/ 640804 w 981711"/>
                    <a:gd name="csY10" fmla="*/ 863207 h 945757"/>
                    <a:gd name="csX11" fmla="*/ 678904 w 981711"/>
                    <a:gd name="csY11" fmla="*/ 901307 h 945757"/>
                    <a:gd name="csX12" fmla="*/ 707479 w 981711"/>
                    <a:gd name="csY12" fmla="*/ 945757 h 945757"/>
                    <a:gd name="csX13" fmla="*/ 729704 w 981711"/>
                    <a:gd name="csY13" fmla="*/ 926707 h 945757"/>
                    <a:gd name="csX14" fmla="*/ 770979 w 981711"/>
                    <a:gd name="csY14" fmla="*/ 936232 h 945757"/>
                    <a:gd name="csX15" fmla="*/ 770979 w 981711"/>
                    <a:gd name="csY15" fmla="*/ 936232 h 945757"/>
                    <a:gd name="csX16" fmla="*/ 853529 w 981711"/>
                    <a:gd name="csY16" fmla="*/ 815582 h 945757"/>
                    <a:gd name="csX17" fmla="*/ 891629 w 981711"/>
                    <a:gd name="csY17" fmla="*/ 733032 h 945757"/>
                    <a:gd name="csX18" fmla="*/ 951954 w 981711"/>
                    <a:gd name="csY18" fmla="*/ 663182 h 945757"/>
                    <a:gd name="csX19" fmla="*/ 981711 w 981711"/>
                    <a:gd name="csY19" fmla="*/ 641670 h 945757"/>
                    <a:gd name="csX20" fmla="*/ 980483 w 981711"/>
                    <a:gd name="csY20" fmla="*/ 0 h 945757"/>
                    <a:gd name="csX0" fmla="*/ 219 w 982366"/>
                    <a:gd name="csY0" fmla="*/ 0 h 948941"/>
                    <a:gd name="csX1" fmla="*/ 655 w 982366"/>
                    <a:gd name="csY1" fmla="*/ 293361 h 948941"/>
                    <a:gd name="csX2" fmla="*/ 92184 w 982366"/>
                    <a:gd name="csY2" fmla="*/ 787016 h 948941"/>
                    <a:gd name="csX3" fmla="*/ 196959 w 982366"/>
                    <a:gd name="csY3" fmla="*/ 888616 h 948941"/>
                    <a:gd name="csX4" fmla="*/ 254109 w 982366"/>
                    <a:gd name="csY4" fmla="*/ 907666 h 948941"/>
                    <a:gd name="csX5" fmla="*/ 311259 w 982366"/>
                    <a:gd name="csY5" fmla="*/ 885441 h 948941"/>
                    <a:gd name="csX6" fmla="*/ 371584 w 982366"/>
                    <a:gd name="csY6" fmla="*/ 856866 h 948941"/>
                    <a:gd name="csX7" fmla="*/ 444609 w 982366"/>
                    <a:gd name="csY7" fmla="*/ 840991 h 948941"/>
                    <a:gd name="csX8" fmla="*/ 511284 w 982366"/>
                    <a:gd name="csY8" fmla="*/ 837816 h 948941"/>
                    <a:gd name="csX9" fmla="*/ 587484 w 982366"/>
                    <a:gd name="csY9" fmla="*/ 850516 h 948941"/>
                    <a:gd name="csX10" fmla="*/ 641459 w 982366"/>
                    <a:gd name="csY10" fmla="*/ 866391 h 948941"/>
                    <a:gd name="csX11" fmla="*/ 679559 w 982366"/>
                    <a:gd name="csY11" fmla="*/ 904491 h 948941"/>
                    <a:gd name="csX12" fmla="*/ 708134 w 982366"/>
                    <a:gd name="csY12" fmla="*/ 948941 h 948941"/>
                    <a:gd name="csX13" fmla="*/ 730359 w 982366"/>
                    <a:gd name="csY13" fmla="*/ 929891 h 948941"/>
                    <a:gd name="csX14" fmla="*/ 771634 w 982366"/>
                    <a:gd name="csY14" fmla="*/ 939416 h 948941"/>
                    <a:gd name="csX15" fmla="*/ 771634 w 982366"/>
                    <a:gd name="csY15" fmla="*/ 939416 h 948941"/>
                    <a:gd name="csX16" fmla="*/ 854184 w 982366"/>
                    <a:gd name="csY16" fmla="*/ 818766 h 948941"/>
                    <a:gd name="csX17" fmla="*/ 892284 w 982366"/>
                    <a:gd name="csY17" fmla="*/ 736216 h 948941"/>
                    <a:gd name="csX18" fmla="*/ 952609 w 982366"/>
                    <a:gd name="csY18" fmla="*/ 666366 h 948941"/>
                    <a:gd name="csX19" fmla="*/ 982366 w 982366"/>
                    <a:gd name="csY19" fmla="*/ 644854 h 948941"/>
                    <a:gd name="csX20" fmla="*/ 981138 w 982366"/>
                    <a:gd name="csY20" fmla="*/ 3184 h 948941"/>
                    <a:gd name="csX0" fmla="*/ 219 w 985841"/>
                    <a:gd name="csY0" fmla="*/ 2908 h 951849"/>
                    <a:gd name="csX1" fmla="*/ 655 w 985841"/>
                    <a:gd name="csY1" fmla="*/ 296269 h 951849"/>
                    <a:gd name="csX2" fmla="*/ 92184 w 985841"/>
                    <a:gd name="csY2" fmla="*/ 789924 h 951849"/>
                    <a:gd name="csX3" fmla="*/ 196959 w 985841"/>
                    <a:gd name="csY3" fmla="*/ 891524 h 951849"/>
                    <a:gd name="csX4" fmla="*/ 254109 w 985841"/>
                    <a:gd name="csY4" fmla="*/ 910574 h 951849"/>
                    <a:gd name="csX5" fmla="*/ 311259 w 985841"/>
                    <a:gd name="csY5" fmla="*/ 888349 h 951849"/>
                    <a:gd name="csX6" fmla="*/ 371584 w 985841"/>
                    <a:gd name="csY6" fmla="*/ 859774 h 951849"/>
                    <a:gd name="csX7" fmla="*/ 444609 w 985841"/>
                    <a:gd name="csY7" fmla="*/ 843899 h 951849"/>
                    <a:gd name="csX8" fmla="*/ 511284 w 985841"/>
                    <a:gd name="csY8" fmla="*/ 840724 h 951849"/>
                    <a:gd name="csX9" fmla="*/ 587484 w 985841"/>
                    <a:gd name="csY9" fmla="*/ 853424 h 951849"/>
                    <a:gd name="csX10" fmla="*/ 641459 w 985841"/>
                    <a:gd name="csY10" fmla="*/ 869299 h 951849"/>
                    <a:gd name="csX11" fmla="*/ 679559 w 985841"/>
                    <a:gd name="csY11" fmla="*/ 907399 h 951849"/>
                    <a:gd name="csX12" fmla="*/ 708134 w 985841"/>
                    <a:gd name="csY12" fmla="*/ 951849 h 951849"/>
                    <a:gd name="csX13" fmla="*/ 730359 w 985841"/>
                    <a:gd name="csY13" fmla="*/ 932799 h 951849"/>
                    <a:gd name="csX14" fmla="*/ 771634 w 985841"/>
                    <a:gd name="csY14" fmla="*/ 942324 h 951849"/>
                    <a:gd name="csX15" fmla="*/ 771634 w 985841"/>
                    <a:gd name="csY15" fmla="*/ 942324 h 951849"/>
                    <a:gd name="csX16" fmla="*/ 854184 w 985841"/>
                    <a:gd name="csY16" fmla="*/ 821674 h 951849"/>
                    <a:gd name="csX17" fmla="*/ 892284 w 985841"/>
                    <a:gd name="csY17" fmla="*/ 739124 h 951849"/>
                    <a:gd name="csX18" fmla="*/ 952609 w 985841"/>
                    <a:gd name="csY18" fmla="*/ 669274 h 951849"/>
                    <a:gd name="csX19" fmla="*/ 982366 w 985841"/>
                    <a:gd name="csY19" fmla="*/ 647762 h 951849"/>
                    <a:gd name="csX20" fmla="*/ 985347 w 985841"/>
                    <a:gd name="csY20" fmla="*/ 0 h 9518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985841" h="951849">
                      <a:moveTo>
                        <a:pt x="219" y="2908"/>
                      </a:moveTo>
                      <a:cubicBezTo>
                        <a:pt x="-688" y="98664"/>
                        <a:pt x="1562" y="200513"/>
                        <a:pt x="655" y="296269"/>
                      </a:cubicBezTo>
                      <a:lnTo>
                        <a:pt x="92184" y="789924"/>
                      </a:lnTo>
                      <a:lnTo>
                        <a:pt x="196959" y="891524"/>
                      </a:lnTo>
                      <a:lnTo>
                        <a:pt x="254109" y="910574"/>
                      </a:lnTo>
                      <a:lnTo>
                        <a:pt x="311259" y="888349"/>
                      </a:lnTo>
                      <a:lnTo>
                        <a:pt x="371584" y="859774"/>
                      </a:lnTo>
                      <a:lnTo>
                        <a:pt x="444609" y="843899"/>
                      </a:lnTo>
                      <a:lnTo>
                        <a:pt x="511284" y="840724"/>
                      </a:lnTo>
                      <a:lnTo>
                        <a:pt x="587484" y="853424"/>
                      </a:lnTo>
                      <a:lnTo>
                        <a:pt x="641459" y="869299"/>
                      </a:lnTo>
                      <a:lnTo>
                        <a:pt x="679559" y="907399"/>
                      </a:lnTo>
                      <a:lnTo>
                        <a:pt x="708134" y="951849"/>
                      </a:lnTo>
                      <a:lnTo>
                        <a:pt x="730359" y="932799"/>
                      </a:lnTo>
                      <a:lnTo>
                        <a:pt x="771634" y="942324"/>
                      </a:lnTo>
                      <a:lnTo>
                        <a:pt x="771634" y="942324"/>
                      </a:lnTo>
                      <a:lnTo>
                        <a:pt x="854184" y="821674"/>
                      </a:lnTo>
                      <a:lnTo>
                        <a:pt x="892284" y="739124"/>
                      </a:lnTo>
                      <a:lnTo>
                        <a:pt x="952609" y="669274"/>
                      </a:lnTo>
                      <a:lnTo>
                        <a:pt x="982366" y="647762"/>
                      </a:lnTo>
                      <a:cubicBezTo>
                        <a:pt x="979852" y="434887"/>
                        <a:pt x="987861" y="212875"/>
                        <a:pt x="985347" y="0"/>
                      </a:cubicBezTo>
                    </a:path>
                  </a:pathLst>
                </a:custGeom>
                <a:solidFill>
                  <a:srgbClr val="00B0F0">
                    <a:alpha val="78000"/>
                  </a:srgbClr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EF1DB74-EF01-F37F-9407-F1A97B3C71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78770" y="1507871"/>
                  <a:ext cx="0" cy="1455864"/>
                </a:xfrm>
                <a:prstGeom prst="line">
                  <a:avLst/>
                </a:prstGeom>
                <a:grpFill/>
                <a:ln w="508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7BD07CBF-F5B8-15E6-7F92-56E9D533DD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63097" y="1507871"/>
                  <a:ext cx="0" cy="1455864"/>
                </a:xfrm>
                <a:prstGeom prst="line">
                  <a:avLst/>
                </a:prstGeom>
                <a:grpFill/>
                <a:ln w="571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C1D1A5E-5057-6CF1-8886-C3EE3F5CA5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85939" y="1587459"/>
                <a:ext cx="971886" cy="4481"/>
              </a:xfrm>
              <a:prstGeom prst="line">
                <a:avLst/>
              </a:prstGeom>
              <a:grpFill/>
              <a:ln w="31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C212098-262F-081B-C389-EE0B27F113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9589" y="1644608"/>
                <a:ext cx="971886" cy="4481"/>
              </a:xfrm>
              <a:prstGeom prst="line">
                <a:avLst/>
              </a:prstGeom>
              <a:grpFill/>
              <a:ln w="31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DA9EA07-C978-255D-2273-9032C21C41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6414" y="2012898"/>
                <a:ext cx="971886" cy="4481"/>
              </a:xfrm>
              <a:prstGeom prst="line">
                <a:avLst/>
              </a:prstGeom>
              <a:grpFill/>
              <a:ln w="31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9BFB7C0-FBF5-4CE9-F985-BE2D01C4EC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79589" y="2439646"/>
                <a:ext cx="988906" cy="0"/>
              </a:xfrm>
              <a:prstGeom prst="line">
                <a:avLst/>
              </a:prstGeom>
              <a:grpFill/>
              <a:ln w="31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435F7F6-AC4D-0E08-D3A0-2CF3EBDB47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3239" y="2505075"/>
                <a:ext cx="971886" cy="4481"/>
              </a:xfrm>
              <a:prstGeom prst="line">
                <a:avLst/>
              </a:prstGeom>
              <a:grpFill/>
              <a:ln w="31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0B21486-DEC3-8AF3-250E-EDF9F9DD1CA0}"/>
                </a:ext>
              </a:extLst>
            </p:cNvPr>
            <p:cNvSpPr txBox="1"/>
            <p:nvPr/>
          </p:nvSpPr>
          <p:spPr>
            <a:xfrm>
              <a:off x="4680857" y="335665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NAP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3E62944-AF1D-4FEA-7AF2-C582C78A596D}"/>
                </a:ext>
              </a:extLst>
            </p:cNvPr>
            <p:cNvSpPr txBox="1"/>
            <p:nvPr/>
          </p:nvSpPr>
          <p:spPr>
            <a:xfrm>
              <a:off x="5545266" y="599461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-0.4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A023A3-8059-62EA-E4F0-6083C19FA2D7}"/>
                </a:ext>
              </a:extLst>
            </p:cNvPr>
            <p:cNvSpPr txBox="1"/>
            <p:nvPr/>
          </p:nvSpPr>
          <p:spPr>
            <a:xfrm>
              <a:off x="5545265" y="1995149"/>
              <a:ext cx="575799" cy="369332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-3.0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32E5D42-24A9-540F-A842-74525EB70194}"/>
                </a:ext>
              </a:extLst>
            </p:cNvPr>
            <p:cNvSpPr txBox="1"/>
            <p:nvPr/>
          </p:nvSpPr>
          <p:spPr>
            <a:xfrm>
              <a:off x="5513925" y="3639475"/>
              <a:ext cx="575799" cy="369332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-6.0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AEC3C09-6839-01AC-0639-DBFF0F057164}"/>
                </a:ext>
              </a:extLst>
            </p:cNvPr>
            <p:cNvCxnSpPr>
              <a:cxnSpLocks/>
            </p:cNvCxnSpPr>
            <p:nvPr/>
          </p:nvCxnSpPr>
          <p:spPr>
            <a:xfrm>
              <a:off x="3104417" y="4439947"/>
              <a:ext cx="3657264" cy="0"/>
            </a:xfrm>
            <a:prstGeom prst="lin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6CE98E4-32B9-0E81-D706-C9EF9C229EF9}"/>
                </a:ext>
              </a:extLst>
            </p:cNvPr>
            <p:cNvSpPr txBox="1"/>
            <p:nvPr/>
          </p:nvSpPr>
          <p:spPr>
            <a:xfrm>
              <a:off x="6177952" y="4172877"/>
              <a:ext cx="575799" cy="369332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-7.0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0693726-447D-96EB-2319-AAB5632B886A}"/>
                </a:ext>
              </a:extLst>
            </p:cNvPr>
            <p:cNvSpPr txBox="1"/>
            <p:nvPr/>
          </p:nvSpPr>
          <p:spPr>
            <a:xfrm>
              <a:off x="3135086" y="5747655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-9.4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7BBCEE4-E749-9F43-149E-B0D422334C65}"/>
                </a:ext>
              </a:extLst>
            </p:cNvPr>
            <p:cNvSpPr txBox="1"/>
            <p:nvPr/>
          </p:nvSpPr>
          <p:spPr>
            <a:xfrm>
              <a:off x="5522822" y="104717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+0.6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6B67B84-6351-286C-DBDB-F54E44EA9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9816" y="357781"/>
              <a:ext cx="496832" cy="2374"/>
            </a:xfrm>
            <a:prstGeom prst="lin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0940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AAE345B5-D89A-06B5-20DD-3A544A215F28}"/>
              </a:ext>
            </a:extLst>
          </p:cNvPr>
          <p:cNvGrpSpPr/>
          <p:nvPr/>
        </p:nvGrpSpPr>
        <p:grpSpPr>
          <a:xfrm>
            <a:off x="97971" y="13132"/>
            <a:ext cx="8839200" cy="6095568"/>
            <a:chOff x="97971" y="13132"/>
            <a:chExt cx="8839200" cy="609556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7247216-9FFB-EAD5-A493-F61619102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71" y="749300"/>
              <a:ext cx="8839200" cy="5359400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410C724-72C3-AA75-E1A9-D7E92D28B17D}"/>
                </a:ext>
              </a:extLst>
            </p:cNvPr>
            <p:cNvSpPr/>
            <p:nvPr/>
          </p:nvSpPr>
          <p:spPr>
            <a:xfrm>
              <a:off x="3462589" y="1687725"/>
              <a:ext cx="3210964" cy="1973691"/>
            </a:xfrm>
            <a:prstGeom prst="rect">
              <a:avLst/>
            </a:prstGeom>
            <a:solidFill>
              <a:srgbClr val="D1822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0DFA80F-DAF2-C240-A019-5CD57B53D003}"/>
                </a:ext>
              </a:extLst>
            </p:cNvPr>
            <p:cNvSpPr/>
            <p:nvPr/>
          </p:nvSpPr>
          <p:spPr>
            <a:xfrm>
              <a:off x="3454284" y="489429"/>
              <a:ext cx="3236935" cy="3561014"/>
            </a:xfrm>
            <a:custGeom>
              <a:avLst/>
              <a:gdLst>
                <a:gd name="csX0" fmla="*/ 0 w 6553200"/>
                <a:gd name="csY0" fmla="*/ 1665515 h 3940629"/>
                <a:gd name="csX1" fmla="*/ 141514 w 6553200"/>
                <a:gd name="csY1" fmla="*/ 2296886 h 3940629"/>
                <a:gd name="csX2" fmla="*/ 272143 w 6553200"/>
                <a:gd name="csY2" fmla="*/ 2852057 h 3940629"/>
                <a:gd name="csX3" fmla="*/ 457200 w 6553200"/>
                <a:gd name="csY3" fmla="*/ 3145972 h 3940629"/>
                <a:gd name="csX4" fmla="*/ 696686 w 6553200"/>
                <a:gd name="csY4" fmla="*/ 3287486 h 3940629"/>
                <a:gd name="csX5" fmla="*/ 914400 w 6553200"/>
                <a:gd name="csY5" fmla="*/ 3363686 h 3940629"/>
                <a:gd name="csX6" fmla="*/ 1077686 w 6553200"/>
                <a:gd name="csY6" fmla="*/ 3526972 h 3940629"/>
                <a:gd name="csX7" fmla="*/ 1262743 w 6553200"/>
                <a:gd name="csY7" fmla="*/ 3733800 h 3940629"/>
                <a:gd name="csX8" fmla="*/ 1415143 w 6553200"/>
                <a:gd name="csY8" fmla="*/ 3766457 h 3940629"/>
                <a:gd name="csX9" fmla="*/ 1621971 w 6553200"/>
                <a:gd name="csY9" fmla="*/ 3744686 h 3940629"/>
                <a:gd name="csX10" fmla="*/ 1894114 w 6553200"/>
                <a:gd name="csY10" fmla="*/ 3712029 h 3940629"/>
                <a:gd name="csX11" fmla="*/ 2177143 w 6553200"/>
                <a:gd name="csY11" fmla="*/ 3614057 h 3940629"/>
                <a:gd name="csX12" fmla="*/ 2579914 w 6553200"/>
                <a:gd name="csY12" fmla="*/ 3603172 h 3940629"/>
                <a:gd name="csX13" fmla="*/ 2917371 w 6553200"/>
                <a:gd name="csY13" fmla="*/ 3548743 h 3940629"/>
                <a:gd name="csX14" fmla="*/ 3156857 w 6553200"/>
                <a:gd name="csY14" fmla="*/ 3483429 h 3940629"/>
                <a:gd name="csX15" fmla="*/ 3494314 w 6553200"/>
                <a:gd name="csY15" fmla="*/ 3472543 h 3940629"/>
                <a:gd name="csX16" fmla="*/ 3973286 w 6553200"/>
                <a:gd name="csY16" fmla="*/ 3570515 h 3940629"/>
                <a:gd name="csX17" fmla="*/ 4299857 w 6553200"/>
                <a:gd name="csY17" fmla="*/ 3701143 h 3940629"/>
                <a:gd name="csX18" fmla="*/ 4474029 w 6553200"/>
                <a:gd name="csY18" fmla="*/ 3842657 h 3940629"/>
                <a:gd name="csX19" fmla="*/ 4648200 w 6553200"/>
                <a:gd name="csY19" fmla="*/ 3929743 h 3940629"/>
                <a:gd name="csX20" fmla="*/ 4767943 w 6553200"/>
                <a:gd name="csY20" fmla="*/ 3940629 h 3940629"/>
                <a:gd name="csX21" fmla="*/ 4876800 w 6553200"/>
                <a:gd name="csY21" fmla="*/ 3864429 h 3940629"/>
                <a:gd name="csX22" fmla="*/ 4963886 w 6553200"/>
                <a:gd name="csY22" fmla="*/ 3788229 h 3940629"/>
                <a:gd name="csX23" fmla="*/ 5127171 w 6553200"/>
                <a:gd name="csY23" fmla="*/ 3788229 h 3940629"/>
                <a:gd name="csX24" fmla="*/ 5279571 w 6553200"/>
                <a:gd name="csY24" fmla="*/ 3766457 h 3940629"/>
                <a:gd name="csX25" fmla="*/ 5410200 w 6553200"/>
                <a:gd name="csY25" fmla="*/ 3668486 h 3940629"/>
                <a:gd name="csX26" fmla="*/ 5584371 w 6553200"/>
                <a:gd name="csY26" fmla="*/ 3505200 h 3940629"/>
                <a:gd name="csX27" fmla="*/ 5747657 w 6553200"/>
                <a:gd name="csY27" fmla="*/ 3385457 h 3940629"/>
                <a:gd name="csX28" fmla="*/ 5910943 w 6553200"/>
                <a:gd name="csY28" fmla="*/ 3113315 h 3940629"/>
                <a:gd name="csX29" fmla="*/ 6041571 w 6553200"/>
                <a:gd name="csY29" fmla="*/ 2939143 h 3940629"/>
                <a:gd name="csX30" fmla="*/ 6193971 w 6553200"/>
                <a:gd name="csY30" fmla="*/ 2797629 h 3940629"/>
                <a:gd name="csX31" fmla="*/ 6357257 w 6553200"/>
                <a:gd name="csY31" fmla="*/ 2579915 h 3940629"/>
                <a:gd name="csX32" fmla="*/ 6411686 w 6553200"/>
                <a:gd name="csY32" fmla="*/ 2449286 h 3940629"/>
                <a:gd name="csX33" fmla="*/ 6509657 w 6553200"/>
                <a:gd name="csY33" fmla="*/ 2166257 h 3940629"/>
                <a:gd name="csX34" fmla="*/ 6542314 w 6553200"/>
                <a:gd name="csY34" fmla="*/ 2024743 h 3940629"/>
                <a:gd name="csX35" fmla="*/ 6553200 w 6553200"/>
                <a:gd name="csY35" fmla="*/ 1883229 h 3940629"/>
                <a:gd name="csX36" fmla="*/ 6531429 w 6553200"/>
                <a:gd name="csY36" fmla="*/ 0 h 3940629"/>
                <a:gd name="csX0" fmla="*/ 0 w 6553200"/>
                <a:gd name="csY0" fmla="*/ 0 h 4191000"/>
                <a:gd name="csX1" fmla="*/ 141514 w 6553200"/>
                <a:gd name="csY1" fmla="*/ 2547257 h 4191000"/>
                <a:gd name="csX2" fmla="*/ 272143 w 6553200"/>
                <a:gd name="csY2" fmla="*/ 3102428 h 4191000"/>
                <a:gd name="csX3" fmla="*/ 457200 w 6553200"/>
                <a:gd name="csY3" fmla="*/ 3396343 h 4191000"/>
                <a:gd name="csX4" fmla="*/ 696686 w 6553200"/>
                <a:gd name="csY4" fmla="*/ 3537857 h 4191000"/>
                <a:gd name="csX5" fmla="*/ 914400 w 6553200"/>
                <a:gd name="csY5" fmla="*/ 3614057 h 4191000"/>
                <a:gd name="csX6" fmla="*/ 1077686 w 6553200"/>
                <a:gd name="csY6" fmla="*/ 3777343 h 4191000"/>
                <a:gd name="csX7" fmla="*/ 1262743 w 6553200"/>
                <a:gd name="csY7" fmla="*/ 3984171 h 4191000"/>
                <a:gd name="csX8" fmla="*/ 1415143 w 6553200"/>
                <a:gd name="csY8" fmla="*/ 4016828 h 4191000"/>
                <a:gd name="csX9" fmla="*/ 1621971 w 6553200"/>
                <a:gd name="csY9" fmla="*/ 3995057 h 4191000"/>
                <a:gd name="csX10" fmla="*/ 1894114 w 6553200"/>
                <a:gd name="csY10" fmla="*/ 3962400 h 4191000"/>
                <a:gd name="csX11" fmla="*/ 2177143 w 6553200"/>
                <a:gd name="csY11" fmla="*/ 3864428 h 4191000"/>
                <a:gd name="csX12" fmla="*/ 2579914 w 6553200"/>
                <a:gd name="csY12" fmla="*/ 3853543 h 4191000"/>
                <a:gd name="csX13" fmla="*/ 2917371 w 6553200"/>
                <a:gd name="csY13" fmla="*/ 3799114 h 4191000"/>
                <a:gd name="csX14" fmla="*/ 3156857 w 6553200"/>
                <a:gd name="csY14" fmla="*/ 3733800 h 4191000"/>
                <a:gd name="csX15" fmla="*/ 3494314 w 6553200"/>
                <a:gd name="csY15" fmla="*/ 3722914 h 4191000"/>
                <a:gd name="csX16" fmla="*/ 3973286 w 6553200"/>
                <a:gd name="csY16" fmla="*/ 3820886 h 4191000"/>
                <a:gd name="csX17" fmla="*/ 4299857 w 6553200"/>
                <a:gd name="csY17" fmla="*/ 3951514 h 4191000"/>
                <a:gd name="csX18" fmla="*/ 4474029 w 6553200"/>
                <a:gd name="csY18" fmla="*/ 4093028 h 4191000"/>
                <a:gd name="csX19" fmla="*/ 4648200 w 6553200"/>
                <a:gd name="csY19" fmla="*/ 4180114 h 4191000"/>
                <a:gd name="csX20" fmla="*/ 4767943 w 6553200"/>
                <a:gd name="csY20" fmla="*/ 4191000 h 4191000"/>
                <a:gd name="csX21" fmla="*/ 4876800 w 6553200"/>
                <a:gd name="csY21" fmla="*/ 4114800 h 4191000"/>
                <a:gd name="csX22" fmla="*/ 4963886 w 6553200"/>
                <a:gd name="csY22" fmla="*/ 4038600 h 4191000"/>
                <a:gd name="csX23" fmla="*/ 5127171 w 6553200"/>
                <a:gd name="csY23" fmla="*/ 4038600 h 4191000"/>
                <a:gd name="csX24" fmla="*/ 5279571 w 6553200"/>
                <a:gd name="csY24" fmla="*/ 4016828 h 4191000"/>
                <a:gd name="csX25" fmla="*/ 5410200 w 6553200"/>
                <a:gd name="csY25" fmla="*/ 3918857 h 4191000"/>
                <a:gd name="csX26" fmla="*/ 5584371 w 6553200"/>
                <a:gd name="csY26" fmla="*/ 3755571 h 4191000"/>
                <a:gd name="csX27" fmla="*/ 5747657 w 6553200"/>
                <a:gd name="csY27" fmla="*/ 3635828 h 4191000"/>
                <a:gd name="csX28" fmla="*/ 5910943 w 6553200"/>
                <a:gd name="csY28" fmla="*/ 3363686 h 4191000"/>
                <a:gd name="csX29" fmla="*/ 6041571 w 6553200"/>
                <a:gd name="csY29" fmla="*/ 3189514 h 4191000"/>
                <a:gd name="csX30" fmla="*/ 6193971 w 6553200"/>
                <a:gd name="csY30" fmla="*/ 3048000 h 4191000"/>
                <a:gd name="csX31" fmla="*/ 6357257 w 6553200"/>
                <a:gd name="csY31" fmla="*/ 2830286 h 4191000"/>
                <a:gd name="csX32" fmla="*/ 6411686 w 6553200"/>
                <a:gd name="csY32" fmla="*/ 2699657 h 4191000"/>
                <a:gd name="csX33" fmla="*/ 6509657 w 6553200"/>
                <a:gd name="csY33" fmla="*/ 2416628 h 4191000"/>
                <a:gd name="csX34" fmla="*/ 6542314 w 6553200"/>
                <a:gd name="csY34" fmla="*/ 2275114 h 4191000"/>
                <a:gd name="csX35" fmla="*/ 6553200 w 6553200"/>
                <a:gd name="csY35" fmla="*/ 2133600 h 4191000"/>
                <a:gd name="csX36" fmla="*/ 6531429 w 6553200"/>
                <a:gd name="csY36" fmla="*/ 250371 h 4191000"/>
                <a:gd name="csX0" fmla="*/ 0 w 6553200"/>
                <a:gd name="csY0" fmla="*/ 0 h 4191000"/>
                <a:gd name="csX1" fmla="*/ 76200 w 6553200"/>
                <a:gd name="csY1" fmla="*/ 1382486 h 4191000"/>
                <a:gd name="csX2" fmla="*/ 141514 w 6553200"/>
                <a:gd name="csY2" fmla="*/ 2547257 h 4191000"/>
                <a:gd name="csX3" fmla="*/ 272143 w 6553200"/>
                <a:gd name="csY3" fmla="*/ 3102428 h 4191000"/>
                <a:gd name="csX4" fmla="*/ 457200 w 6553200"/>
                <a:gd name="csY4" fmla="*/ 3396343 h 4191000"/>
                <a:gd name="csX5" fmla="*/ 696686 w 6553200"/>
                <a:gd name="csY5" fmla="*/ 3537857 h 4191000"/>
                <a:gd name="csX6" fmla="*/ 914400 w 6553200"/>
                <a:gd name="csY6" fmla="*/ 3614057 h 4191000"/>
                <a:gd name="csX7" fmla="*/ 1077686 w 6553200"/>
                <a:gd name="csY7" fmla="*/ 3777343 h 4191000"/>
                <a:gd name="csX8" fmla="*/ 1262743 w 6553200"/>
                <a:gd name="csY8" fmla="*/ 3984171 h 4191000"/>
                <a:gd name="csX9" fmla="*/ 1415143 w 6553200"/>
                <a:gd name="csY9" fmla="*/ 4016828 h 4191000"/>
                <a:gd name="csX10" fmla="*/ 1621971 w 6553200"/>
                <a:gd name="csY10" fmla="*/ 3995057 h 4191000"/>
                <a:gd name="csX11" fmla="*/ 1894114 w 6553200"/>
                <a:gd name="csY11" fmla="*/ 3962400 h 4191000"/>
                <a:gd name="csX12" fmla="*/ 2177143 w 6553200"/>
                <a:gd name="csY12" fmla="*/ 3864428 h 4191000"/>
                <a:gd name="csX13" fmla="*/ 2579914 w 6553200"/>
                <a:gd name="csY13" fmla="*/ 3853543 h 4191000"/>
                <a:gd name="csX14" fmla="*/ 2917371 w 6553200"/>
                <a:gd name="csY14" fmla="*/ 3799114 h 4191000"/>
                <a:gd name="csX15" fmla="*/ 3156857 w 6553200"/>
                <a:gd name="csY15" fmla="*/ 3733800 h 4191000"/>
                <a:gd name="csX16" fmla="*/ 3494314 w 6553200"/>
                <a:gd name="csY16" fmla="*/ 3722914 h 4191000"/>
                <a:gd name="csX17" fmla="*/ 3973286 w 6553200"/>
                <a:gd name="csY17" fmla="*/ 3820886 h 4191000"/>
                <a:gd name="csX18" fmla="*/ 4299857 w 6553200"/>
                <a:gd name="csY18" fmla="*/ 3951514 h 4191000"/>
                <a:gd name="csX19" fmla="*/ 4474029 w 6553200"/>
                <a:gd name="csY19" fmla="*/ 4093028 h 4191000"/>
                <a:gd name="csX20" fmla="*/ 4648200 w 6553200"/>
                <a:gd name="csY20" fmla="*/ 4180114 h 4191000"/>
                <a:gd name="csX21" fmla="*/ 4767943 w 6553200"/>
                <a:gd name="csY21" fmla="*/ 4191000 h 4191000"/>
                <a:gd name="csX22" fmla="*/ 4876800 w 6553200"/>
                <a:gd name="csY22" fmla="*/ 4114800 h 4191000"/>
                <a:gd name="csX23" fmla="*/ 4963886 w 6553200"/>
                <a:gd name="csY23" fmla="*/ 4038600 h 4191000"/>
                <a:gd name="csX24" fmla="*/ 5127171 w 6553200"/>
                <a:gd name="csY24" fmla="*/ 4038600 h 4191000"/>
                <a:gd name="csX25" fmla="*/ 5279571 w 6553200"/>
                <a:gd name="csY25" fmla="*/ 4016828 h 4191000"/>
                <a:gd name="csX26" fmla="*/ 5410200 w 6553200"/>
                <a:gd name="csY26" fmla="*/ 3918857 h 4191000"/>
                <a:gd name="csX27" fmla="*/ 5584371 w 6553200"/>
                <a:gd name="csY27" fmla="*/ 3755571 h 4191000"/>
                <a:gd name="csX28" fmla="*/ 5747657 w 6553200"/>
                <a:gd name="csY28" fmla="*/ 3635828 h 4191000"/>
                <a:gd name="csX29" fmla="*/ 5910943 w 6553200"/>
                <a:gd name="csY29" fmla="*/ 3363686 h 4191000"/>
                <a:gd name="csX30" fmla="*/ 6041571 w 6553200"/>
                <a:gd name="csY30" fmla="*/ 3189514 h 4191000"/>
                <a:gd name="csX31" fmla="*/ 6193971 w 6553200"/>
                <a:gd name="csY31" fmla="*/ 3048000 h 4191000"/>
                <a:gd name="csX32" fmla="*/ 6357257 w 6553200"/>
                <a:gd name="csY32" fmla="*/ 2830286 h 4191000"/>
                <a:gd name="csX33" fmla="*/ 6411686 w 6553200"/>
                <a:gd name="csY33" fmla="*/ 2699657 h 4191000"/>
                <a:gd name="csX34" fmla="*/ 6509657 w 6553200"/>
                <a:gd name="csY34" fmla="*/ 2416628 h 4191000"/>
                <a:gd name="csX35" fmla="*/ 6542314 w 6553200"/>
                <a:gd name="csY35" fmla="*/ 2275114 h 4191000"/>
                <a:gd name="csX36" fmla="*/ 6553200 w 6553200"/>
                <a:gd name="csY36" fmla="*/ 2133600 h 4191000"/>
                <a:gd name="csX37" fmla="*/ 6531429 w 6553200"/>
                <a:gd name="csY37" fmla="*/ 250371 h 4191000"/>
                <a:gd name="csX0" fmla="*/ 32657 w 6585857"/>
                <a:gd name="csY0" fmla="*/ 0 h 4191000"/>
                <a:gd name="csX1" fmla="*/ 0 w 6585857"/>
                <a:gd name="csY1" fmla="*/ 1948543 h 4191000"/>
                <a:gd name="csX2" fmla="*/ 174171 w 6585857"/>
                <a:gd name="csY2" fmla="*/ 2547257 h 4191000"/>
                <a:gd name="csX3" fmla="*/ 304800 w 6585857"/>
                <a:gd name="csY3" fmla="*/ 3102428 h 4191000"/>
                <a:gd name="csX4" fmla="*/ 489857 w 6585857"/>
                <a:gd name="csY4" fmla="*/ 3396343 h 4191000"/>
                <a:gd name="csX5" fmla="*/ 729343 w 6585857"/>
                <a:gd name="csY5" fmla="*/ 3537857 h 4191000"/>
                <a:gd name="csX6" fmla="*/ 947057 w 6585857"/>
                <a:gd name="csY6" fmla="*/ 3614057 h 4191000"/>
                <a:gd name="csX7" fmla="*/ 1110343 w 6585857"/>
                <a:gd name="csY7" fmla="*/ 3777343 h 4191000"/>
                <a:gd name="csX8" fmla="*/ 1295400 w 6585857"/>
                <a:gd name="csY8" fmla="*/ 3984171 h 4191000"/>
                <a:gd name="csX9" fmla="*/ 1447800 w 6585857"/>
                <a:gd name="csY9" fmla="*/ 4016828 h 4191000"/>
                <a:gd name="csX10" fmla="*/ 1654628 w 6585857"/>
                <a:gd name="csY10" fmla="*/ 3995057 h 4191000"/>
                <a:gd name="csX11" fmla="*/ 1926771 w 6585857"/>
                <a:gd name="csY11" fmla="*/ 3962400 h 4191000"/>
                <a:gd name="csX12" fmla="*/ 2209800 w 6585857"/>
                <a:gd name="csY12" fmla="*/ 3864428 h 4191000"/>
                <a:gd name="csX13" fmla="*/ 2612571 w 6585857"/>
                <a:gd name="csY13" fmla="*/ 3853543 h 4191000"/>
                <a:gd name="csX14" fmla="*/ 2950028 w 6585857"/>
                <a:gd name="csY14" fmla="*/ 3799114 h 4191000"/>
                <a:gd name="csX15" fmla="*/ 3189514 w 6585857"/>
                <a:gd name="csY15" fmla="*/ 3733800 h 4191000"/>
                <a:gd name="csX16" fmla="*/ 3526971 w 6585857"/>
                <a:gd name="csY16" fmla="*/ 3722914 h 4191000"/>
                <a:gd name="csX17" fmla="*/ 4005943 w 6585857"/>
                <a:gd name="csY17" fmla="*/ 3820886 h 4191000"/>
                <a:gd name="csX18" fmla="*/ 4332514 w 6585857"/>
                <a:gd name="csY18" fmla="*/ 3951514 h 4191000"/>
                <a:gd name="csX19" fmla="*/ 4506686 w 6585857"/>
                <a:gd name="csY19" fmla="*/ 4093028 h 4191000"/>
                <a:gd name="csX20" fmla="*/ 4680857 w 6585857"/>
                <a:gd name="csY20" fmla="*/ 4180114 h 4191000"/>
                <a:gd name="csX21" fmla="*/ 4800600 w 6585857"/>
                <a:gd name="csY21" fmla="*/ 4191000 h 4191000"/>
                <a:gd name="csX22" fmla="*/ 4909457 w 6585857"/>
                <a:gd name="csY22" fmla="*/ 4114800 h 4191000"/>
                <a:gd name="csX23" fmla="*/ 4996543 w 6585857"/>
                <a:gd name="csY23" fmla="*/ 4038600 h 4191000"/>
                <a:gd name="csX24" fmla="*/ 5159828 w 6585857"/>
                <a:gd name="csY24" fmla="*/ 4038600 h 4191000"/>
                <a:gd name="csX25" fmla="*/ 5312228 w 6585857"/>
                <a:gd name="csY25" fmla="*/ 4016828 h 4191000"/>
                <a:gd name="csX26" fmla="*/ 5442857 w 6585857"/>
                <a:gd name="csY26" fmla="*/ 3918857 h 4191000"/>
                <a:gd name="csX27" fmla="*/ 5617028 w 6585857"/>
                <a:gd name="csY27" fmla="*/ 3755571 h 4191000"/>
                <a:gd name="csX28" fmla="*/ 5780314 w 6585857"/>
                <a:gd name="csY28" fmla="*/ 3635828 h 4191000"/>
                <a:gd name="csX29" fmla="*/ 5943600 w 6585857"/>
                <a:gd name="csY29" fmla="*/ 3363686 h 4191000"/>
                <a:gd name="csX30" fmla="*/ 6074228 w 6585857"/>
                <a:gd name="csY30" fmla="*/ 3189514 h 4191000"/>
                <a:gd name="csX31" fmla="*/ 6226628 w 6585857"/>
                <a:gd name="csY31" fmla="*/ 3048000 h 4191000"/>
                <a:gd name="csX32" fmla="*/ 6389914 w 6585857"/>
                <a:gd name="csY32" fmla="*/ 2830286 h 4191000"/>
                <a:gd name="csX33" fmla="*/ 6444343 w 6585857"/>
                <a:gd name="csY33" fmla="*/ 2699657 h 4191000"/>
                <a:gd name="csX34" fmla="*/ 6542314 w 6585857"/>
                <a:gd name="csY34" fmla="*/ 2416628 h 4191000"/>
                <a:gd name="csX35" fmla="*/ 6574971 w 6585857"/>
                <a:gd name="csY35" fmla="*/ 2275114 h 4191000"/>
                <a:gd name="csX36" fmla="*/ 6585857 w 6585857"/>
                <a:gd name="csY36" fmla="*/ 2133600 h 4191000"/>
                <a:gd name="csX37" fmla="*/ 6564086 w 6585857"/>
                <a:gd name="csY37" fmla="*/ 250371 h 4191000"/>
                <a:gd name="csX0" fmla="*/ 0 w 6618515"/>
                <a:gd name="csY0" fmla="*/ 0 h 4191000"/>
                <a:gd name="csX1" fmla="*/ 32658 w 6618515"/>
                <a:gd name="csY1" fmla="*/ 1948543 h 4191000"/>
                <a:gd name="csX2" fmla="*/ 206829 w 6618515"/>
                <a:gd name="csY2" fmla="*/ 2547257 h 4191000"/>
                <a:gd name="csX3" fmla="*/ 337458 w 6618515"/>
                <a:gd name="csY3" fmla="*/ 3102428 h 4191000"/>
                <a:gd name="csX4" fmla="*/ 522515 w 6618515"/>
                <a:gd name="csY4" fmla="*/ 3396343 h 4191000"/>
                <a:gd name="csX5" fmla="*/ 762001 w 6618515"/>
                <a:gd name="csY5" fmla="*/ 3537857 h 4191000"/>
                <a:gd name="csX6" fmla="*/ 979715 w 6618515"/>
                <a:gd name="csY6" fmla="*/ 3614057 h 4191000"/>
                <a:gd name="csX7" fmla="*/ 1143001 w 6618515"/>
                <a:gd name="csY7" fmla="*/ 3777343 h 4191000"/>
                <a:gd name="csX8" fmla="*/ 1328058 w 6618515"/>
                <a:gd name="csY8" fmla="*/ 3984171 h 4191000"/>
                <a:gd name="csX9" fmla="*/ 1480458 w 6618515"/>
                <a:gd name="csY9" fmla="*/ 4016828 h 4191000"/>
                <a:gd name="csX10" fmla="*/ 1687286 w 6618515"/>
                <a:gd name="csY10" fmla="*/ 3995057 h 4191000"/>
                <a:gd name="csX11" fmla="*/ 1959429 w 6618515"/>
                <a:gd name="csY11" fmla="*/ 3962400 h 4191000"/>
                <a:gd name="csX12" fmla="*/ 2242458 w 6618515"/>
                <a:gd name="csY12" fmla="*/ 3864428 h 4191000"/>
                <a:gd name="csX13" fmla="*/ 2645229 w 6618515"/>
                <a:gd name="csY13" fmla="*/ 3853543 h 4191000"/>
                <a:gd name="csX14" fmla="*/ 2982686 w 6618515"/>
                <a:gd name="csY14" fmla="*/ 3799114 h 4191000"/>
                <a:gd name="csX15" fmla="*/ 3222172 w 6618515"/>
                <a:gd name="csY15" fmla="*/ 3733800 h 4191000"/>
                <a:gd name="csX16" fmla="*/ 3559629 w 6618515"/>
                <a:gd name="csY16" fmla="*/ 3722914 h 4191000"/>
                <a:gd name="csX17" fmla="*/ 4038601 w 6618515"/>
                <a:gd name="csY17" fmla="*/ 3820886 h 4191000"/>
                <a:gd name="csX18" fmla="*/ 4365172 w 6618515"/>
                <a:gd name="csY18" fmla="*/ 3951514 h 4191000"/>
                <a:gd name="csX19" fmla="*/ 4539344 w 6618515"/>
                <a:gd name="csY19" fmla="*/ 4093028 h 4191000"/>
                <a:gd name="csX20" fmla="*/ 4713515 w 6618515"/>
                <a:gd name="csY20" fmla="*/ 4180114 h 4191000"/>
                <a:gd name="csX21" fmla="*/ 4833258 w 6618515"/>
                <a:gd name="csY21" fmla="*/ 4191000 h 4191000"/>
                <a:gd name="csX22" fmla="*/ 4942115 w 6618515"/>
                <a:gd name="csY22" fmla="*/ 4114800 h 4191000"/>
                <a:gd name="csX23" fmla="*/ 5029201 w 6618515"/>
                <a:gd name="csY23" fmla="*/ 4038600 h 4191000"/>
                <a:gd name="csX24" fmla="*/ 5192486 w 6618515"/>
                <a:gd name="csY24" fmla="*/ 4038600 h 4191000"/>
                <a:gd name="csX25" fmla="*/ 5344886 w 6618515"/>
                <a:gd name="csY25" fmla="*/ 4016828 h 4191000"/>
                <a:gd name="csX26" fmla="*/ 5475515 w 6618515"/>
                <a:gd name="csY26" fmla="*/ 3918857 h 4191000"/>
                <a:gd name="csX27" fmla="*/ 5649686 w 6618515"/>
                <a:gd name="csY27" fmla="*/ 3755571 h 4191000"/>
                <a:gd name="csX28" fmla="*/ 5812972 w 6618515"/>
                <a:gd name="csY28" fmla="*/ 3635828 h 4191000"/>
                <a:gd name="csX29" fmla="*/ 5976258 w 6618515"/>
                <a:gd name="csY29" fmla="*/ 3363686 h 4191000"/>
                <a:gd name="csX30" fmla="*/ 6106886 w 6618515"/>
                <a:gd name="csY30" fmla="*/ 3189514 h 4191000"/>
                <a:gd name="csX31" fmla="*/ 6259286 w 6618515"/>
                <a:gd name="csY31" fmla="*/ 3048000 h 4191000"/>
                <a:gd name="csX32" fmla="*/ 6422572 w 6618515"/>
                <a:gd name="csY32" fmla="*/ 2830286 h 4191000"/>
                <a:gd name="csX33" fmla="*/ 6477001 w 6618515"/>
                <a:gd name="csY33" fmla="*/ 2699657 h 4191000"/>
                <a:gd name="csX34" fmla="*/ 6574972 w 6618515"/>
                <a:gd name="csY34" fmla="*/ 2416628 h 4191000"/>
                <a:gd name="csX35" fmla="*/ 6607629 w 6618515"/>
                <a:gd name="csY35" fmla="*/ 2275114 h 4191000"/>
                <a:gd name="csX36" fmla="*/ 6618515 w 6618515"/>
                <a:gd name="csY36" fmla="*/ 2133600 h 4191000"/>
                <a:gd name="csX37" fmla="*/ 6596744 w 6618515"/>
                <a:gd name="csY37" fmla="*/ 250371 h 4191000"/>
                <a:gd name="csX0" fmla="*/ 0 w 6607630"/>
                <a:gd name="csY0" fmla="*/ 576944 h 3940629"/>
                <a:gd name="csX1" fmla="*/ 21773 w 6607630"/>
                <a:gd name="csY1" fmla="*/ 1698172 h 3940629"/>
                <a:gd name="csX2" fmla="*/ 195944 w 6607630"/>
                <a:gd name="csY2" fmla="*/ 2296886 h 3940629"/>
                <a:gd name="csX3" fmla="*/ 326573 w 6607630"/>
                <a:gd name="csY3" fmla="*/ 2852057 h 3940629"/>
                <a:gd name="csX4" fmla="*/ 511630 w 6607630"/>
                <a:gd name="csY4" fmla="*/ 3145972 h 3940629"/>
                <a:gd name="csX5" fmla="*/ 751116 w 6607630"/>
                <a:gd name="csY5" fmla="*/ 3287486 h 3940629"/>
                <a:gd name="csX6" fmla="*/ 968830 w 6607630"/>
                <a:gd name="csY6" fmla="*/ 3363686 h 3940629"/>
                <a:gd name="csX7" fmla="*/ 1132116 w 6607630"/>
                <a:gd name="csY7" fmla="*/ 3526972 h 3940629"/>
                <a:gd name="csX8" fmla="*/ 1317173 w 6607630"/>
                <a:gd name="csY8" fmla="*/ 3733800 h 3940629"/>
                <a:gd name="csX9" fmla="*/ 1469573 w 6607630"/>
                <a:gd name="csY9" fmla="*/ 3766457 h 3940629"/>
                <a:gd name="csX10" fmla="*/ 1676401 w 6607630"/>
                <a:gd name="csY10" fmla="*/ 3744686 h 3940629"/>
                <a:gd name="csX11" fmla="*/ 1948544 w 6607630"/>
                <a:gd name="csY11" fmla="*/ 3712029 h 3940629"/>
                <a:gd name="csX12" fmla="*/ 2231573 w 6607630"/>
                <a:gd name="csY12" fmla="*/ 3614057 h 3940629"/>
                <a:gd name="csX13" fmla="*/ 2634344 w 6607630"/>
                <a:gd name="csY13" fmla="*/ 3603172 h 3940629"/>
                <a:gd name="csX14" fmla="*/ 2971801 w 6607630"/>
                <a:gd name="csY14" fmla="*/ 3548743 h 3940629"/>
                <a:gd name="csX15" fmla="*/ 3211287 w 6607630"/>
                <a:gd name="csY15" fmla="*/ 3483429 h 3940629"/>
                <a:gd name="csX16" fmla="*/ 3548744 w 6607630"/>
                <a:gd name="csY16" fmla="*/ 3472543 h 3940629"/>
                <a:gd name="csX17" fmla="*/ 4027716 w 6607630"/>
                <a:gd name="csY17" fmla="*/ 3570515 h 3940629"/>
                <a:gd name="csX18" fmla="*/ 4354287 w 6607630"/>
                <a:gd name="csY18" fmla="*/ 3701143 h 3940629"/>
                <a:gd name="csX19" fmla="*/ 4528459 w 6607630"/>
                <a:gd name="csY19" fmla="*/ 3842657 h 3940629"/>
                <a:gd name="csX20" fmla="*/ 4702630 w 6607630"/>
                <a:gd name="csY20" fmla="*/ 3929743 h 3940629"/>
                <a:gd name="csX21" fmla="*/ 4822373 w 6607630"/>
                <a:gd name="csY21" fmla="*/ 3940629 h 3940629"/>
                <a:gd name="csX22" fmla="*/ 4931230 w 6607630"/>
                <a:gd name="csY22" fmla="*/ 3864429 h 3940629"/>
                <a:gd name="csX23" fmla="*/ 5018316 w 6607630"/>
                <a:gd name="csY23" fmla="*/ 3788229 h 3940629"/>
                <a:gd name="csX24" fmla="*/ 5181601 w 6607630"/>
                <a:gd name="csY24" fmla="*/ 3788229 h 3940629"/>
                <a:gd name="csX25" fmla="*/ 5334001 w 6607630"/>
                <a:gd name="csY25" fmla="*/ 3766457 h 3940629"/>
                <a:gd name="csX26" fmla="*/ 5464630 w 6607630"/>
                <a:gd name="csY26" fmla="*/ 3668486 h 3940629"/>
                <a:gd name="csX27" fmla="*/ 5638801 w 6607630"/>
                <a:gd name="csY27" fmla="*/ 3505200 h 3940629"/>
                <a:gd name="csX28" fmla="*/ 5802087 w 6607630"/>
                <a:gd name="csY28" fmla="*/ 3385457 h 3940629"/>
                <a:gd name="csX29" fmla="*/ 5965373 w 6607630"/>
                <a:gd name="csY29" fmla="*/ 3113315 h 3940629"/>
                <a:gd name="csX30" fmla="*/ 6096001 w 6607630"/>
                <a:gd name="csY30" fmla="*/ 2939143 h 3940629"/>
                <a:gd name="csX31" fmla="*/ 6248401 w 6607630"/>
                <a:gd name="csY31" fmla="*/ 2797629 h 3940629"/>
                <a:gd name="csX32" fmla="*/ 6411687 w 6607630"/>
                <a:gd name="csY32" fmla="*/ 2579915 h 3940629"/>
                <a:gd name="csX33" fmla="*/ 6466116 w 6607630"/>
                <a:gd name="csY33" fmla="*/ 2449286 h 3940629"/>
                <a:gd name="csX34" fmla="*/ 6564087 w 6607630"/>
                <a:gd name="csY34" fmla="*/ 2166257 h 3940629"/>
                <a:gd name="csX35" fmla="*/ 6596744 w 6607630"/>
                <a:gd name="csY35" fmla="*/ 2024743 h 3940629"/>
                <a:gd name="csX36" fmla="*/ 6607630 w 6607630"/>
                <a:gd name="csY36" fmla="*/ 1883229 h 3940629"/>
                <a:gd name="csX37" fmla="*/ 6585859 w 6607630"/>
                <a:gd name="csY37" fmla="*/ 0 h 3940629"/>
                <a:gd name="csX0" fmla="*/ 0 w 6607630"/>
                <a:gd name="csY0" fmla="*/ 0 h 3363685"/>
                <a:gd name="csX1" fmla="*/ 21773 w 6607630"/>
                <a:gd name="csY1" fmla="*/ 1121228 h 3363685"/>
                <a:gd name="csX2" fmla="*/ 195944 w 6607630"/>
                <a:gd name="csY2" fmla="*/ 1719942 h 3363685"/>
                <a:gd name="csX3" fmla="*/ 326573 w 6607630"/>
                <a:gd name="csY3" fmla="*/ 2275113 h 3363685"/>
                <a:gd name="csX4" fmla="*/ 511630 w 6607630"/>
                <a:gd name="csY4" fmla="*/ 2569028 h 3363685"/>
                <a:gd name="csX5" fmla="*/ 751116 w 6607630"/>
                <a:gd name="csY5" fmla="*/ 2710542 h 3363685"/>
                <a:gd name="csX6" fmla="*/ 968830 w 6607630"/>
                <a:gd name="csY6" fmla="*/ 2786742 h 3363685"/>
                <a:gd name="csX7" fmla="*/ 1132116 w 6607630"/>
                <a:gd name="csY7" fmla="*/ 2950028 h 3363685"/>
                <a:gd name="csX8" fmla="*/ 1317173 w 6607630"/>
                <a:gd name="csY8" fmla="*/ 3156856 h 3363685"/>
                <a:gd name="csX9" fmla="*/ 1469573 w 6607630"/>
                <a:gd name="csY9" fmla="*/ 3189513 h 3363685"/>
                <a:gd name="csX10" fmla="*/ 1676401 w 6607630"/>
                <a:gd name="csY10" fmla="*/ 3167742 h 3363685"/>
                <a:gd name="csX11" fmla="*/ 1948544 w 6607630"/>
                <a:gd name="csY11" fmla="*/ 3135085 h 3363685"/>
                <a:gd name="csX12" fmla="*/ 2231573 w 6607630"/>
                <a:gd name="csY12" fmla="*/ 3037113 h 3363685"/>
                <a:gd name="csX13" fmla="*/ 2634344 w 6607630"/>
                <a:gd name="csY13" fmla="*/ 3026228 h 3363685"/>
                <a:gd name="csX14" fmla="*/ 2971801 w 6607630"/>
                <a:gd name="csY14" fmla="*/ 2971799 h 3363685"/>
                <a:gd name="csX15" fmla="*/ 3211287 w 6607630"/>
                <a:gd name="csY15" fmla="*/ 2906485 h 3363685"/>
                <a:gd name="csX16" fmla="*/ 3548744 w 6607630"/>
                <a:gd name="csY16" fmla="*/ 2895599 h 3363685"/>
                <a:gd name="csX17" fmla="*/ 4027716 w 6607630"/>
                <a:gd name="csY17" fmla="*/ 2993571 h 3363685"/>
                <a:gd name="csX18" fmla="*/ 4354287 w 6607630"/>
                <a:gd name="csY18" fmla="*/ 3124199 h 3363685"/>
                <a:gd name="csX19" fmla="*/ 4528459 w 6607630"/>
                <a:gd name="csY19" fmla="*/ 3265713 h 3363685"/>
                <a:gd name="csX20" fmla="*/ 4702630 w 6607630"/>
                <a:gd name="csY20" fmla="*/ 3352799 h 3363685"/>
                <a:gd name="csX21" fmla="*/ 4822373 w 6607630"/>
                <a:gd name="csY21" fmla="*/ 3363685 h 3363685"/>
                <a:gd name="csX22" fmla="*/ 4931230 w 6607630"/>
                <a:gd name="csY22" fmla="*/ 3287485 h 3363685"/>
                <a:gd name="csX23" fmla="*/ 5018316 w 6607630"/>
                <a:gd name="csY23" fmla="*/ 3211285 h 3363685"/>
                <a:gd name="csX24" fmla="*/ 5181601 w 6607630"/>
                <a:gd name="csY24" fmla="*/ 3211285 h 3363685"/>
                <a:gd name="csX25" fmla="*/ 5334001 w 6607630"/>
                <a:gd name="csY25" fmla="*/ 3189513 h 3363685"/>
                <a:gd name="csX26" fmla="*/ 5464630 w 6607630"/>
                <a:gd name="csY26" fmla="*/ 3091542 h 3363685"/>
                <a:gd name="csX27" fmla="*/ 5638801 w 6607630"/>
                <a:gd name="csY27" fmla="*/ 2928256 h 3363685"/>
                <a:gd name="csX28" fmla="*/ 5802087 w 6607630"/>
                <a:gd name="csY28" fmla="*/ 2808513 h 3363685"/>
                <a:gd name="csX29" fmla="*/ 5965373 w 6607630"/>
                <a:gd name="csY29" fmla="*/ 2536371 h 3363685"/>
                <a:gd name="csX30" fmla="*/ 6096001 w 6607630"/>
                <a:gd name="csY30" fmla="*/ 2362199 h 3363685"/>
                <a:gd name="csX31" fmla="*/ 6248401 w 6607630"/>
                <a:gd name="csY31" fmla="*/ 2220685 h 3363685"/>
                <a:gd name="csX32" fmla="*/ 6411687 w 6607630"/>
                <a:gd name="csY32" fmla="*/ 2002971 h 3363685"/>
                <a:gd name="csX33" fmla="*/ 6466116 w 6607630"/>
                <a:gd name="csY33" fmla="*/ 1872342 h 3363685"/>
                <a:gd name="csX34" fmla="*/ 6564087 w 6607630"/>
                <a:gd name="csY34" fmla="*/ 1589313 h 3363685"/>
                <a:gd name="csX35" fmla="*/ 6596744 w 6607630"/>
                <a:gd name="csY35" fmla="*/ 1447799 h 3363685"/>
                <a:gd name="csX36" fmla="*/ 6607630 w 6607630"/>
                <a:gd name="csY36" fmla="*/ 1306285 h 3363685"/>
                <a:gd name="csX37" fmla="*/ 6585859 w 6607630"/>
                <a:gd name="csY37" fmla="*/ 21770 h 3363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607630" h="3363685">
                  <a:moveTo>
                    <a:pt x="0" y="0"/>
                  </a:moveTo>
                  <a:lnTo>
                    <a:pt x="21773" y="1121228"/>
                  </a:lnTo>
                  <a:lnTo>
                    <a:pt x="195944" y="1719942"/>
                  </a:lnTo>
                  <a:lnTo>
                    <a:pt x="326573" y="2275113"/>
                  </a:lnTo>
                  <a:lnTo>
                    <a:pt x="511630" y="2569028"/>
                  </a:lnTo>
                  <a:lnTo>
                    <a:pt x="751116" y="2710542"/>
                  </a:lnTo>
                  <a:lnTo>
                    <a:pt x="968830" y="2786742"/>
                  </a:lnTo>
                  <a:lnTo>
                    <a:pt x="1132116" y="2950028"/>
                  </a:lnTo>
                  <a:lnTo>
                    <a:pt x="1317173" y="3156856"/>
                  </a:lnTo>
                  <a:lnTo>
                    <a:pt x="1469573" y="3189513"/>
                  </a:lnTo>
                  <a:lnTo>
                    <a:pt x="1676401" y="3167742"/>
                  </a:lnTo>
                  <a:lnTo>
                    <a:pt x="1948544" y="3135085"/>
                  </a:lnTo>
                  <a:lnTo>
                    <a:pt x="2231573" y="3037113"/>
                  </a:lnTo>
                  <a:lnTo>
                    <a:pt x="2634344" y="3026228"/>
                  </a:lnTo>
                  <a:lnTo>
                    <a:pt x="2971801" y="2971799"/>
                  </a:lnTo>
                  <a:lnTo>
                    <a:pt x="3211287" y="2906485"/>
                  </a:lnTo>
                  <a:lnTo>
                    <a:pt x="3548744" y="2895599"/>
                  </a:lnTo>
                  <a:lnTo>
                    <a:pt x="4027716" y="2993571"/>
                  </a:lnTo>
                  <a:lnTo>
                    <a:pt x="4354287" y="3124199"/>
                  </a:lnTo>
                  <a:lnTo>
                    <a:pt x="4528459" y="3265713"/>
                  </a:lnTo>
                  <a:lnTo>
                    <a:pt x="4702630" y="3352799"/>
                  </a:lnTo>
                  <a:lnTo>
                    <a:pt x="4822373" y="3363685"/>
                  </a:lnTo>
                  <a:lnTo>
                    <a:pt x="4931230" y="3287485"/>
                  </a:lnTo>
                  <a:lnTo>
                    <a:pt x="5018316" y="3211285"/>
                  </a:lnTo>
                  <a:lnTo>
                    <a:pt x="5181601" y="3211285"/>
                  </a:lnTo>
                  <a:lnTo>
                    <a:pt x="5334001" y="3189513"/>
                  </a:lnTo>
                  <a:lnTo>
                    <a:pt x="5464630" y="3091542"/>
                  </a:lnTo>
                  <a:lnTo>
                    <a:pt x="5638801" y="2928256"/>
                  </a:lnTo>
                  <a:lnTo>
                    <a:pt x="5802087" y="2808513"/>
                  </a:lnTo>
                  <a:lnTo>
                    <a:pt x="5965373" y="2536371"/>
                  </a:lnTo>
                  <a:lnTo>
                    <a:pt x="6096001" y="2362199"/>
                  </a:lnTo>
                  <a:lnTo>
                    <a:pt x="6248401" y="2220685"/>
                  </a:lnTo>
                  <a:lnTo>
                    <a:pt x="6411687" y="2002971"/>
                  </a:lnTo>
                  <a:lnTo>
                    <a:pt x="6466116" y="1872342"/>
                  </a:lnTo>
                  <a:lnTo>
                    <a:pt x="6564087" y="1589313"/>
                  </a:lnTo>
                  <a:lnTo>
                    <a:pt x="6596744" y="1447799"/>
                  </a:lnTo>
                  <a:lnTo>
                    <a:pt x="6607630" y="1306285"/>
                  </a:lnTo>
                  <a:lnTo>
                    <a:pt x="6585859" y="21770"/>
                  </a:lnTo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623D554-CFD4-BBA6-D752-F28EB0D619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7967" y="289276"/>
              <a:ext cx="3212455" cy="15647"/>
            </a:xfrm>
            <a:prstGeom prst="lin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896B325-6954-C18D-1A22-4BDA68F1C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7114" y="487641"/>
              <a:ext cx="3191706" cy="15546"/>
            </a:xfrm>
            <a:prstGeom prst="lin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4B1310A-4D8A-2D95-C084-9FAC76E1C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6687" y="1765329"/>
              <a:ext cx="3191706" cy="15546"/>
            </a:xfrm>
            <a:prstGeom prst="lin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03194A-6233-02F7-E1EC-F75EAD2D8EE5}"/>
                </a:ext>
              </a:extLst>
            </p:cNvPr>
            <p:cNvCxnSpPr>
              <a:cxnSpLocks/>
            </p:cNvCxnSpPr>
            <p:nvPr/>
          </p:nvCxnSpPr>
          <p:spPr>
            <a:xfrm>
              <a:off x="3447114" y="3245821"/>
              <a:ext cx="3247600" cy="0"/>
            </a:xfrm>
            <a:prstGeom prst="lin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0CFFDFE-2F02-8748-929C-AC1E10DB6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6260" y="3472811"/>
              <a:ext cx="3191706" cy="15546"/>
            </a:xfrm>
            <a:prstGeom prst="lin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B421E2-F258-850F-94F5-BF62CDD4A5B4}"/>
                </a:ext>
              </a:extLst>
            </p:cNvPr>
            <p:cNvSpPr txBox="1"/>
            <p:nvPr/>
          </p:nvSpPr>
          <p:spPr>
            <a:xfrm>
              <a:off x="4817971" y="13132"/>
              <a:ext cx="548311" cy="3343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NAP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7A5A82-EC98-AECB-633B-1695516AEDDF}"/>
                </a:ext>
              </a:extLst>
            </p:cNvPr>
            <p:cNvSpPr txBox="1"/>
            <p:nvPr/>
          </p:nvSpPr>
          <p:spPr>
            <a:xfrm>
              <a:off x="5585554" y="251945"/>
              <a:ext cx="511302" cy="3343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-0.4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889037-14DE-7FB5-8168-42F57A3CFF63}"/>
                </a:ext>
              </a:extLst>
            </p:cNvPr>
            <p:cNvSpPr txBox="1"/>
            <p:nvPr/>
          </p:nvSpPr>
          <p:spPr>
            <a:xfrm>
              <a:off x="5585553" y="1515449"/>
              <a:ext cx="511302" cy="334353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-3.0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9EACEE-F894-7E82-ED31-A8FD39AA62F6}"/>
                </a:ext>
              </a:extLst>
            </p:cNvPr>
            <p:cNvSpPr txBox="1"/>
            <p:nvPr/>
          </p:nvSpPr>
          <p:spPr>
            <a:xfrm>
              <a:off x="5557724" y="3004043"/>
              <a:ext cx="511302" cy="334353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-6.0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5EC3C07-4BDD-B661-4F28-E22129C79C98}"/>
                </a:ext>
              </a:extLst>
            </p:cNvPr>
            <p:cNvCxnSpPr>
              <a:cxnSpLocks/>
            </p:cNvCxnSpPr>
            <p:nvPr/>
          </p:nvCxnSpPr>
          <p:spPr>
            <a:xfrm>
              <a:off x="3418114" y="3728704"/>
              <a:ext cx="3247600" cy="0"/>
            </a:xfrm>
            <a:prstGeom prst="lin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B6B226-A78B-6CAD-A999-5B71A196D3FE}"/>
                </a:ext>
              </a:extLst>
            </p:cNvPr>
            <p:cNvSpPr txBox="1"/>
            <p:nvPr/>
          </p:nvSpPr>
          <p:spPr>
            <a:xfrm>
              <a:off x="6147371" y="3486928"/>
              <a:ext cx="511302" cy="334353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-7.0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82853D-745A-21C8-3C45-F113471861ED}"/>
                </a:ext>
              </a:extLst>
            </p:cNvPr>
            <p:cNvCxnSpPr>
              <a:cxnSpLocks/>
            </p:cNvCxnSpPr>
            <p:nvPr/>
          </p:nvCxnSpPr>
          <p:spPr>
            <a:xfrm>
              <a:off x="3448951" y="74954"/>
              <a:ext cx="0" cy="4877137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4355C16-D4E3-1013-8F86-87E9D2196020}"/>
                </a:ext>
              </a:extLst>
            </p:cNvPr>
            <p:cNvCxnSpPr>
              <a:cxnSpLocks/>
            </p:cNvCxnSpPr>
            <p:nvPr/>
          </p:nvCxnSpPr>
          <p:spPr>
            <a:xfrm>
              <a:off x="6685886" y="74954"/>
              <a:ext cx="0" cy="4877137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847F0A-8101-A861-7145-2399BBA6BD4C}"/>
                </a:ext>
              </a:extLst>
            </p:cNvPr>
            <p:cNvSpPr txBox="1"/>
            <p:nvPr/>
          </p:nvSpPr>
          <p:spPr>
            <a:xfrm>
              <a:off x="3445348" y="4912561"/>
              <a:ext cx="511302" cy="3343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-9.4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4ACE89-6F84-3217-DCB4-0832939E6542}"/>
                </a:ext>
              </a:extLst>
            </p:cNvPr>
            <p:cNvSpPr txBox="1"/>
            <p:nvPr/>
          </p:nvSpPr>
          <p:spPr>
            <a:xfrm>
              <a:off x="6882793" y="21771"/>
              <a:ext cx="551158" cy="3343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+0.6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A05049-98F8-5CE9-EFCA-4AAF45010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140" y="65812"/>
              <a:ext cx="441180" cy="2149"/>
            </a:xfrm>
            <a:prstGeom prst="lin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6DF1E1-68C1-B5D1-C69E-69BE767C233E}"/>
                </a:ext>
              </a:extLst>
            </p:cNvPr>
            <p:cNvCxnSpPr>
              <a:cxnSpLocks/>
            </p:cNvCxnSpPr>
            <p:nvPr/>
          </p:nvCxnSpPr>
          <p:spPr>
            <a:xfrm>
              <a:off x="3454285" y="1774235"/>
              <a:ext cx="3236934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780FED3-EB53-B062-C132-17C2235768B1}"/>
                </a:ext>
              </a:extLst>
            </p:cNvPr>
            <p:cNvCxnSpPr>
              <a:cxnSpLocks/>
            </p:cNvCxnSpPr>
            <p:nvPr/>
          </p:nvCxnSpPr>
          <p:spPr>
            <a:xfrm>
              <a:off x="3454284" y="3249348"/>
              <a:ext cx="3236934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608D6AD-A67E-2981-9470-99B8D04BF5C9}"/>
                </a:ext>
              </a:extLst>
            </p:cNvPr>
            <p:cNvCxnSpPr>
              <a:cxnSpLocks/>
            </p:cNvCxnSpPr>
            <p:nvPr/>
          </p:nvCxnSpPr>
          <p:spPr>
            <a:xfrm>
              <a:off x="3443619" y="310652"/>
              <a:ext cx="3236934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14B3471-4BF0-CE0B-024E-7D56C02391B9}"/>
                </a:ext>
              </a:extLst>
            </p:cNvPr>
            <p:cNvSpPr txBox="1"/>
            <p:nvPr/>
          </p:nvSpPr>
          <p:spPr>
            <a:xfrm>
              <a:off x="457200" y="217714"/>
              <a:ext cx="2067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Raai</a:t>
              </a:r>
              <a:r>
                <a:rPr lang="en-US" dirty="0"/>
                <a:t> 11,  Y=469340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7153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C5BB5-3FF1-9AB7-908F-DCD358EC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DFDB97-558A-4439-C414-EAFCF07E6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78129"/>
            <a:ext cx="7772400" cy="2701741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D073151A-E98C-6C37-7C4F-60A75B45E901}"/>
              </a:ext>
            </a:extLst>
          </p:cNvPr>
          <p:cNvGrpSpPr/>
          <p:nvPr/>
        </p:nvGrpSpPr>
        <p:grpSpPr>
          <a:xfrm>
            <a:off x="653143" y="1001865"/>
            <a:ext cx="7805057" cy="3237277"/>
            <a:chOff x="653143" y="1923429"/>
            <a:chExt cx="7805057" cy="232180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8F5659F-8D92-431D-0F82-58DB4975A31F}"/>
                </a:ext>
              </a:extLst>
            </p:cNvPr>
            <p:cNvCxnSpPr>
              <a:cxnSpLocks/>
            </p:cNvCxnSpPr>
            <p:nvPr/>
          </p:nvCxnSpPr>
          <p:spPr>
            <a:xfrm>
              <a:off x="653143" y="1923429"/>
              <a:ext cx="7805057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717E7A-77BA-2F70-7862-780E50701D84}"/>
                </a:ext>
              </a:extLst>
            </p:cNvPr>
            <p:cNvCxnSpPr>
              <a:cxnSpLocks/>
            </p:cNvCxnSpPr>
            <p:nvPr/>
          </p:nvCxnSpPr>
          <p:spPr>
            <a:xfrm>
              <a:off x="653143" y="2918487"/>
              <a:ext cx="7805057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F2F5D7-61A4-5520-E71C-56B3031CEF05}"/>
                </a:ext>
              </a:extLst>
            </p:cNvPr>
            <p:cNvCxnSpPr>
              <a:cxnSpLocks/>
            </p:cNvCxnSpPr>
            <p:nvPr/>
          </p:nvCxnSpPr>
          <p:spPr>
            <a:xfrm>
              <a:off x="653143" y="3250173"/>
              <a:ext cx="7805057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95423E-58B0-0591-B3B5-F6F16E24521D}"/>
                </a:ext>
              </a:extLst>
            </p:cNvPr>
            <p:cNvCxnSpPr>
              <a:cxnSpLocks/>
            </p:cNvCxnSpPr>
            <p:nvPr/>
          </p:nvCxnSpPr>
          <p:spPr>
            <a:xfrm>
              <a:off x="653143" y="3581859"/>
              <a:ext cx="7805057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B9C972C-F5BA-C222-21AD-80190A5D9D3D}"/>
                </a:ext>
              </a:extLst>
            </p:cNvPr>
            <p:cNvCxnSpPr>
              <a:cxnSpLocks/>
            </p:cNvCxnSpPr>
            <p:nvPr/>
          </p:nvCxnSpPr>
          <p:spPr>
            <a:xfrm>
              <a:off x="653143" y="3913545"/>
              <a:ext cx="7805057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782CC33-6E41-29CC-4133-EC49B80C8BAE}"/>
                </a:ext>
              </a:extLst>
            </p:cNvPr>
            <p:cNvCxnSpPr>
              <a:cxnSpLocks/>
            </p:cNvCxnSpPr>
            <p:nvPr/>
          </p:nvCxnSpPr>
          <p:spPr>
            <a:xfrm>
              <a:off x="653143" y="4245232"/>
              <a:ext cx="7805057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B6D5756-9BE6-C0DA-2B22-DCDC8EBE8950}"/>
                </a:ext>
              </a:extLst>
            </p:cNvPr>
            <p:cNvCxnSpPr>
              <a:cxnSpLocks/>
            </p:cNvCxnSpPr>
            <p:nvPr/>
          </p:nvCxnSpPr>
          <p:spPr>
            <a:xfrm>
              <a:off x="653143" y="2255115"/>
              <a:ext cx="7805057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A599380-ED48-91A7-AF62-0B0C7BA96423}"/>
                </a:ext>
              </a:extLst>
            </p:cNvPr>
            <p:cNvCxnSpPr>
              <a:cxnSpLocks/>
            </p:cNvCxnSpPr>
            <p:nvPr/>
          </p:nvCxnSpPr>
          <p:spPr>
            <a:xfrm>
              <a:off x="653143" y="2586801"/>
              <a:ext cx="7805057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A4F97A0-4BCF-22BB-F923-A13DD0E45F73}"/>
              </a:ext>
            </a:extLst>
          </p:cNvPr>
          <p:cNvCxnSpPr>
            <a:cxnSpLocks/>
          </p:cNvCxnSpPr>
          <p:nvPr/>
        </p:nvCxnSpPr>
        <p:spPr>
          <a:xfrm>
            <a:off x="674913" y="1176037"/>
            <a:ext cx="7805057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81F0D36-AC3F-8F4B-4FF0-CB278B4625A4}"/>
              </a:ext>
            </a:extLst>
          </p:cNvPr>
          <p:cNvCxnSpPr>
            <a:cxnSpLocks/>
          </p:cNvCxnSpPr>
          <p:nvPr/>
        </p:nvCxnSpPr>
        <p:spPr>
          <a:xfrm>
            <a:off x="674914" y="784151"/>
            <a:ext cx="7805057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550E45-3FCE-CD00-5FCC-B9A310C1B018}"/>
              </a:ext>
            </a:extLst>
          </p:cNvPr>
          <p:cNvGrpSpPr/>
          <p:nvPr/>
        </p:nvGrpSpPr>
        <p:grpSpPr>
          <a:xfrm>
            <a:off x="1371598" y="784151"/>
            <a:ext cx="6629402" cy="4606877"/>
            <a:chOff x="1371598" y="784151"/>
            <a:chExt cx="6629402" cy="4606877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BAB286B-2115-0547-991A-850B7842BFD3}"/>
                </a:ext>
              </a:extLst>
            </p:cNvPr>
            <p:cNvGrpSpPr/>
            <p:nvPr/>
          </p:nvGrpSpPr>
          <p:grpSpPr>
            <a:xfrm>
              <a:off x="1382483" y="784151"/>
              <a:ext cx="6618517" cy="4606877"/>
              <a:chOff x="1382483" y="784151"/>
              <a:chExt cx="6618517" cy="4606877"/>
            </a:xfrm>
          </p:grpSpPr>
          <p:sp>
            <p:nvSpPr>
              <p:cNvPr id="3" name="Freeform 2">
                <a:extLst>
                  <a:ext uri="{FF2B5EF4-FFF2-40B4-BE49-F238E27FC236}">
                    <a16:creationId xmlns:a16="http://schemas.microsoft.com/office/drawing/2014/main" id="{4D65D5E4-36DD-D0FE-C344-3CFAA5E27045}"/>
                  </a:ext>
                </a:extLst>
              </p:cNvPr>
              <p:cNvSpPr/>
              <p:nvPr/>
            </p:nvSpPr>
            <p:spPr>
              <a:xfrm>
                <a:off x="1393370" y="1175658"/>
                <a:ext cx="6607630" cy="3363685"/>
              </a:xfrm>
              <a:custGeom>
                <a:avLst/>
                <a:gdLst>
                  <a:gd name="csX0" fmla="*/ 0 w 6553200"/>
                  <a:gd name="csY0" fmla="*/ 1665515 h 3940629"/>
                  <a:gd name="csX1" fmla="*/ 141514 w 6553200"/>
                  <a:gd name="csY1" fmla="*/ 2296886 h 3940629"/>
                  <a:gd name="csX2" fmla="*/ 272143 w 6553200"/>
                  <a:gd name="csY2" fmla="*/ 2852057 h 3940629"/>
                  <a:gd name="csX3" fmla="*/ 457200 w 6553200"/>
                  <a:gd name="csY3" fmla="*/ 3145972 h 3940629"/>
                  <a:gd name="csX4" fmla="*/ 696686 w 6553200"/>
                  <a:gd name="csY4" fmla="*/ 3287486 h 3940629"/>
                  <a:gd name="csX5" fmla="*/ 914400 w 6553200"/>
                  <a:gd name="csY5" fmla="*/ 3363686 h 3940629"/>
                  <a:gd name="csX6" fmla="*/ 1077686 w 6553200"/>
                  <a:gd name="csY6" fmla="*/ 3526972 h 3940629"/>
                  <a:gd name="csX7" fmla="*/ 1262743 w 6553200"/>
                  <a:gd name="csY7" fmla="*/ 3733800 h 3940629"/>
                  <a:gd name="csX8" fmla="*/ 1415143 w 6553200"/>
                  <a:gd name="csY8" fmla="*/ 3766457 h 3940629"/>
                  <a:gd name="csX9" fmla="*/ 1621971 w 6553200"/>
                  <a:gd name="csY9" fmla="*/ 3744686 h 3940629"/>
                  <a:gd name="csX10" fmla="*/ 1894114 w 6553200"/>
                  <a:gd name="csY10" fmla="*/ 3712029 h 3940629"/>
                  <a:gd name="csX11" fmla="*/ 2177143 w 6553200"/>
                  <a:gd name="csY11" fmla="*/ 3614057 h 3940629"/>
                  <a:gd name="csX12" fmla="*/ 2579914 w 6553200"/>
                  <a:gd name="csY12" fmla="*/ 3603172 h 3940629"/>
                  <a:gd name="csX13" fmla="*/ 2917371 w 6553200"/>
                  <a:gd name="csY13" fmla="*/ 3548743 h 3940629"/>
                  <a:gd name="csX14" fmla="*/ 3156857 w 6553200"/>
                  <a:gd name="csY14" fmla="*/ 3483429 h 3940629"/>
                  <a:gd name="csX15" fmla="*/ 3494314 w 6553200"/>
                  <a:gd name="csY15" fmla="*/ 3472543 h 3940629"/>
                  <a:gd name="csX16" fmla="*/ 3973286 w 6553200"/>
                  <a:gd name="csY16" fmla="*/ 3570515 h 3940629"/>
                  <a:gd name="csX17" fmla="*/ 4299857 w 6553200"/>
                  <a:gd name="csY17" fmla="*/ 3701143 h 3940629"/>
                  <a:gd name="csX18" fmla="*/ 4474029 w 6553200"/>
                  <a:gd name="csY18" fmla="*/ 3842657 h 3940629"/>
                  <a:gd name="csX19" fmla="*/ 4648200 w 6553200"/>
                  <a:gd name="csY19" fmla="*/ 3929743 h 3940629"/>
                  <a:gd name="csX20" fmla="*/ 4767943 w 6553200"/>
                  <a:gd name="csY20" fmla="*/ 3940629 h 3940629"/>
                  <a:gd name="csX21" fmla="*/ 4876800 w 6553200"/>
                  <a:gd name="csY21" fmla="*/ 3864429 h 3940629"/>
                  <a:gd name="csX22" fmla="*/ 4963886 w 6553200"/>
                  <a:gd name="csY22" fmla="*/ 3788229 h 3940629"/>
                  <a:gd name="csX23" fmla="*/ 5127171 w 6553200"/>
                  <a:gd name="csY23" fmla="*/ 3788229 h 3940629"/>
                  <a:gd name="csX24" fmla="*/ 5279571 w 6553200"/>
                  <a:gd name="csY24" fmla="*/ 3766457 h 3940629"/>
                  <a:gd name="csX25" fmla="*/ 5410200 w 6553200"/>
                  <a:gd name="csY25" fmla="*/ 3668486 h 3940629"/>
                  <a:gd name="csX26" fmla="*/ 5584371 w 6553200"/>
                  <a:gd name="csY26" fmla="*/ 3505200 h 3940629"/>
                  <a:gd name="csX27" fmla="*/ 5747657 w 6553200"/>
                  <a:gd name="csY27" fmla="*/ 3385457 h 3940629"/>
                  <a:gd name="csX28" fmla="*/ 5910943 w 6553200"/>
                  <a:gd name="csY28" fmla="*/ 3113315 h 3940629"/>
                  <a:gd name="csX29" fmla="*/ 6041571 w 6553200"/>
                  <a:gd name="csY29" fmla="*/ 2939143 h 3940629"/>
                  <a:gd name="csX30" fmla="*/ 6193971 w 6553200"/>
                  <a:gd name="csY30" fmla="*/ 2797629 h 3940629"/>
                  <a:gd name="csX31" fmla="*/ 6357257 w 6553200"/>
                  <a:gd name="csY31" fmla="*/ 2579915 h 3940629"/>
                  <a:gd name="csX32" fmla="*/ 6411686 w 6553200"/>
                  <a:gd name="csY32" fmla="*/ 2449286 h 3940629"/>
                  <a:gd name="csX33" fmla="*/ 6509657 w 6553200"/>
                  <a:gd name="csY33" fmla="*/ 2166257 h 3940629"/>
                  <a:gd name="csX34" fmla="*/ 6542314 w 6553200"/>
                  <a:gd name="csY34" fmla="*/ 2024743 h 3940629"/>
                  <a:gd name="csX35" fmla="*/ 6553200 w 6553200"/>
                  <a:gd name="csY35" fmla="*/ 1883229 h 3940629"/>
                  <a:gd name="csX36" fmla="*/ 6531429 w 6553200"/>
                  <a:gd name="csY36" fmla="*/ 0 h 3940629"/>
                  <a:gd name="csX0" fmla="*/ 0 w 6553200"/>
                  <a:gd name="csY0" fmla="*/ 0 h 4191000"/>
                  <a:gd name="csX1" fmla="*/ 141514 w 6553200"/>
                  <a:gd name="csY1" fmla="*/ 2547257 h 4191000"/>
                  <a:gd name="csX2" fmla="*/ 272143 w 6553200"/>
                  <a:gd name="csY2" fmla="*/ 3102428 h 4191000"/>
                  <a:gd name="csX3" fmla="*/ 457200 w 6553200"/>
                  <a:gd name="csY3" fmla="*/ 3396343 h 4191000"/>
                  <a:gd name="csX4" fmla="*/ 696686 w 6553200"/>
                  <a:gd name="csY4" fmla="*/ 3537857 h 4191000"/>
                  <a:gd name="csX5" fmla="*/ 914400 w 6553200"/>
                  <a:gd name="csY5" fmla="*/ 3614057 h 4191000"/>
                  <a:gd name="csX6" fmla="*/ 1077686 w 6553200"/>
                  <a:gd name="csY6" fmla="*/ 3777343 h 4191000"/>
                  <a:gd name="csX7" fmla="*/ 1262743 w 6553200"/>
                  <a:gd name="csY7" fmla="*/ 3984171 h 4191000"/>
                  <a:gd name="csX8" fmla="*/ 1415143 w 6553200"/>
                  <a:gd name="csY8" fmla="*/ 4016828 h 4191000"/>
                  <a:gd name="csX9" fmla="*/ 1621971 w 6553200"/>
                  <a:gd name="csY9" fmla="*/ 3995057 h 4191000"/>
                  <a:gd name="csX10" fmla="*/ 1894114 w 6553200"/>
                  <a:gd name="csY10" fmla="*/ 3962400 h 4191000"/>
                  <a:gd name="csX11" fmla="*/ 2177143 w 6553200"/>
                  <a:gd name="csY11" fmla="*/ 3864428 h 4191000"/>
                  <a:gd name="csX12" fmla="*/ 2579914 w 6553200"/>
                  <a:gd name="csY12" fmla="*/ 3853543 h 4191000"/>
                  <a:gd name="csX13" fmla="*/ 2917371 w 6553200"/>
                  <a:gd name="csY13" fmla="*/ 3799114 h 4191000"/>
                  <a:gd name="csX14" fmla="*/ 3156857 w 6553200"/>
                  <a:gd name="csY14" fmla="*/ 3733800 h 4191000"/>
                  <a:gd name="csX15" fmla="*/ 3494314 w 6553200"/>
                  <a:gd name="csY15" fmla="*/ 3722914 h 4191000"/>
                  <a:gd name="csX16" fmla="*/ 3973286 w 6553200"/>
                  <a:gd name="csY16" fmla="*/ 3820886 h 4191000"/>
                  <a:gd name="csX17" fmla="*/ 4299857 w 6553200"/>
                  <a:gd name="csY17" fmla="*/ 3951514 h 4191000"/>
                  <a:gd name="csX18" fmla="*/ 4474029 w 6553200"/>
                  <a:gd name="csY18" fmla="*/ 4093028 h 4191000"/>
                  <a:gd name="csX19" fmla="*/ 4648200 w 6553200"/>
                  <a:gd name="csY19" fmla="*/ 4180114 h 4191000"/>
                  <a:gd name="csX20" fmla="*/ 4767943 w 6553200"/>
                  <a:gd name="csY20" fmla="*/ 4191000 h 4191000"/>
                  <a:gd name="csX21" fmla="*/ 4876800 w 6553200"/>
                  <a:gd name="csY21" fmla="*/ 4114800 h 4191000"/>
                  <a:gd name="csX22" fmla="*/ 4963886 w 6553200"/>
                  <a:gd name="csY22" fmla="*/ 4038600 h 4191000"/>
                  <a:gd name="csX23" fmla="*/ 5127171 w 6553200"/>
                  <a:gd name="csY23" fmla="*/ 4038600 h 4191000"/>
                  <a:gd name="csX24" fmla="*/ 5279571 w 6553200"/>
                  <a:gd name="csY24" fmla="*/ 4016828 h 4191000"/>
                  <a:gd name="csX25" fmla="*/ 5410200 w 6553200"/>
                  <a:gd name="csY25" fmla="*/ 3918857 h 4191000"/>
                  <a:gd name="csX26" fmla="*/ 5584371 w 6553200"/>
                  <a:gd name="csY26" fmla="*/ 3755571 h 4191000"/>
                  <a:gd name="csX27" fmla="*/ 5747657 w 6553200"/>
                  <a:gd name="csY27" fmla="*/ 3635828 h 4191000"/>
                  <a:gd name="csX28" fmla="*/ 5910943 w 6553200"/>
                  <a:gd name="csY28" fmla="*/ 3363686 h 4191000"/>
                  <a:gd name="csX29" fmla="*/ 6041571 w 6553200"/>
                  <a:gd name="csY29" fmla="*/ 3189514 h 4191000"/>
                  <a:gd name="csX30" fmla="*/ 6193971 w 6553200"/>
                  <a:gd name="csY30" fmla="*/ 3048000 h 4191000"/>
                  <a:gd name="csX31" fmla="*/ 6357257 w 6553200"/>
                  <a:gd name="csY31" fmla="*/ 2830286 h 4191000"/>
                  <a:gd name="csX32" fmla="*/ 6411686 w 6553200"/>
                  <a:gd name="csY32" fmla="*/ 2699657 h 4191000"/>
                  <a:gd name="csX33" fmla="*/ 6509657 w 6553200"/>
                  <a:gd name="csY33" fmla="*/ 2416628 h 4191000"/>
                  <a:gd name="csX34" fmla="*/ 6542314 w 6553200"/>
                  <a:gd name="csY34" fmla="*/ 2275114 h 4191000"/>
                  <a:gd name="csX35" fmla="*/ 6553200 w 6553200"/>
                  <a:gd name="csY35" fmla="*/ 2133600 h 4191000"/>
                  <a:gd name="csX36" fmla="*/ 6531429 w 6553200"/>
                  <a:gd name="csY36" fmla="*/ 250371 h 4191000"/>
                  <a:gd name="csX0" fmla="*/ 0 w 6553200"/>
                  <a:gd name="csY0" fmla="*/ 0 h 4191000"/>
                  <a:gd name="csX1" fmla="*/ 76200 w 6553200"/>
                  <a:gd name="csY1" fmla="*/ 1382486 h 4191000"/>
                  <a:gd name="csX2" fmla="*/ 141514 w 6553200"/>
                  <a:gd name="csY2" fmla="*/ 2547257 h 4191000"/>
                  <a:gd name="csX3" fmla="*/ 272143 w 6553200"/>
                  <a:gd name="csY3" fmla="*/ 3102428 h 4191000"/>
                  <a:gd name="csX4" fmla="*/ 457200 w 6553200"/>
                  <a:gd name="csY4" fmla="*/ 3396343 h 4191000"/>
                  <a:gd name="csX5" fmla="*/ 696686 w 6553200"/>
                  <a:gd name="csY5" fmla="*/ 3537857 h 4191000"/>
                  <a:gd name="csX6" fmla="*/ 914400 w 6553200"/>
                  <a:gd name="csY6" fmla="*/ 3614057 h 4191000"/>
                  <a:gd name="csX7" fmla="*/ 1077686 w 6553200"/>
                  <a:gd name="csY7" fmla="*/ 3777343 h 4191000"/>
                  <a:gd name="csX8" fmla="*/ 1262743 w 6553200"/>
                  <a:gd name="csY8" fmla="*/ 3984171 h 4191000"/>
                  <a:gd name="csX9" fmla="*/ 1415143 w 6553200"/>
                  <a:gd name="csY9" fmla="*/ 4016828 h 4191000"/>
                  <a:gd name="csX10" fmla="*/ 1621971 w 6553200"/>
                  <a:gd name="csY10" fmla="*/ 3995057 h 4191000"/>
                  <a:gd name="csX11" fmla="*/ 1894114 w 6553200"/>
                  <a:gd name="csY11" fmla="*/ 3962400 h 4191000"/>
                  <a:gd name="csX12" fmla="*/ 2177143 w 6553200"/>
                  <a:gd name="csY12" fmla="*/ 3864428 h 4191000"/>
                  <a:gd name="csX13" fmla="*/ 2579914 w 6553200"/>
                  <a:gd name="csY13" fmla="*/ 3853543 h 4191000"/>
                  <a:gd name="csX14" fmla="*/ 2917371 w 6553200"/>
                  <a:gd name="csY14" fmla="*/ 3799114 h 4191000"/>
                  <a:gd name="csX15" fmla="*/ 3156857 w 6553200"/>
                  <a:gd name="csY15" fmla="*/ 3733800 h 4191000"/>
                  <a:gd name="csX16" fmla="*/ 3494314 w 6553200"/>
                  <a:gd name="csY16" fmla="*/ 3722914 h 4191000"/>
                  <a:gd name="csX17" fmla="*/ 3973286 w 6553200"/>
                  <a:gd name="csY17" fmla="*/ 3820886 h 4191000"/>
                  <a:gd name="csX18" fmla="*/ 4299857 w 6553200"/>
                  <a:gd name="csY18" fmla="*/ 3951514 h 4191000"/>
                  <a:gd name="csX19" fmla="*/ 4474029 w 6553200"/>
                  <a:gd name="csY19" fmla="*/ 4093028 h 4191000"/>
                  <a:gd name="csX20" fmla="*/ 4648200 w 6553200"/>
                  <a:gd name="csY20" fmla="*/ 4180114 h 4191000"/>
                  <a:gd name="csX21" fmla="*/ 4767943 w 6553200"/>
                  <a:gd name="csY21" fmla="*/ 4191000 h 4191000"/>
                  <a:gd name="csX22" fmla="*/ 4876800 w 6553200"/>
                  <a:gd name="csY22" fmla="*/ 4114800 h 4191000"/>
                  <a:gd name="csX23" fmla="*/ 4963886 w 6553200"/>
                  <a:gd name="csY23" fmla="*/ 4038600 h 4191000"/>
                  <a:gd name="csX24" fmla="*/ 5127171 w 6553200"/>
                  <a:gd name="csY24" fmla="*/ 4038600 h 4191000"/>
                  <a:gd name="csX25" fmla="*/ 5279571 w 6553200"/>
                  <a:gd name="csY25" fmla="*/ 4016828 h 4191000"/>
                  <a:gd name="csX26" fmla="*/ 5410200 w 6553200"/>
                  <a:gd name="csY26" fmla="*/ 3918857 h 4191000"/>
                  <a:gd name="csX27" fmla="*/ 5584371 w 6553200"/>
                  <a:gd name="csY27" fmla="*/ 3755571 h 4191000"/>
                  <a:gd name="csX28" fmla="*/ 5747657 w 6553200"/>
                  <a:gd name="csY28" fmla="*/ 3635828 h 4191000"/>
                  <a:gd name="csX29" fmla="*/ 5910943 w 6553200"/>
                  <a:gd name="csY29" fmla="*/ 3363686 h 4191000"/>
                  <a:gd name="csX30" fmla="*/ 6041571 w 6553200"/>
                  <a:gd name="csY30" fmla="*/ 3189514 h 4191000"/>
                  <a:gd name="csX31" fmla="*/ 6193971 w 6553200"/>
                  <a:gd name="csY31" fmla="*/ 3048000 h 4191000"/>
                  <a:gd name="csX32" fmla="*/ 6357257 w 6553200"/>
                  <a:gd name="csY32" fmla="*/ 2830286 h 4191000"/>
                  <a:gd name="csX33" fmla="*/ 6411686 w 6553200"/>
                  <a:gd name="csY33" fmla="*/ 2699657 h 4191000"/>
                  <a:gd name="csX34" fmla="*/ 6509657 w 6553200"/>
                  <a:gd name="csY34" fmla="*/ 2416628 h 4191000"/>
                  <a:gd name="csX35" fmla="*/ 6542314 w 6553200"/>
                  <a:gd name="csY35" fmla="*/ 2275114 h 4191000"/>
                  <a:gd name="csX36" fmla="*/ 6553200 w 6553200"/>
                  <a:gd name="csY36" fmla="*/ 2133600 h 4191000"/>
                  <a:gd name="csX37" fmla="*/ 6531429 w 6553200"/>
                  <a:gd name="csY37" fmla="*/ 250371 h 4191000"/>
                  <a:gd name="csX0" fmla="*/ 32657 w 6585857"/>
                  <a:gd name="csY0" fmla="*/ 0 h 4191000"/>
                  <a:gd name="csX1" fmla="*/ 0 w 6585857"/>
                  <a:gd name="csY1" fmla="*/ 1948543 h 4191000"/>
                  <a:gd name="csX2" fmla="*/ 174171 w 6585857"/>
                  <a:gd name="csY2" fmla="*/ 2547257 h 4191000"/>
                  <a:gd name="csX3" fmla="*/ 304800 w 6585857"/>
                  <a:gd name="csY3" fmla="*/ 3102428 h 4191000"/>
                  <a:gd name="csX4" fmla="*/ 489857 w 6585857"/>
                  <a:gd name="csY4" fmla="*/ 3396343 h 4191000"/>
                  <a:gd name="csX5" fmla="*/ 729343 w 6585857"/>
                  <a:gd name="csY5" fmla="*/ 3537857 h 4191000"/>
                  <a:gd name="csX6" fmla="*/ 947057 w 6585857"/>
                  <a:gd name="csY6" fmla="*/ 3614057 h 4191000"/>
                  <a:gd name="csX7" fmla="*/ 1110343 w 6585857"/>
                  <a:gd name="csY7" fmla="*/ 3777343 h 4191000"/>
                  <a:gd name="csX8" fmla="*/ 1295400 w 6585857"/>
                  <a:gd name="csY8" fmla="*/ 3984171 h 4191000"/>
                  <a:gd name="csX9" fmla="*/ 1447800 w 6585857"/>
                  <a:gd name="csY9" fmla="*/ 4016828 h 4191000"/>
                  <a:gd name="csX10" fmla="*/ 1654628 w 6585857"/>
                  <a:gd name="csY10" fmla="*/ 3995057 h 4191000"/>
                  <a:gd name="csX11" fmla="*/ 1926771 w 6585857"/>
                  <a:gd name="csY11" fmla="*/ 3962400 h 4191000"/>
                  <a:gd name="csX12" fmla="*/ 2209800 w 6585857"/>
                  <a:gd name="csY12" fmla="*/ 3864428 h 4191000"/>
                  <a:gd name="csX13" fmla="*/ 2612571 w 6585857"/>
                  <a:gd name="csY13" fmla="*/ 3853543 h 4191000"/>
                  <a:gd name="csX14" fmla="*/ 2950028 w 6585857"/>
                  <a:gd name="csY14" fmla="*/ 3799114 h 4191000"/>
                  <a:gd name="csX15" fmla="*/ 3189514 w 6585857"/>
                  <a:gd name="csY15" fmla="*/ 3733800 h 4191000"/>
                  <a:gd name="csX16" fmla="*/ 3526971 w 6585857"/>
                  <a:gd name="csY16" fmla="*/ 3722914 h 4191000"/>
                  <a:gd name="csX17" fmla="*/ 4005943 w 6585857"/>
                  <a:gd name="csY17" fmla="*/ 3820886 h 4191000"/>
                  <a:gd name="csX18" fmla="*/ 4332514 w 6585857"/>
                  <a:gd name="csY18" fmla="*/ 3951514 h 4191000"/>
                  <a:gd name="csX19" fmla="*/ 4506686 w 6585857"/>
                  <a:gd name="csY19" fmla="*/ 4093028 h 4191000"/>
                  <a:gd name="csX20" fmla="*/ 4680857 w 6585857"/>
                  <a:gd name="csY20" fmla="*/ 4180114 h 4191000"/>
                  <a:gd name="csX21" fmla="*/ 4800600 w 6585857"/>
                  <a:gd name="csY21" fmla="*/ 4191000 h 4191000"/>
                  <a:gd name="csX22" fmla="*/ 4909457 w 6585857"/>
                  <a:gd name="csY22" fmla="*/ 4114800 h 4191000"/>
                  <a:gd name="csX23" fmla="*/ 4996543 w 6585857"/>
                  <a:gd name="csY23" fmla="*/ 4038600 h 4191000"/>
                  <a:gd name="csX24" fmla="*/ 5159828 w 6585857"/>
                  <a:gd name="csY24" fmla="*/ 4038600 h 4191000"/>
                  <a:gd name="csX25" fmla="*/ 5312228 w 6585857"/>
                  <a:gd name="csY25" fmla="*/ 4016828 h 4191000"/>
                  <a:gd name="csX26" fmla="*/ 5442857 w 6585857"/>
                  <a:gd name="csY26" fmla="*/ 3918857 h 4191000"/>
                  <a:gd name="csX27" fmla="*/ 5617028 w 6585857"/>
                  <a:gd name="csY27" fmla="*/ 3755571 h 4191000"/>
                  <a:gd name="csX28" fmla="*/ 5780314 w 6585857"/>
                  <a:gd name="csY28" fmla="*/ 3635828 h 4191000"/>
                  <a:gd name="csX29" fmla="*/ 5943600 w 6585857"/>
                  <a:gd name="csY29" fmla="*/ 3363686 h 4191000"/>
                  <a:gd name="csX30" fmla="*/ 6074228 w 6585857"/>
                  <a:gd name="csY30" fmla="*/ 3189514 h 4191000"/>
                  <a:gd name="csX31" fmla="*/ 6226628 w 6585857"/>
                  <a:gd name="csY31" fmla="*/ 3048000 h 4191000"/>
                  <a:gd name="csX32" fmla="*/ 6389914 w 6585857"/>
                  <a:gd name="csY32" fmla="*/ 2830286 h 4191000"/>
                  <a:gd name="csX33" fmla="*/ 6444343 w 6585857"/>
                  <a:gd name="csY33" fmla="*/ 2699657 h 4191000"/>
                  <a:gd name="csX34" fmla="*/ 6542314 w 6585857"/>
                  <a:gd name="csY34" fmla="*/ 2416628 h 4191000"/>
                  <a:gd name="csX35" fmla="*/ 6574971 w 6585857"/>
                  <a:gd name="csY35" fmla="*/ 2275114 h 4191000"/>
                  <a:gd name="csX36" fmla="*/ 6585857 w 6585857"/>
                  <a:gd name="csY36" fmla="*/ 2133600 h 4191000"/>
                  <a:gd name="csX37" fmla="*/ 6564086 w 6585857"/>
                  <a:gd name="csY37" fmla="*/ 250371 h 4191000"/>
                  <a:gd name="csX0" fmla="*/ 0 w 6618515"/>
                  <a:gd name="csY0" fmla="*/ 0 h 4191000"/>
                  <a:gd name="csX1" fmla="*/ 32658 w 6618515"/>
                  <a:gd name="csY1" fmla="*/ 1948543 h 4191000"/>
                  <a:gd name="csX2" fmla="*/ 206829 w 6618515"/>
                  <a:gd name="csY2" fmla="*/ 2547257 h 4191000"/>
                  <a:gd name="csX3" fmla="*/ 337458 w 6618515"/>
                  <a:gd name="csY3" fmla="*/ 3102428 h 4191000"/>
                  <a:gd name="csX4" fmla="*/ 522515 w 6618515"/>
                  <a:gd name="csY4" fmla="*/ 3396343 h 4191000"/>
                  <a:gd name="csX5" fmla="*/ 762001 w 6618515"/>
                  <a:gd name="csY5" fmla="*/ 3537857 h 4191000"/>
                  <a:gd name="csX6" fmla="*/ 979715 w 6618515"/>
                  <a:gd name="csY6" fmla="*/ 3614057 h 4191000"/>
                  <a:gd name="csX7" fmla="*/ 1143001 w 6618515"/>
                  <a:gd name="csY7" fmla="*/ 3777343 h 4191000"/>
                  <a:gd name="csX8" fmla="*/ 1328058 w 6618515"/>
                  <a:gd name="csY8" fmla="*/ 3984171 h 4191000"/>
                  <a:gd name="csX9" fmla="*/ 1480458 w 6618515"/>
                  <a:gd name="csY9" fmla="*/ 4016828 h 4191000"/>
                  <a:gd name="csX10" fmla="*/ 1687286 w 6618515"/>
                  <a:gd name="csY10" fmla="*/ 3995057 h 4191000"/>
                  <a:gd name="csX11" fmla="*/ 1959429 w 6618515"/>
                  <a:gd name="csY11" fmla="*/ 3962400 h 4191000"/>
                  <a:gd name="csX12" fmla="*/ 2242458 w 6618515"/>
                  <a:gd name="csY12" fmla="*/ 3864428 h 4191000"/>
                  <a:gd name="csX13" fmla="*/ 2645229 w 6618515"/>
                  <a:gd name="csY13" fmla="*/ 3853543 h 4191000"/>
                  <a:gd name="csX14" fmla="*/ 2982686 w 6618515"/>
                  <a:gd name="csY14" fmla="*/ 3799114 h 4191000"/>
                  <a:gd name="csX15" fmla="*/ 3222172 w 6618515"/>
                  <a:gd name="csY15" fmla="*/ 3733800 h 4191000"/>
                  <a:gd name="csX16" fmla="*/ 3559629 w 6618515"/>
                  <a:gd name="csY16" fmla="*/ 3722914 h 4191000"/>
                  <a:gd name="csX17" fmla="*/ 4038601 w 6618515"/>
                  <a:gd name="csY17" fmla="*/ 3820886 h 4191000"/>
                  <a:gd name="csX18" fmla="*/ 4365172 w 6618515"/>
                  <a:gd name="csY18" fmla="*/ 3951514 h 4191000"/>
                  <a:gd name="csX19" fmla="*/ 4539344 w 6618515"/>
                  <a:gd name="csY19" fmla="*/ 4093028 h 4191000"/>
                  <a:gd name="csX20" fmla="*/ 4713515 w 6618515"/>
                  <a:gd name="csY20" fmla="*/ 4180114 h 4191000"/>
                  <a:gd name="csX21" fmla="*/ 4833258 w 6618515"/>
                  <a:gd name="csY21" fmla="*/ 4191000 h 4191000"/>
                  <a:gd name="csX22" fmla="*/ 4942115 w 6618515"/>
                  <a:gd name="csY22" fmla="*/ 4114800 h 4191000"/>
                  <a:gd name="csX23" fmla="*/ 5029201 w 6618515"/>
                  <a:gd name="csY23" fmla="*/ 4038600 h 4191000"/>
                  <a:gd name="csX24" fmla="*/ 5192486 w 6618515"/>
                  <a:gd name="csY24" fmla="*/ 4038600 h 4191000"/>
                  <a:gd name="csX25" fmla="*/ 5344886 w 6618515"/>
                  <a:gd name="csY25" fmla="*/ 4016828 h 4191000"/>
                  <a:gd name="csX26" fmla="*/ 5475515 w 6618515"/>
                  <a:gd name="csY26" fmla="*/ 3918857 h 4191000"/>
                  <a:gd name="csX27" fmla="*/ 5649686 w 6618515"/>
                  <a:gd name="csY27" fmla="*/ 3755571 h 4191000"/>
                  <a:gd name="csX28" fmla="*/ 5812972 w 6618515"/>
                  <a:gd name="csY28" fmla="*/ 3635828 h 4191000"/>
                  <a:gd name="csX29" fmla="*/ 5976258 w 6618515"/>
                  <a:gd name="csY29" fmla="*/ 3363686 h 4191000"/>
                  <a:gd name="csX30" fmla="*/ 6106886 w 6618515"/>
                  <a:gd name="csY30" fmla="*/ 3189514 h 4191000"/>
                  <a:gd name="csX31" fmla="*/ 6259286 w 6618515"/>
                  <a:gd name="csY31" fmla="*/ 3048000 h 4191000"/>
                  <a:gd name="csX32" fmla="*/ 6422572 w 6618515"/>
                  <a:gd name="csY32" fmla="*/ 2830286 h 4191000"/>
                  <a:gd name="csX33" fmla="*/ 6477001 w 6618515"/>
                  <a:gd name="csY33" fmla="*/ 2699657 h 4191000"/>
                  <a:gd name="csX34" fmla="*/ 6574972 w 6618515"/>
                  <a:gd name="csY34" fmla="*/ 2416628 h 4191000"/>
                  <a:gd name="csX35" fmla="*/ 6607629 w 6618515"/>
                  <a:gd name="csY35" fmla="*/ 2275114 h 4191000"/>
                  <a:gd name="csX36" fmla="*/ 6618515 w 6618515"/>
                  <a:gd name="csY36" fmla="*/ 2133600 h 4191000"/>
                  <a:gd name="csX37" fmla="*/ 6596744 w 6618515"/>
                  <a:gd name="csY37" fmla="*/ 250371 h 4191000"/>
                  <a:gd name="csX0" fmla="*/ 0 w 6607630"/>
                  <a:gd name="csY0" fmla="*/ 576944 h 3940629"/>
                  <a:gd name="csX1" fmla="*/ 21773 w 6607630"/>
                  <a:gd name="csY1" fmla="*/ 1698172 h 3940629"/>
                  <a:gd name="csX2" fmla="*/ 195944 w 6607630"/>
                  <a:gd name="csY2" fmla="*/ 2296886 h 3940629"/>
                  <a:gd name="csX3" fmla="*/ 326573 w 6607630"/>
                  <a:gd name="csY3" fmla="*/ 2852057 h 3940629"/>
                  <a:gd name="csX4" fmla="*/ 511630 w 6607630"/>
                  <a:gd name="csY4" fmla="*/ 3145972 h 3940629"/>
                  <a:gd name="csX5" fmla="*/ 751116 w 6607630"/>
                  <a:gd name="csY5" fmla="*/ 3287486 h 3940629"/>
                  <a:gd name="csX6" fmla="*/ 968830 w 6607630"/>
                  <a:gd name="csY6" fmla="*/ 3363686 h 3940629"/>
                  <a:gd name="csX7" fmla="*/ 1132116 w 6607630"/>
                  <a:gd name="csY7" fmla="*/ 3526972 h 3940629"/>
                  <a:gd name="csX8" fmla="*/ 1317173 w 6607630"/>
                  <a:gd name="csY8" fmla="*/ 3733800 h 3940629"/>
                  <a:gd name="csX9" fmla="*/ 1469573 w 6607630"/>
                  <a:gd name="csY9" fmla="*/ 3766457 h 3940629"/>
                  <a:gd name="csX10" fmla="*/ 1676401 w 6607630"/>
                  <a:gd name="csY10" fmla="*/ 3744686 h 3940629"/>
                  <a:gd name="csX11" fmla="*/ 1948544 w 6607630"/>
                  <a:gd name="csY11" fmla="*/ 3712029 h 3940629"/>
                  <a:gd name="csX12" fmla="*/ 2231573 w 6607630"/>
                  <a:gd name="csY12" fmla="*/ 3614057 h 3940629"/>
                  <a:gd name="csX13" fmla="*/ 2634344 w 6607630"/>
                  <a:gd name="csY13" fmla="*/ 3603172 h 3940629"/>
                  <a:gd name="csX14" fmla="*/ 2971801 w 6607630"/>
                  <a:gd name="csY14" fmla="*/ 3548743 h 3940629"/>
                  <a:gd name="csX15" fmla="*/ 3211287 w 6607630"/>
                  <a:gd name="csY15" fmla="*/ 3483429 h 3940629"/>
                  <a:gd name="csX16" fmla="*/ 3548744 w 6607630"/>
                  <a:gd name="csY16" fmla="*/ 3472543 h 3940629"/>
                  <a:gd name="csX17" fmla="*/ 4027716 w 6607630"/>
                  <a:gd name="csY17" fmla="*/ 3570515 h 3940629"/>
                  <a:gd name="csX18" fmla="*/ 4354287 w 6607630"/>
                  <a:gd name="csY18" fmla="*/ 3701143 h 3940629"/>
                  <a:gd name="csX19" fmla="*/ 4528459 w 6607630"/>
                  <a:gd name="csY19" fmla="*/ 3842657 h 3940629"/>
                  <a:gd name="csX20" fmla="*/ 4702630 w 6607630"/>
                  <a:gd name="csY20" fmla="*/ 3929743 h 3940629"/>
                  <a:gd name="csX21" fmla="*/ 4822373 w 6607630"/>
                  <a:gd name="csY21" fmla="*/ 3940629 h 3940629"/>
                  <a:gd name="csX22" fmla="*/ 4931230 w 6607630"/>
                  <a:gd name="csY22" fmla="*/ 3864429 h 3940629"/>
                  <a:gd name="csX23" fmla="*/ 5018316 w 6607630"/>
                  <a:gd name="csY23" fmla="*/ 3788229 h 3940629"/>
                  <a:gd name="csX24" fmla="*/ 5181601 w 6607630"/>
                  <a:gd name="csY24" fmla="*/ 3788229 h 3940629"/>
                  <a:gd name="csX25" fmla="*/ 5334001 w 6607630"/>
                  <a:gd name="csY25" fmla="*/ 3766457 h 3940629"/>
                  <a:gd name="csX26" fmla="*/ 5464630 w 6607630"/>
                  <a:gd name="csY26" fmla="*/ 3668486 h 3940629"/>
                  <a:gd name="csX27" fmla="*/ 5638801 w 6607630"/>
                  <a:gd name="csY27" fmla="*/ 3505200 h 3940629"/>
                  <a:gd name="csX28" fmla="*/ 5802087 w 6607630"/>
                  <a:gd name="csY28" fmla="*/ 3385457 h 3940629"/>
                  <a:gd name="csX29" fmla="*/ 5965373 w 6607630"/>
                  <a:gd name="csY29" fmla="*/ 3113315 h 3940629"/>
                  <a:gd name="csX30" fmla="*/ 6096001 w 6607630"/>
                  <a:gd name="csY30" fmla="*/ 2939143 h 3940629"/>
                  <a:gd name="csX31" fmla="*/ 6248401 w 6607630"/>
                  <a:gd name="csY31" fmla="*/ 2797629 h 3940629"/>
                  <a:gd name="csX32" fmla="*/ 6411687 w 6607630"/>
                  <a:gd name="csY32" fmla="*/ 2579915 h 3940629"/>
                  <a:gd name="csX33" fmla="*/ 6466116 w 6607630"/>
                  <a:gd name="csY33" fmla="*/ 2449286 h 3940629"/>
                  <a:gd name="csX34" fmla="*/ 6564087 w 6607630"/>
                  <a:gd name="csY34" fmla="*/ 2166257 h 3940629"/>
                  <a:gd name="csX35" fmla="*/ 6596744 w 6607630"/>
                  <a:gd name="csY35" fmla="*/ 2024743 h 3940629"/>
                  <a:gd name="csX36" fmla="*/ 6607630 w 6607630"/>
                  <a:gd name="csY36" fmla="*/ 1883229 h 3940629"/>
                  <a:gd name="csX37" fmla="*/ 6585859 w 6607630"/>
                  <a:gd name="csY37" fmla="*/ 0 h 3940629"/>
                  <a:gd name="csX0" fmla="*/ 0 w 6607630"/>
                  <a:gd name="csY0" fmla="*/ 0 h 3363685"/>
                  <a:gd name="csX1" fmla="*/ 21773 w 6607630"/>
                  <a:gd name="csY1" fmla="*/ 1121228 h 3363685"/>
                  <a:gd name="csX2" fmla="*/ 195944 w 6607630"/>
                  <a:gd name="csY2" fmla="*/ 1719942 h 3363685"/>
                  <a:gd name="csX3" fmla="*/ 326573 w 6607630"/>
                  <a:gd name="csY3" fmla="*/ 2275113 h 3363685"/>
                  <a:gd name="csX4" fmla="*/ 511630 w 6607630"/>
                  <a:gd name="csY4" fmla="*/ 2569028 h 3363685"/>
                  <a:gd name="csX5" fmla="*/ 751116 w 6607630"/>
                  <a:gd name="csY5" fmla="*/ 2710542 h 3363685"/>
                  <a:gd name="csX6" fmla="*/ 968830 w 6607630"/>
                  <a:gd name="csY6" fmla="*/ 2786742 h 3363685"/>
                  <a:gd name="csX7" fmla="*/ 1132116 w 6607630"/>
                  <a:gd name="csY7" fmla="*/ 2950028 h 3363685"/>
                  <a:gd name="csX8" fmla="*/ 1317173 w 6607630"/>
                  <a:gd name="csY8" fmla="*/ 3156856 h 3363685"/>
                  <a:gd name="csX9" fmla="*/ 1469573 w 6607630"/>
                  <a:gd name="csY9" fmla="*/ 3189513 h 3363685"/>
                  <a:gd name="csX10" fmla="*/ 1676401 w 6607630"/>
                  <a:gd name="csY10" fmla="*/ 3167742 h 3363685"/>
                  <a:gd name="csX11" fmla="*/ 1948544 w 6607630"/>
                  <a:gd name="csY11" fmla="*/ 3135085 h 3363685"/>
                  <a:gd name="csX12" fmla="*/ 2231573 w 6607630"/>
                  <a:gd name="csY12" fmla="*/ 3037113 h 3363685"/>
                  <a:gd name="csX13" fmla="*/ 2634344 w 6607630"/>
                  <a:gd name="csY13" fmla="*/ 3026228 h 3363685"/>
                  <a:gd name="csX14" fmla="*/ 2971801 w 6607630"/>
                  <a:gd name="csY14" fmla="*/ 2971799 h 3363685"/>
                  <a:gd name="csX15" fmla="*/ 3211287 w 6607630"/>
                  <a:gd name="csY15" fmla="*/ 2906485 h 3363685"/>
                  <a:gd name="csX16" fmla="*/ 3548744 w 6607630"/>
                  <a:gd name="csY16" fmla="*/ 2895599 h 3363685"/>
                  <a:gd name="csX17" fmla="*/ 4027716 w 6607630"/>
                  <a:gd name="csY17" fmla="*/ 2993571 h 3363685"/>
                  <a:gd name="csX18" fmla="*/ 4354287 w 6607630"/>
                  <a:gd name="csY18" fmla="*/ 3124199 h 3363685"/>
                  <a:gd name="csX19" fmla="*/ 4528459 w 6607630"/>
                  <a:gd name="csY19" fmla="*/ 3265713 h 3363685"/>
                  <a:gd name="csX20" fmla="*/ 4702630 w 6607630"/>
                  <a:gd name="csY20" fmla="*/ 3352799 h 3363685"/>
                  <a:gd name="csX21" fmla="*/ 4822373 w 6607630"/>
                  <a:gd name="csY21" fmla="*/ 3363685 h 3363685"/>
                  <a:gd name="csX22" fmla="*/ 4931230 w 6607630"/>
                  <a:gd name="csY22" fmla="*/ 3287485 h 3363685"/>
                  <a:gd name="csX23" fmla="*/ 5018316 w 6607630"/>
                  <a:gd name="csY23" fmla="*/ 3211285 h 3363685"/>
                  <a:gd name="csX24" fmla="*/ 5181601 w 6607630"/>
                  <a:gd name="csY24" fmla="*/ 3211285 h 3363685"/>
                  <a:gd name="csX25" fmla="*/ 5334001 w 6607630"/>
                  <a:gd name="csY25" fmla="*/ 3189513 h 3363685"/>
                  <a:gd name="csX26" fmla="*/ 5464630 w 6607630"/>
                  <a:gd name="csY26" fmla="*/ 3091542 h 3363685"/>
                  <a:gd name="csX27" fmla="*/ 5638801 w 6607630"/>
                  <a:gd name="csY27" fmla="*/ 2928256 h 3363685"/>
                  <a:gd name="csX28" fmla="*/ 5802087 w 6607630"/>
                  <a:gd name="csY28" fmla="*/ 2808513 h 3363685"/>
                  <a:gd name="csX29" fmla="*/ 5965373 w 6607630"/>
                  <a:gd name="csY29" fmla="*/ 2536371 h 3363685"/>
                  <a:gd name="csX30" fmla="*/ 6096001 w 6607630"/>
                  <a:gd name="csY30" fmla="*/ 2362199 h 3363685"/>
                  <a:gd name="csX31" fmla="*/ 6248401 w 6607630"/>
                  <a:gd name="csY31" fmla="*/ 2220685 h 3363685"/>
                  <a:gd name="csX32" fmla="*/ 6411687 w 6607630"/>
                  <a:gd name="csY32" fmla="*/ 2002971 h 3363685"/>
                  <a:gd name="csX33" fmla="*/ 6466116 w 6607630"/>
                  <a:gd name="csY33" fmla="*/ 1872342 h 3363685"/>
                  <a:gd name="csX34" fmla="*/ 6564087 w 6607630"/>
                  <a:gd name="csY34" fmla="*/ 1589313 h 3363685"/>
                  <a:gd name="csX35" fmla="*/ 6596744 w 6607630"/>
                  <a:gd name="csY35" fmla="*/ 1447799 h 3363685"/>
                  <a:gd name="csX36" fmla="*/ 6607630 w 6607630"/>
                  <a:gd name="csY36" fmla="*/ 1306285 h 3363685"/>
                  <a:gd name="csX37" fmla="*/ 6585859 w 6607630"/>
                  <a:gd name="csY37" fmla="*/ 21770 h 3363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6607630" h="3363685">
                    <a:moveTo>
                      <a:pt x="0" y="0"/>
                    </a:moveTo>
                    <a:lnTo>
                      <a:pt x="21773" y="1121228"/>
                    </a:lnTo>
                    <a:lnTo>
                      <a:pt x="195944" y="1719942"/>
                    </a:lnTo>
                    <a:lnTo>
                      <a:pt x="326573" y="2275113"/>
                    </a:lnTo>
                    <a:lnTo>
                      <a:pt x="511630" y="2569028"/>
                    </a:lnTo>
                    <a:lnTo>
                      <a:pt x="751116" y="2710542"/>
                    </a:lnTo>
                    <a:lnTo>
                      <a:pt x="968830" y="2786742"/>
                    </a:lnTo>
                    <a:lnTo>
                      <a:pt x="1132116" y="2950028"/>
                    </a:lnTo>
                    <a:lnTo>
                      <a:pt x="1317173" y="3156856"/>
                    </a:lnTo>
                    <a:lnTo>
                      <a:pt x="1469573" y="3189513"/>
                    </a:lnTo>
                    <a:lnTo>
                      <a:pt x="1676401" y="3167742"/>
                    </a:lnTo>
                    <a:lnTo>
                      <a:pt x="1948544" y="3135085"/>
                    </a:lnTo>
                    <a:lnTo>
                      <a:pt x="2231573" y="3037113"/>
                    </a:lnTo>
                    <a:lnTo>
                      <a:pt x="2634344" y="3026228"/>
                    </a:lnTo>
                    <a:lnTo>
                      <a:pt x="2971801" y="2971799"/>
                    </a:lnTo>
                    <a:lnTo>
                      <a:pt x="3211287" y="2906485"/>
                    </a:lnTo>
                    <a:lnTo>
                      <a:pt x="3548744" y="2895599"/>
                    </a:lnTo>
                    <a:lnTo>
                      <a:pt x="4027716" y="2993571"/>
                    </a:lnTo>
                    <a:lnTo>
                      <a:pt x="4354287" y="3124199"/>
                    </a:lnTo>
                    <a:lnTo>
                      <a:pt x="4528459" y="3265713"/>
                    </a:lnTo>
                    <a:lnTo>
                      <a:pt x="4702630" y="3352799"/>
                    </a:lnTo>
                    <a:lnTo>
                      <a:pt x="4822373" y="3363685"/>
                    </a:lnTo>
                    <a:lnTo>
                      <a:pt x="4931230" y="3287485"/>
                    </a:lnTo>
                    <a:lnTo>
                      <a:pt x="5018316" y="3211285"/>
                    </a:lnTo>
                    <a:lnTo>
                      <a:pt x="5181601" y="3211285"/>
                    </a:lnTo>
                    <a:lnTo>
                      <a:pt x="5334001" y="3189513"/>
                    </a:lnTo>
                    <a:lnTo>
                      <a:pt x="5464630" y="3091542"/>
                    </a:lnTo>
                    <a:lnTo>
                      <a:pt x="5638801" y="2928256"/>
                    </a:lnTo>
                    <a:lnTo>
                      <a:pt x="5802087" y="2808513"/>
                    </a:lnTo>
                    <a:lnTo>
                      <a:pt x="5965373" y="2536371"/>
                    </a:lnTo>
                    <a:lnTo>
                      <a:pt x="6096001" y="2362199"/>
                    </a:lnTo>
                    <a:lnTo>
                      <a:pt x="6248401" y="2220685"/>
                    </a:lnTo>
                    <a:lnTo>
                      <a:pt x="6411687" y="2002971"/>
                    </a:lnTo>
                    <a:lnTo>
                      <a:pt x="6466116" y="1872342"/>
                    </a:lnTo>
                    <a:lnTo>
                      <a:pt x="6564087" y="1589313"/>
                    </a:lnTo>
                    <a:lnTo>
                      <a:pt x="6596744" y="1447799"/>
                    </a:lnTo>
                    <a:lnTo>
                      <a:pt x="6607630" y="1306285"/>
                    </a:lnTo>
                    <a:lnTo>
                      <a:pt x="6585859" y="21770"/>
                    </a:lnTo>
                  </a:path>
                </a:pathLst>
              </a:cu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1CBE3FF-AC4C-EFE5-7107-2A4FB7D1AE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2483" y="784151"/>
                <a:ext cx="0" cy="4606877"/>
              </a:xfrm>
              <a:prstGeom prst="line">
                <a:avLst/>
              </a:prstGeom>
              <a:ln w="571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64B3F31-1477-8A9B-CA99-DDDDD37C99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0114" y="784151"/>
                <a:ext cx="0" cy="4606877"/>
              </a:xfrm>
              <a:prstGeom prst="line">
                <a:avLst/>
              </a:prstGeom>
              <a:ln w="571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664346E-74DD-F261-7573-2DFB6A8F85FC}"/>
                </a:ext>
              </a:extLst>
            </p:cNvPr>
            <p:cNvCxnSpPr>
              <a:cxnSpLocks/>
            </p:cNvCxnSpPr>
            <p:nvPr/>
          </p:nvCxnSpPr>
          <p:spPr>
            <a:xfrm>
              <a:off x="1393370" y="2389269"/>
              <a:ext cx="6607630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1020451-8CE6-1A8F-68E9-CE0F610E694D}"/>
                </a:ext>
              </a:extLst>
            </p:cNvPr>
            <p:cNvCxnSpPr>
              <a:cxnSpLocks/>
            </p:cNvCxnSpPr>
            <p:nvPr/>
          </p:nvCxnSpPr>
          <p:spPr>
            <a:xfrm>
              <a:off x="1393369" y="3782640"/>
              <a:ext cx="6607630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28F6A74-DB44-73CB-E601-16F3086FD7DD}"/>
                </a:ext>
              </a:extLst>
            </p:cNvPr>
            <p:cNvCxnSpPr>
              <a:cxnSpLocks/>
            </p:cNvCxnSpPr>
            <p:nvPr/>
          </p:nvCxnSpPr>
          <p:spPr>
            <a:xfrm>
              <a:off x="1371598" y="1006788"/>
              <a:ext cx="6607630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4378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CD83D3-545D-C377-A08B-14CCFF9BC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9998"/>
            <a:ext cx="7772400" cy="27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12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22F13-7ECA-7384-28C9-BBD5FC910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B9FDD3F-5B1C-7CDF-76C8-6CAF25D2641D}"/>
              </a:ext>
            </a:extLst>
          </p:cNvPr>
          <p:cNvGrpSpPr/>
          <p:nvPr/>
        </p:nvGrpSpPr>
        <p:grpSpPr>
          <a:xfrm>
            <a:off x="243068" y="-69159"/>
            <a:ext cx="9420876" cy="6591470"/>
            <a:chOff x="243068" y="-69159"/>
            <a:chExt cx="9420876" cy="659147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FFA8A03-3EA9-5AE6-1292-1A76D64399D5}"/>
                </a:ext>
              </a:extLst>
            </p:cNvPr>
            <p:cNvSpPr txBox="1"/>
            <p:nvPr/>
          </p:nvSpPr>
          <p:spPr>
            <a:xfrm>
              <a:off x="457200" y="217714"/>
              <a:ext cx="1944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Raai</a:t>
              </a:r>
              <a:r>
                <a:rPr lang="en-US" dirty="0"/>
                <a:t> 5,  Y=475100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A424917-D88C-40FC-BE49-5F5B8B6DA57E}"/>
                </a:ext>
              </a:extLst>
            </p:cNvPr>
            <p:cNvGrpSpPr/>
            <p:nvPr/>
          </p:nvGrpSpPr>
          <p:grpSpPr>
            <a:xfrm>
              <a:off x="243068" y="1073150"/>
              <a:ext cx="8762036" cy="5449161"/>
              <a:chOff x="243068" y="1073150"/>
              <a:chExt cx="8762036" cy="5449161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AF57FCBD-03A5-EC8E-6086-EF8E83623B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068" y="1073150"/>
                <a:ext cx="8762036" cy="4711700"/>
              </a:xfrm>
              <a:prstGeom prst="rect">
                <a:avLst/>
              </a:prstGeom>
              <a:solidFill>
                <a:srgbClr val="941100"/>
              </a:solidFill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34B5D27-111D-2F10-6ED8-4484BB32F98F}"/>
                  </a:ext>
                </a:extLst>
              </p:cNvPr>
              <p:cNvSpPr/>
              <p:nvPr/>
            </p:nvSpPr>
            <p:spPr>
              <a:xfrm>
                <a:off x="243068" y="3937032"/>
                <a:ext cx="8762036" cy="2585279"/>
              </a:xfrm>
              <a:prstGeom prst="rect">
                <a:avLst/>
              </a:prstGeom>
              <a:solidFill>
                <a:srgbClr val="FFFF5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916C30E-3A36-751A-35B0-F04F47293687}"/>
                </a:ext>
              </a:extLst>
            </p:cNvPr>
            <p:cNvGrpSpPr/>
            <p:nvPr/>
          </p:nvGrpSpPr>
          <p:grpSpPr>
            <a:xfrm>
              <a:off x="2475206" y="104717"/>
              <a:ext cx="4319133" cy="5895283"/>
              <a:chOff x="2475206" y="104717"/>
              <a:chExt cx="4319133" cy="5895283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97F3429-562F-4CCB-77EE-5B7EBA285873}"/>
                  </a:ext>
                </a:extLst>
              </p:cNvPr>
              <p:cNvGrpSpPr/>
              <p:nvPr/>
            </p:nvGrpSpPr>
            <p:grpSpPr>
              <a:xfrm>
                <a:off x="3130596" y="2159515"/>
                <a:ext cx="3642422" cy="1899771"/>
                <a:chOff x="3130596" y="2159515"/>
                <a:chExt cx="3642422" cy="1899771"/>
              </a:xfrm>
            </p:grpSpPr>
            <p:sp>
              <p:nvSpPr>
                <p:cNvPr id="26" name="Triangle 25">
                  <a:extLst>
                    <a:ext uri="{FF2B5EF4-FFF2-40B4-BE49-F238E27FC236}">
                      <a16:creationId xmlns:a16="http://schemas.microsoft.com/office/drawing/2014/main" id="{8ABF63E6-11B4-D4E4-0592-398BBA7DCA33}"/>
                    </a:ext>
                  </a:extLst>
                </p:cNvPr>
                <p:cNvSpPr/>
                <p:nvPr/>
              </p:nvSpPr>
              <p:spPr>
                <a:xfrm>
                  <a:off x="3130596" y="2159515"/>
                  <a:ext cx="273542" cy="1350199"/>
                </a:xfrm>
                <a:custGeom>
                  <a:avLst/>
                  <a:gdLst>
                    <a:gd name="csX0" fmla="*/ 0 w 1060704"/>
                    <a:gd name="csY0" fmla="*/ 914400 h 914400"/>
                    <a:gd name="csX1" fmla="*/ 530352 w 1060704"/>
                    <a:gd name="csY1" fmla="*/ 0 h 914400"/>
                    <a:gd name="csX2" fmla="*/ 1060704 w 1060704"/>
                    <a:gd name="csY2" fmla="*/ 914400 h 914400"/>
                    <a:gd name="csX3" fmla="*/ 0 w 1060704"/>
                    <a:gd name="csY3" fmla="*/ 914400 h 914400"/>
                    <a:gd name="csX0" fmla="*/ 22179 w 1082883"/>
                    <a:gd name="csY0" fmla="*/ 1350199 h 1350199"/>
                    <a:gd name="csX1" fmla="*/ 0 w 1082883"/>
                    <a:gd name="csY1" fmla="*/ 0 h 1350199"/>
                    <a:gd name="csX2" fmla="*/ 1082883 w 1082883"/>
                    <a:gd name="csY2" fmla="*/ 1350199 h 1350199"/>
                    <a:gd name="csX3" fmla="*/ 22179 w 1082883"/>
                    <a:gd name="csY3" fmla="*/ 1350199 h 1350199"/>
                    <a:gd name="csX0" fmla="*/ 22179 w 273542"/>
                    <a:gd name="csY0" fmla="*/ 1350199 h 1361872"/>
                    <a:gd name="csX1" fmla="*/ 0 w 273542"/>
                    <a:gd name="csY1" fmla="*/ 0 h 1361872"/>
                    <a:gd name="csX2" fmla="*/ 273542 w 273542"/>
                    <a:gd name="csY2" fmla="*/ 1361872 h 1361872"/>
                    <a:gd name="csX3" fmla="*/ 22179 w 273542"/>
                    <a:gd name="csY3" fmla="*/ 1350199 h 1361872"/>
                    <a:gd name="csX0" fmla="*/ 22179 w 269651"/>
                    <a:gd name="csY0" fmla="*/ 1350199 h 1350199"/>
                    <a:gd name="csX1" fmla="*/ 0 w 269651"/>
                    <a:gd name="csY1" fmla="*/ 0 h 1350199"/>
                    <a:gd name="csX2" fmla="*/ 269651 w 269651"/>
                    <a:gd name="csY2" fmla="*/ 1350199 h 1350199"/>
                    <a:gd name="csX3" fmla="*/ 22179 w 269651"/>
                    <a:gd name="csY3" fmla="*/ 1350199 h 1350199"/>
                    <a:gd name="csX0" fmla="*/ 10506 w 269651"/>
                    <a:gd name="csY0" fmla="*/ 1354090 h 1354090"/>
                    <a:gd name="csX1" fmla="*/ 0 w 269651"/>
                    <a:gd name="csY1" fmla="*/ 0 h 1354090"/>
                    <a:gd name="csX2" fmla="*/ 269651 w 269651"/>
                    <a:gd name="csY2" fmla="*/ 1350199 h 1354090"/>
                    <a:gd name="csX3" fmla="*/ 10506 w 269651"/>
                    <a:gd name="csY3" fmla="*/ 1354090 h 1354090"/>
                    <a:gd name="csX0" fmla="*/ 10506 w 269651"/>
                    <a:gd name="csY0" fmla="*/ 1354090 h 1354090"/>
                    <a:gd name="csX1" fmla="*/ 0 w 269651"/>
                    <a:gd name="csY1" fmla="*/ 0 h 1354090"/>
                    <a:gd name="csX2" fmla="*/ 71750 w 269651"/>
                    <a:gd name="csY2" fmla="*/ 350221 h 1354090"/>
                    <a:gd name="csX3" fmla="*/ 269651 w 269651"/>
                    <a:gd name="csY3" fmla="*/ 1350199 h 1354090"/>
                    <a:gd name="csX4" fmla="*/ 10506 w 269651"/>
                    <a:gd name="csY4" fmla="*/ 1354090 h 1354090"/>
                    <a:gd name="csX0" fmla="*/ 10506 w 269651"/>
                    <a:gd name="csY0" fmla="*/ 1354090 h 1354090"/>
                    <a:gd name="csX1" fmla="*/ 0 w 269651"/>
                    <a:gd name="csY1" fmla="*/ 0 h 1354090"/>
                    <a:gd name="csX2" fmla="*/ 32839 w 269651"/>
                    <a:gd name="csY2" fmla="*/ 15589 h 1354090"/>
                    <a:gd name="csX3" fmla="*/ 269651 w 269651"/>
                    <a:gd name="csY3" fmla="*/ 1350199 h 1354090"/>
                    <a:gd name="csX4" fmla="*/ 10506 w 269651"/>
                    <a:gd name="csY4" fmla="*/ 1354090 h 1354090"/>
                    <a:gd name="csX0" fmla="*/ 14397 w 273542"/>
                    <a:gd name="csY0" fmla="*/ 1338526 h 1338526"/>
                    <a:gd name="csX1" fmla="*/ 0 w 273542"/>
                    <a:gd name="csY1" fmla="*/ 0 h 1338526"/>
                    <a:gd name="csX2" fmla="*/ 36730 w 273542"/>
                    <a:gd name="csY2" fmla="*/ 25 h 1338526"/>
                    <a:gd name="csX3" fmla="*/ 273542 w 273542"/>
                    <a:gd name="csY3" fmla="*/ 1334635 h 1338526"/>
                    <a:gd name="csX4" fmla="*/ 14397 w 273542"/>
                    <a:gd name="csY4" fmla="*/ 1338526 h 1338526"/>
                    <a:gd name="csX0" fmla="*/ 14397 w 273542"/>
                    <a:gd name="csY0" fmla="*/ 1338526 h 1346309"/>
                    <a:gd name="csX1" fmla="*/ 0 w 273542"/>
                    <a:gd name="csY1" fmla="*/ 0 h 1346309"/>
                    <a:gd name="csX2" fmla="*/ 36730 w 273542"/>
                    <a:gd name="csY2" fmla="*/ 25 h 1346309"/>
                    <a:gd name="csX3" fmla="*/ 273542 w 273542"/>
                    <a:gd name="csY3" fmla="*/ 1346309 h 1346309"/>
                    <a:gd name="csX4" fmla="*/ 14397 w 273542"/>
                    <a:gd name="csY4" fmla="*/ 1338526 h 1346309"/>
                    <a:gd name="csX0" fmla="*/ 14397 w 273542"/>
                    <a:gd name="csY0" fmla="*/ 1350199 h 1350199"/>
                    <a:gd name="csX1" fmla="*/ 0 w 273542"/>
                    <a:gd name="csY1" fmla="*/ 0 h 1350199"/>
                    <a:gd name="csX2" fmla="*/ 36730 w 273542"/>
                    <a:gd name="csY2" fmla="*/ 25 h 1350199"/>
                    <a:gd name="csX3" fmla="*/ 273542 w 273542"/>
                    <a:gd name="csY3" fmla="*/ 1346309 h 1350199"/>
                    <a:gd name="csX4" fmla="*/ 14397 w 273542"/>
                    <a:gd name="csY4" fmla="*/ 1350199 h 13501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73542" h="1350199">
                      <a:moveTo>
                        <a:pt x="14397" y="1350199"/>
                      </a:moveTo>
                      <a:lnTo>
                        <a:pt x="0" y="0"/>
                      </a:lnTo>
                      <a:lnTo>
                        <a:pt x="36730" y="25"/>
                      </a:lnTo>
                      <a:lnTo>
                        <a:pt x="273542" y="1346309"/>
                      </a:lnTo>
                      <a:lnTo>
                        <a:pt x="14397" y="1350199"/>
                      </a:lnTo>
                      <a:close/>
                    </a:path>
                  </a:pathLst>
                </a:custGeom>
                <a:solidFill>
                  <a:srgbClr val="D18228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32205A25-B1C9-7999-D35C-C59D88B1EC0A}"/>
                    </a:ext>
                  </a:extLst>
                </p:cNvPr>
                <p:cNvSpPr/>
                <p:nvPr/>
              </p:nvSpPr>
              <p:spPr>
                <a:xfrm>
                  <a:off x="3149076" y="3497124"/>
                  <a:ext cx="297861" cy="279594"/>
                </a:xfrm>
                <a:custGeom>
                  <a:avLst/>
                  <a:gdLst>
                    <a:gd name="csX0" fmla="*/ 0 w 250598"/>
                    <a:gd name="csY0" fmla="*/ 0 h 275685"/>
                    <a:gd name="csX1" fmla="*/ 250598 w 250598"/>
                    <a:gd name="csY1" fmla="*/ 0 h 275685"/>
                    <a:gd name="csX2" fmla="*/ 250598 w 250598"/>
                    <a:gd name="csY2" fmla="*/ 275685 h 275685"/>
                    <a:gd name="csX3" fmla="*/ 0 w 250598"/>
                    <a:gd name="csY3" fmla="*/ 275685 h 275685"/>
                    <a:gd name="csX4" fmla="*/ 0 w 250598"/>
                    <a:gd name="csY4" fmla="*/ 0 h 275685"/>
                    <a:gd name="csX0" fmla="*/ 0 w 305073"/>
                    <a:gd name="csY0" fmla="*/ 0 h 279576"/>
                    <a:gd name="csX1" fmla="*/ 250598 w 305073"/>
                    <a:gd name="csY1" fmla="*/ 0 h 279576"/>
                    <a:gd name="csX2" fmla="*/ 305073 w 305073"/>
                    <a:gd name="csY2" fmla="*/ 279576 h 279576"/>
                    <a:gd name="csX3" fmla="*/ 0 w 305073"/>
                    <a:gd name="csY3" fmla="*/ 275685 h 279576"/>
                    <a:gd name="csX4" fmla="*/ 0 w 305073"/>
                    <a:gd name="csY4" fmla="*/ 0 h 279576"/>
                    <a:gd name="csX0" fmla="*/ 0 w 293400"/>
                    <a:gd name="csY0" fmla="*/ 0 h 275685"/>
                    <a:gd name="csX1" fmla="*/ 250598 w 293400"/>
                    <a:gd name="csY1" fmla="*/ 0 h 275685"/>
                    <a:gd name="csX2" fmla="*/ 293400 w 293400"/>
                    <a:gd name="csY2" fmla="*/ 267903 h 275685"/>
                    <a:gd name="csX3" fmla="*/ 0 w 293400"/>
                    <a:gd name="csY3" fmla="*/ 275685 h 275685"/>
                    <a:gd name="csX4" fmla="*/ 0 w 293400"/>
                    <a:gd name="csY4" fmla="*/ 0 h 275685"/>
                    <a:gd name="csX0" fmla="*/ 0 w 293400"/>
                    <a:gd name="csY0" fmla="*/ 0 h 275685"/>
                    <a:gd name="csX1" fmla="*/ 250598 w 293400"/>
                    <a:gd name="csY1" fmla="*/ 0 h 275685"/>
                    <a:gd name="csX2" fmla="*/ 293400 w 293400"/>
                    <a:gd name="csY2" fmla="*/ 271794 h 275685"/>
                    <a:gd name="csX3" fmla="*/ 0 w 293400"/>
                    <a:gd name="csY3" fmla="*/ 275685 h 275685"/>
                    <a:gd name="csX4" fmla="*/ 0 w 293400"/>
                    <a:gd name="csY4" fmla="*/ 0 h 275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93400" h="275685">
                      <a:moveTo>
                        <a:pt x="0" y="0"/>
                      </a:moveTo>
                      <a:lnTo>
                        <a:pt x="250598" y="0"/>
                      </a:lnTo>
                      <a:lnTo>
                        <a:pt x="293400" y="271794"/>
                      </a:lnTo>
                      <a:lnTo>
                        <a:pt x="0" y="2756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82F0B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 26">
                  <a:extLst>
                    <a:ext uri="{FF2B5EF4-FFF2-40B4-BE49-F238E27FC236}">
                      <a16:creationId xmlns:a16="http://schemas.microsoft.com/office/drawing/2014/main" id="{DE9F56C4-3A94-0753-BA56-B37D29568087}"/>
                    </a:ext>
                  </a:extLst>
                </p:cNvPr>
                <p:cNvSpPr/>
                <p:nvPr/>
              </p:nvSpPr>
              <p:spPr>
                <a:xfrm>
                  <a:off x="3149076" y="3783600"/>
                  <a:ext cx="487953" cy="275686"/>
                </a:xfrm>
                <a:custGeom>
                  <a:avLst/>
                  <a:gdLst>
                    <a:gd name="csX0" fmla="*/ 0 w 250598"/>
                    <a:gd name="csY0" fmla="*/ 0 h 275685"/>
                    <a:gd name="csX1" fmla="*/ 250598 w 250598"/>
                    <a:gd name="csY1" fmla="*/ 0 h 275685"/>
                    <a:gd name="csX2" fmla="*/ 250598 w 250598"/>
                    <a:gd name="csY2" fmla="*/ 275685 h 275685"/>
                    <a:gd name="csX3" fmla="*/ 0 w 250598"/>
                    <a:gd name="csY3" fmla="*/ 275685 h 275685"/>
                    <a:gd name="csX4" fmla="*/ 0 w 250598"/>
                    <a:gd name="csY4" fmla="*/ 0 h 275685"/>
                    <a:gd name="csX0" fmla="*/ 0 w 305073"/>
                    <a:gd name="csY0" fmla="*/ 0 h 279576"/>
                    <a:gd name="csX1" fmla="*/ 250598 w 305073"/>
                    <a:gd name="csY1" fmla="*/ 0 h 279576"/>
                    <a:gd name="csX2" fmla="*/ 305073 w 305073"/>
                    <a:gd name="csY2" fmla="*/ 279576 h 279576"/>
                    <a:gd name="csX3" fmla="*/ 0 w 305073"/>
                    <a:gd name="csY3" fmla="*/ 275685 h 279576"/>
                    <a:gd name="csX4" fmla="*/ 0 w 305073"/>
                    <a:gd name="csY4" fmla="*/ 0 h 279576"/>
                    <a:gd name="csX0" fmla="*/ 0 w 293400"/>
                    <a:gd name="csY0" fmla="*/ 0 h 275685"/>
                    <a:gd name="csX1" fmla="*/ 250598 w 293400"/>
                    <a:gd name="csY1" fmla="*/ 0 h 275685"/>
                    <a:gd name="csX2" fmla="*/ 293400 w 293400"/>
                    <a:gd name="csY2" fmla="*/ 267903 h 275685"/>
                    <a:gd name="csX3" fmla="*/ 0 w 293400"/>
                    <a:gd name="csY3" fmla="*/ 275685 h 275685"/>
                    <a:gd name="csX4" fmla="*/ 0 w 293400"/>
                    <a:gd name="csY4" fmla="*/ 0 h 275685"/>
                    <a:gd name="csX0" fmla="*/ 0 w 293400"/>
                    <a:gd name="csY0" fmla="*/ 0 h 275685"/>
                    <a:gd name="csX1" fmla="*/ 250598 w 293400"/>
                    <a:gd name="csY1" fmla="*/ 0 h 275685"/>
                    <a:gd name="csX2" fmla="*/ 293400 w 293400"/>
                    <a:gd name="csY2" fmla="*/ 271794 h 275685"/>
                    <a:gd name="csX3" fmla="*/ 0 w 293400"/>
                    <a:gd name="csY3" fmla="*/ 275685 h 275685"/>
                    <a:gd name="csX4" fmla="*/ 0 w 293400"/>
                    <a:gd name="csY4" fmla="*/ 0 h 275685"/>
                    <a:gd name="csX0" fmla="*/ 0 w 293400"/>
                    <a:gd name="csY0" fmla="*/ 0 h 275685"/>
                    <a:gd name="csX1" fmla="*/ 250598 w 293400"/>
                    <a:gd name="csY1" fmla="*/ 0 h 275685"/>
                    <a:gd name="csX2" fmla="*/ 271169 w 293400"/>
                    <a:gd name="csY2" fmla="*/ 130811 h 275685"/>
                    <a:gd name="csX3" fmla="*/ 293400 w 293400"/>
                    <a:gd name="csY3" fmla="*/ 271794 h 275685"/>
                    <a:gd name="csX4" fmla="*/ 0 w 293400"/>
                    <a:gd name="csY4" fmla="*/ 275685 h 275685"/>
                    <a:gd name="csX5" fmla="*/ 0 w 293400"/>
                    <a:gd name="csY5" fmla="*/ 0 h 275685"/>
                    <a:gd name="csX0" fmla="*/ 0 w 321753"/>
                    <a:gd name="csY0" fmla="*/ 0 h 275685"/>
                    <a:gd name="csX1" fmla="*/ 250598 w 321753"/>
                    <a:gd name="csY1" fmla="*/ 0 h 275685"/>
                    <a:gd name="csX2" fmla="*/ 321753 w 321753"/>
                    <a:gd name="csY2" fmla="*/ 126920 h 275685"/>
                    <a:gd name="csX3" fmla="*/ 293400 w 321753"/>
                    <a:gd name="csY3" fmla="*/ 271794 h 275685"/>
                    <a:gd name="csX4" fmla="*/ 0 w 321753"/>
                    <a:gd name="csY4" fmla="*/ 275685 h 275685"/>
                    <a:gd name="csX5" fmla="*/ 0 w 321753"/>
                    <a:gd name="csY5" fmla="*/ 0 h 275685"/>
                    <a:gd name="csX0" fmla="*/ 0 w 487953"/>
                    <a:gd name="csY0" fmla="*/ 0 h 275686"/>
                    <a:gd name="csX1" fmla="*/ 250598 w 487953"/>
                    <a:gd name="csY1" fmla="*/ 0 h 275686"/>
                    <a:gd name="csX2" fmla="*/ 321753 w 487953"/>
                    <a:gd name="csY2" fmla="*/ 126920 h 275686"/>
                    <a:gd name="csX3" fmla="*/ 487953 w 487953"/>
                    <a:gd name="csY3" fmla="*/ 275686 h 275686"/>
                    <a:gd name="csX4" fmla="*/ 0 w 487953"/>
                    <a:gd name="csY4" fmla="*/ 275685 h 275686"/>
                    <a:gd name="csX5" fmla="*/ 0 w 487953"/>
                    <a:gd name="csY5" fmla="*/ 0 h 275686"/>
                    <a:gd name="csX0" fmla="*/ 0 w 487953"/>
                    <a:gd name="csY0" fmla="*/ 0 h 275686"/>
                    <a:gd name="csX1" fmla="*/ 293399 w 487953"/>
                    <a:gd name="csY1" fmla="*/ 0 h 275686"/>
                    <a:gd name="csX2" fmla="*/ 321753 w 487953"/>
                    <a:gd name="csY2" fmla="*/ 126920 h 275686"/>
                    <a:gd name="csX3" fmla="*/ 487953 w 487953"/>
                    <a:gd name="csY3" fmla="*/ 275686 h 275686"/>
                    <a:gd name="csX4" fmla="*/ 0 w 487953"/>
                    <a:gd name="csY4" fmla="*/ 275685 h 275686"/>
                    <a:gd name="csX5" fmla="*/ 0 w 487953"/>
                    <a:gd name="csY5" fmla="*/ 0 h 2756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487953" h="275686">
                      <a:moveTo>
                        <a:pt x="0" y="0"/>
                      </a:moveTo>
                      <a:lnTo>
                        <a:pt x="293399" y="0"/>
                      </a:lnTo>
                      <a:lnTo>
                        <a:pt x="321753" y="126920"/>
                      </a:lnTo>
                      <a:lnTo>
                        <a:pt x="487953" y="275686"/>
                      </a:lnTo>
                      <a:lnTo>
                        <a:pt x="0" y="2756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50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6">
                  <a:extLst>
                    <a:ext uri="{FF2B5EF4-FFF2-40B4-BE49-F238E27FC236}">
                      <a16:creationId xmlns:a16="http://schemas.microsoft.com/office/drawing/2014/main" id="{6127F0B2-F468-3225-5333-57FF6898EBBC}"/>
                    </a:ext>
                  </a:extLst>
                </p:cNvPr>
                <p:cNvSpPr/>
                <p:nvPr/>
              </p:nvSpPr>
              <p:spPr>
                <a:xfrm>
                  <a:off x="6279816" y="3500213"/>
                  <a:ext cx="491844" cy="548060"/>
                </a:xfrm>
                <a:custGeom>
                  <a:avLst/>
                  <a:gdLst>
                    <a:gd name="csX0" fmla="*/ 0 w 250598"/>
                    <a:gd name="csY0" fmla="*/ 0 h 275685"/>
                    <a:gd name="csX1" fmla="*/ 250598 w 250598"/>
                    <a:gd name="csY1" fmla="*/ 0 h 275685"/>
                    <a:gd name="csX2" fmla="*/ 250598 w 250598"/>
                    <a:gd name="csY2" fmla="*/ 275685 h 275685"/>
                    <a:gd name="csX3" fmla="*/ 0 w 250598"/>
                    <a:gd name="csY3" fmla="*/ 275685 h 275685"/>
                    <a:gd name="csX4" fmla="*/ 0 w 250598"/>
                    <a:gd name="csY4" fmla="*/ 0 h 275685"/>
                    <a:gd name="csX0" fmla="*/ 0 w 305073"/>
                    <a:gd name="csY0" fmla="*/ 0 h 279576"/>
                    <a:gd name="csX1" fmla="*/ 250598 w 305073"/>
                    <a:gd name="csY1" fmla="*/ 0 h 279576"/>
                    <a:gd name="csX2" fmla="*/ 305073 w 305073"/>
                    <a:gd name="csY2" fmla="*/ 279576 h 279576"/>
                    <a:gd name="csX3" fmla="*/ 0 w 305073"/>
                    <a:gd name="csY3" fmla="*/ 275685 h 279576"/>
                    <a:gd name="csX4" fmla="*/ 0 w 305073"/>
                    <a:gd name="csY4" fmla="*/ 0 h 279576"/>
                    <a:gd name="csX0" fmla="*/ 0 w 293400"/>
                    <a:gd name="csY0" fmla="*/ 0 h 275685"/>
                    <a:gd name="csX1" fmla="*/ 250598 w 293400"/>
                    <a:gd name="csY1" fmla="*/ 0 h 275685"/>
                    <a:gd name="csX2" fmla="*/ 293400 w 293400"/>
                    <a:gd name="csY2" fmla="*/ 267903 h 275685"/>
                    <a:gd name="csX3" fmla="*/ 0 w 293400"/>
                    <a:gd name="csY3" fmla="*/ 275685 h 275685"/>
                    <a:gd name="csX4" fmla="*/ 0 w 293400"/>
                    <a:gd name="csY4" fmla="*/ 0 h 275685"/>
                    <a:gd name="csX0" fmla="*/ 0 w 293400"/>
                    <a:gd name="csY0" fmla="*/ 0 h 275685"/>
                    <a:gd name="csX1" fmla="*/ 250598 w 293400"/>
                    <a:gd name="csY1" fmla="*/ 0 h 275685"/>
                    <a:gd name="csX2" fmla="*/ 293400 w 293400"/>
                    <a:gd name="csY2" fmla="*/ 271794 h 275685"/>
                    <a:gd name="csX3" fmla="*/ 0 w 293400"/>
                    <a:gd name="csY3" fmla="*/ 275685 h 275685"/>
                    <a:gd name="csX4" fmla="*/ 0 w 293400"/>
                    <a:gd name="csY4" fmla="*/ 0 h 275685"/>
                    <a:gd name="csX0" fmla="*/ 0 w 293400"/>
                    <a:gd name="csY0" fmla="*/ 268484 h 544169"/>
                    <a:gd name="csX1" fmla="*/ 293400 w 293400"/>
                    <a:gd name="csY1" fmla="*/ 0 h 544169"/>
                    <a:gd name="csX2" fmla="*/ 293400 w 293400"/>
                    <a:gd name="csY2" fmla="*/ 540278 h 544169"/>
                    <a:gd name="csX3" fmla="*/ 0 w 293400"/>
                    <a:gd name="csY3" fmla="*/ 544169 h 544169"/>
                    <a:gd name="csX4" fmla="*/ 0 w 293400"/>
                    <a:gd name="csY4" fmla="*/ 268484 h 544169"/>
                    <a:gd name="csX0" fmla="*/ 116732 w 293400"/>
                    <a:gd name="csY0" fmla="*/ 15564 h 544169"/>
                    <a:gd name="csX1" fmla="*/ 293400 w 293400"/>
                    <a:gd name="csY1" fmla="*/ 0 h 544169"/>
                    <a:gd name="csX2" fmla="*/ 293400 w 293400"/>
                    <a:gd name="csY2" fmla="*/ 540278 h 544169"/>
                    <a:gd name="csX3" fmla="*/ 0 w 293400"/>
                    <a:gd name="csY3" fmla="*/ 544169 h 544169"/>
                    <a:gd name="csX4" fmla="*/ 116732 w 293400"/>
                    <a:gd name="csY4" fmla="*/ 15564 h 544169"/>
                    <a:gd name="csX0" fmla="*/ 116732 w 293400"/>
                    <a:gd name="csY0" fmla="*/ 15564 h 544169"/>
                    <a:gd name="csX1" fmla="*/ 293400 w 293400"/>
                    <a:gd name="csY1" fmla="*/ 0 h 544169"/>
                    <a:gd name="csX2" fmla="*/ 293400 w 293400"/>
                    <a:gd name="csY2" fmla="*/ 540278 h 544169"/>
                    <a:gd name="csX3" fmla="*/ 0 w 293400"/>
                    <a:gd name="csY3" fmla="*/ 544169 h 544169"/>
                    <a:gd name="csX4" fmla="*/ 58726 w 293400"/>
                    <a:gd name="csY4" fmla="*/ 285793 h 544169"/>
                    <a:gd name="csX5" fmla="*/ 116732 w 293400"/>
                    <a:gd name="csY5" fmla="*/ 15564 h 544169"/>
                    <a:gd name="csX0" fmla="*/ 151391 w 328059"/>
                    <a:gd name="csY0" fmla="*/ 15564 h 544169"/>
                    <a:gd name="csX1" fmla="*/ 328059 w 328059"/>
                    <a:gd name="csY1" fmla="*/ 0 h 544169"/>
                    <a:gd name="csX2" fmla="*/ 328059 w 328059"/>
                    <a:gd name="csY2" fmla="*/ 540278 h 544169"/>
                    <a:gd name="csX3" fmla="*/ 34659 w 328059"/>
                    <a:gd name="csY3" fmla="*/ 544169 h 544169"/>
                    <a:gd name="csX4" fmla="*/ 0 w 328059"/>
                    <a:gd name="csY4" fmla="*/ 196299 h 544169"/>
                    <a:gd name="csX5" fmla="*/ 151391 w 328059"/>
                    <a:gd name="csY5" fmla="*/ 15564 h 544169"/>
                    <a:gd name="csX0" fmla="*/ 315176 w 491844"/>
                    <a:gd name="csY0" fmla="*/ 15564 h 548060"/>
                    <a:gd name="csX1" fmla="*/ 491844 w 491844"/>
                    <a:gd name="csY1" fmla="*/ 0 h 548060"/>
                    <a:gd name="csX2" fmla="*/ 491844 w 491844"/>
                    <a:gd name="csY2" fmla="*/ 540278 h 548060"/>
                    <a:gd name="csX3" fmla="*/ 0 w 491844"/>
                    <a:gd name="csY3" fmla="*/ 548060 h 548060"/>
                    <a:gd name="csX4" fmla="*/ 163785 w 491844"/>
                    <a:gd name="csY4" fmla="*/ 196299 h 548060"/>
                    <a:gd name="csX5" fmla="*/ 315176 w 491844"/>
                    <a:gd name="csY5" fmla="*/ 15564 h 5480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491844" h="548060">
                      <a:moveTo>
                        <a:pt x="315176" y="15564"/>
                      </a:moveTo>
                      <a:lnTo>
                        <a:pt x="491844" y="0"/>
                      </a:lnTo>
                      <a:lnTo>
                        <a:pt x="491844" y="540278"/>
                      </a:lnTo>
                      <a:lnTo>
                        <a:pt x="0" y="548060"/>
                      </a:lnTo>
                      <a:lnTo>
                        <a:pt x="163785" y="196299"/>
                      </a:lnTo>
                      <a:lnTo>
                        <a:pt x="315176" y="15564"/>
                      </a:lnTo>
                      <a:close/>
                    </a:path>
                  </a:pathLst>
                </a:custGeom>
                <a:solidFill>
                  <a:srgbClr val="FFFF50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6">
                  <a:extLst>
                    <a:ext uri="{FF2B5EF4-FFF2-40B4-BE49-F238E27FC236}">
                      <a16:creationId xmlns:a16="http://schemas.microsoft.com/office/drawing/2014/main" id="{5DFE6706-2812-9B5D-4F2E-BECF532BACB8}"/>
                    </a:ext>
                  </a:extLst>
                </p:cNvPr>
                <p:cNvSpPr/>
                <p:nvPr/>
              </p:nvSpPr>
              <p:spPr>
                <a:xfrm>
                  <a:off x="6604132" y="3357072"/>
                  <a:ext cx="168886" cy="158954"/>
                </a:xfrm>
                <a:custGeom>
                  <a:avLst/>
                  <a:gdLst>
                    <a:gd name="csX0" fmla="*/ 0 w 250598"/>
                    <a:gd name="csY0" fmla="*/ 0 h 275685"/>
                    <a:gd name="csX1" fmla="*/ 250598 w 250598"/>
                    <a:gd name="csY1" fmla="*/ 0 h 275685"/>
                    <a:gd name="csX2" fmla="*/ 250598 w 250598"/>
                    <a:gd name="csY2" fmla="*/ 275685 h 275685"/>
                    <a:gd name="csX3" fmla="*/ 0 w 250598"/>
                    <a:gd name="csY3" fmla="*/ 275685 h 275685"/>
                    <a:gd name="csX4" fmla="*/ 0 w 250598"/>
                    <a:gd name="csY4" fmla="*/ 0 h 275685"/>
                    <a:gd name="csX0" fmla="*/ 0 w 305073"/>
                    <a:gd name="csY0" fmla="*/ 0 h 279576"/>
                    <a:gd name="csX1" fmla="*/ 250598 w 305073"/>
                    <a:gd name="csY1" fmla="*/ 0 h 279576"/>
                    <a:gd name="csX2" fmla="*/ 305073 w 305073"/>
                    <a:gd name="csY2" fmla="*/ 279576 h 279576"/>
                    <a:gd name="csX3" fmla="*/ 0 w 305073"/>
                    <a:gd name="csY3" fmla="*/ 275685 h 279576"/>
                    <a:gd name="csX4" fmla="*/ 0 w 305073"/>
                    <a:gd name="csY4" fmla="*/ 0 h 279576"/>
                    <a:gd name="csX0" fmla="*/ 0 w 293400"/>
                    <a:gd name="csY0" fmla="*/ 0 h 275685"/>
                    <a:gd name="csX1" fmla="*/ 250598 w 293400"/>
                    <a:gd name="csY1" fmla="*/ 0 h 275685"/>
                    <a:gd name="csX2" fmla="*/ 293400 w 293400"/>
                    <a:gd name="csY2" fmla="*/ 267903 h 275685"/>
                    <a:gd name="csX3" fmla="*/ 0 w 293400"/>
                    <a:gd name="csY3" fmla="*/ 275685 h 275685"/>
                    <a:gd name="csX4" fmla="*/ 0 w 293400"/>
                    <a:gd name="csY4" fmla="*/ 0 h 275685"/>
                    <a:gd name="csX0" fmla="*/ 0 w 293400"/>
                    <a:gd name="csY0" fmla="*/ 0 h 275685"/>
                    <a:gd name="csX1" fmla="*/ 250598 w 293400"/>
                    <a:gd name="csY1" fmla="*/ 0 h 275685"/>
                    <a:gd name="csX2" fmla="*/ 293400 w 293400"/>
                    <a:gd name="csY2" fmla="*/ 271794 h 275685"/>
                    <a:gd name="csX3" fmla="*/ 0 w 293400"/>
                    <a:gd name="csY3" fmla="*/ 275685 h 275685"/>
                    <a:gd name="csX4" fmla="*/ 0 w 293400"/>
                    <a:gd name="csY4" fmla="*/ 0 h 275685"/>
                    <a:gd name="csX0" fmla="*/ 0 w 293400"/>
                    <a:gd name="csY0" fmla="*/ 0 h 275685"/>
                    <a:gd name="csX1" fmla="*/ 289509 w 293400"/>
                    <a:gd name="csY1" fmla="*/ 124514 h 275685"/>
                    <a:gd name="csX2" fmla="*/ 293400 w 293400"/>
                    <a:gd name="csY2" fmla="*/ 271794 h 275685"/>
                    <a:gd name="csX3" fmla="*/ 0 w 293400"/>
                    <a:gd name="csY3" fmla="*/ 275685 h 275685"/>
                    <a:gd name="csX4" fmla="*/ 0 w 293400"/>
                    <a:gd name="csY4" fmla="*/ 0 h 275685"/>
                    <a:gd name="csX0" fmla="*/ 186771 w 293400"/>
                    <a:gd name="csY0" fmla="*/ 73930 h 151171"/>
                    <a:gd name="csX1" fmla="*/ 289509 w 293400"/>
                    <a:gd name="csY1" fmla="*/ 0 h 151171"/>
                    <a:gd name="csX2" fmla="*/ 293400 w 293400"/>
                    <a:gd name="csY2" fmla="*/ 147280 h 151171"/>
                    <a:gd name="csX3" fmla="*/ 0 w 293400"/>
                    <a:gd name="csY3" fmla="*/ 151171 h 151171"/>
                    <a:gd name="csX4" fmla="*/ 186771 w 293400"/>
                    <a:gd name="csY4" fmla="*/ 73930 h 151171"/>
                    <a:gd name="csX0" fmla="*/ 62257 w 168886"/>
                    <a:gd name="csY0" fmla="*/ 73930 h 158954"/>
                    <a:gd name="csX1" fmla="*/ 164995 w 168886"/>
                    <a:gd name="csY1" fmla="*/ 0 h 158954"/>
                    <a:gd name="csX2" fmla="*/ 168886 w 168886"/>
                    <a:gd name="csY2" fmla="*/ 147280 h 158954"/>
                    <a:gd name="csX3" fmla="*/ 0 w 168886"/>
                    <a:gd name="csY3" fmla="*/ 158954 h 158954"/>
                    <a:gd name="csX4" fmla="*/ 62257 w 168886"/>
                    <a:gd name="csY4" fmla="*/ 73930 h 1589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68886" h="158954">
                      <a:moveTo>
                        <a:pt x="62257" y="73930"/>
                      </a:moveTo>
                      <a:lnTo>
                        <a:pt x="164995" y="0"/>
                      </a:lnTo>
                      <a:lnTo>
                        <a:pt x="168886" y="147280"/>
                      </a:lnTo>
                      <a:lnTo>
                        <a:pt x="0" y="158954"/>
                      </a:lnTo>
                      <a:lnTo>
                        <a:pt x="62257" y="73930"/>
                      </a:lnTo>
                      <a:close/>
                    </a:path>
                  </a:pathLst>
                </a:custGeom>
                <a:solidFill>
                  <a:srgbClr val="941100"/>
                </a:solidFill>
                <a:ln w="6350">
                  <a:solidFill>
                    <a:srgbClr val="982F0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258A834-C2F2-B190-E92D-E3C1CD8D19BA}"/>
                  </a:ext>
                </a:extLst>
              </p:cNvPr>
              <p:cNvGrpSpPr/>
              <p:nvPr/>
            </p:nvGrpSpPr>
            <p:grpSpPr>
              <a:xfrm>
                <a:off x="3113591" y="335665"/>
                <a:ext cx="3680748" cy="5578996"/>
                <a:chOff x="4473239" y="1507832"/>
                <a:chExt cx="995256" cy="1455827"/>
              </a:xfrm>
              <a:solidFill>
                <a:srgbClr val="00B0F0"/>
              </a:solidFill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B8E534F7-8607-A16E-7D8D-E83C486083E5}"/>
                    </a:ext>
                  </a:extLst>
                </p:cNvPr>
                <p:cNvGrpSpPr/>
                <p:nvPr/>
              </p:nvGrpSpPr>
              <p:grpSpPr>
                <a:xfrm>
                  <a:off x="4478770" y="1507832"/>
                  <a:ext cx="986887" cy="1455827"/>
                  <a:chOff x="4478770" y="1507871"/>
                  <a:chExt cx="986887" cy="1455864"/>
                </a:xfrm>
                <a:grpFill/>
              </p:grpSpPr>
              <p:sp>
                <p:nvSpPr>
                  <p:cNvPr id="25" name="Freeform 24">
                    <a:extLst>
                      <a:ext uri="{FF2B5EF4-FFF2-40B4-BE49-F238E27FC236}">
                        <a16:creationId xmlns:a16="http://schemas.microsoft.com/office/drawing/2014/main" id="{CF590CCD-9639-3443-E375-48D4DE0B37C7}"/>
                      </a:ext>
                    </a:extLst>
                  </p:cNvPr>
                  <p:cNvSpPr/>
                  <p:nvPr/>
                </p:nvSpPr>
                <p:spPr>
                  <a:xfrm>
                    <a:off x="4479816" y="1646446"/>
                    <a:ext cx="985841" cy="951849"/>
                  </a:xfrm>
                  <a:custGeom>
                    <a:avLst/>
                    <a:gdLst>
                      <a:gd name="csX0" fmla="*/ 0 w 1212850"/>
                      <a:gd name="csY0" fmla="*/ 0 h 1320800"/>
                      <a:gd name="csX1" fmla="*/ 327025 w 1212850"/>
                      <a:gd name="csY1" fmla="*/ 1158875 h 1320800"/>
                      <a:gd name="csX2" fmla="*/ 431800 w 1212850"/>
                      <a:gd name="csY2" fmla="*/ 1260475 h 1320800"/>
                      <a:gd name="csX3" fmla="*/ 488950 w 1212850"/>
                      <a:gd name="csY3" fmla="*/ 1279525 h 1320800"/>
                      <a:gd name="csX4" fmla="*/ 546100 w 1212850"/>
                      <a:gd name="csY4" fmla="*/ 1257300 h 1320800"/>
                      <a:gd name="csX5" fmla="*/ 606425 w 1212850"/>
                      <a:gd name="csY5" fmla="*/ 1228725 h 1320800"/>
                      <a:gd name="csX6" fmla="*/ 679450 w 1212850"/>
                      <a:gd name="csY6" fmla="*/ 1212850 h 1320800"/>
                      <a:gd name="csX7" fmla="*/ 746125 w 1212850"/>
                      <a:gd name="csY7" fmla="*/ 1209675 h 1320800"/>
                      <a:gd name="csX8" fmla="*/ 822325 w 1212850"/>
                      <a:gd name="csY8" fmla="*/ 1222375 h 1320800"/>
                      <a:gd name="csX9" fmla="*/ 876300 w 1212850"/>
                      <a:gd name="csY9" fmla="*/ 1238250 h 1320800"/>
                      <a:gd name="csX10" fmla="*/ 914400 w 1212850"/>
                      <a:gd name="csY10" fmla="*/ 1276350 h 1320800"/>
                      <a:gd name="csX11" fmla="*/ 942975 w 1212850"/>
                      <a:gd name="csY11" fmla="*/ 1320800 h 1320800"/>
                      <a:gd name="csX12" fmla="*/ 965200 w 1212850"/>
                      <a:gd name="csY12" fmla="*/ 1301750 h 1320800"/>
                      <a:gd name="csX13" fmla="*/ 1006475 w 1212850"/>
                      <a:gd name="csY13" fmla="*/ 1311275 h 1320800"/>
                      <a:gd name="csX14" fmla="*/ 1006475 w 1212850"/>
                      <a:gd name="csY14" fmla="*/ 1311275 h 1320800"/>
                      <a:gd name="csX15" fmla="*/ 1089025 w 1212850"/>
                      <a:gd name="csY15" fmla="*/ 1190625 h 1320800"/>
                      <a:gd name="csX16" fmla="*/ 1127125 w 1212850"/>
                      <a:gd name="csY16" fmla="*/ 1108075 h 1320800"/>
                      <a:gd name="csX17" fmla="*/ 1187450 w 1212850"/>
                      <a:gd name="csY17" fmla="*/ 1038225 h 1320800"/>
                      <a:gd name="csX18" fmla="*/ 1212850 w 1212850"/>
                      <a:gd name="csY18" fmla="*/ 1003300 h 1320800"/>
                      <a:gd name="csX0" fmla="*/ 0 w 968375"/>
                      <a:gd name="csY0" fmla="*/ 0 h 692150"/>
                      <a:gd name="csX1" fmla="*/ 82550 w 968375"/>
                      <a:gd name="csY1" fmla="*/ 530225 h 692150"/>
                      <a:gd name="csX2" fmla="*/ 187325 w 968375"/>
                      <a:gd name="csY2" fmla="*/ 631825 h 692150"/>
                      <a:gd name="csX3" fmla="*/ 244475 w 968375"/>
                      <a:gd name="csY3" fmla="*/ 650875 h 692150"/>
                      <a:gd name="csX4" fmla="*/ 301625 w 968375"/>
                      <a:gd name="csY4" fmla="*/ 628650 h 692150"/>
                      <a:gd name="csX5" fmla="*/ 361950 w 968375"/>
                      <a:gd name="csY5" fmla="*/ 600075 h 692150"/>
                      <a:gd name="csX6" fmla="*/ 434975 w 968375"/>
                      <a:gd name="csY6" fmla="*/ 584200 h 692150"/>
                      <a:gd name="csX7" fmla="*/ 501650 w 968375"/>
                      <a:gd name="csY7" fmla="*/ 581025 h 692150"/>
                      <a:gd name="csX8" fmla="*/ 577850 w 968375"/>
                      <a:gd name="csY8" fmla="*/ 593725 h 692150"/>
                      <a:gd name="csX9" fmla="*/ 631825 w 968375"/>
                      <a:gd name="csY9" fmla="*/ 609600 h 692150"/>
                      <a:gd name="csX10" fmla="*/ 669925 w 968375"/>
                      <a:gd name="csY10" fmla="*/ 647700 h 692150"/>
                      <a:gd name="csX11" fmla="*/ 698500 w 968375"/>
                      <a:gd name="csY11" fmla="*/ 692150 h 692150"/>
                      <a:gd name="csX12" fmla="*/ 720725 w 968375"/>
                      <a:gd name="csY12" fmla="*/ 673100 h 692150"/>
                      <a:gd name="csX13" fmla="*/ 762000 w 968375"/>
                      <a:gd name="csY13" fmla="*/ 682625 h 692150"/>
                      <a:gd name="csX14" fmla="*/ 762000 w 968375"/>
                      <a:gd name="csY14" fmla="*/ 682625 h 692150"/>
                      <a:gd name="csX15" fmla="*/ 844550 w 968375"/>
                      <a:gd name="csY15" fmla="*/ 561975 h 692150"/>
                      <a:gd name="csX16" fmla="*/ 882650 w 968375"/>
                      <a:gd name="csY16" fmla="*/ 479425 h 692150"/>
                      <a:gd name="csX17" fmla="*/ 942975 w 968375"/>
                      <a:gd name="csY17" fmla="*/ 409575 h 692150"/>
                      <a:gd name="csX18" fmla="*/ 968375 w 968375"/>
                      <a:gd name="csY18" fmla="*/ 374650 h 692150"/>
                      <a:gd name="csX0" fmla="*/ 0 w 968375"/>
                      <a:gd name="csY0" fmla="*/ 0 h 692150"/>
                      <a:gd name="csX1" fmla="*/ 8827 w 968375"/>
                      <a:gd name="csY1" fmla="*/ 82970 h 692150"/>
                      <a:gd name="csX2" fmla="*/ 82550 w 968375"/>
                      <a:gd name="csY2" fmla="*/ 530225 h 692150"/>
                      <a:gd name="csX3" fmla="*/ 187325 w 968375"/>
                      <a:gd name="csY3" fmla="*/ 631825 h 692150"/>
                      <a:gd name="csX4" fmla="*/ 244475 w 968375"/>
                      <a:gd name="csY4" fmla="*/ 650875 h 692150"/>
                      <a:gd name="csX5" fmla="*/ 301625 w 968375"/>
                      <a:gd name="csY5" fmla="*/ 628650 h 692150"/>
                      <a:gd name="csX6" fmla="*/ 361950 w 968375"/>
                      <a:gd name="csY6" fmla="*/ 600075 h 692150"/>
                      <a:gd name="csX7" fmla="*/ 434975 w 968375"/>
                      <a:gd name="csY7" fmla="*/ 584200 h 692150"/>
                      <a:gd name="csX8" fmla="*/ 501650 w 968375"/>
                      <a:gd name="csY8" fmla="*/ 581025 h 692150"/>
                      <a:gd name="csX9" fmla="*/ 577850 w 968375"/>
                      <a:gd name="csY9" fmla="*/ 593725 h 692150"/>
                      <a:gd name="csX10" fmla="*/ 631825 w 968375"/>
                      <a:gd name="csY10" fmla="*/ 609600 h 692150"/>
                      <a:gd name="csX11" fmla="*/ 669925 w 968375"/>
                      <a:gd name="csY11" fmla="*/ 647700 h 692150"/>
                      <a:gd name="csX12" fmla="*/ 698500 w 968375"/>
                      <a:gd name="csY12" fmla="*/ 692150 h 692150"/>
                      <a:gd name="csX13" fmla="*/ 720725 w 968375"/>
                      <a:gd name="csY13" fmla="*/ 673100 h 692150"/>
                      <a:gd name="csX14" fmla="*/ 762000 w 968375"/>
                      <a:gd name="csY14" fmla="*/ 682625 h 692150"/>
                      <a:gd name="csX15" fmla="*/ 762000 w 968375"/>
                      <a:gd name="csY15" fmla="*/ 682625 h 692150"/>
                      <a:gd name="csX16" fmla="*/ 844550 w 968375"/>
                      <a:gd name="csY16" fmla="*/ 561975 h 692150"/>
                      <a:gd name="csX17" fmla="*/ 882650 w 968375"/>
                      <a:gd name="csY17" fmla="*/ 479425 h 692150"/>
                      <a:gd name="csX18" fmla="*/ 942975 w 968375"/>
                      <a:gd name="csY18" fmla="*/ 409575 h 692150"/>
                      <a:gd name="csX19" fmla="*/ 968375 w 968375"/>
                      <a:gd name="csY19" fmla="*/ 374650 h 692150"/>
                      <a:gd name="csX0" fmla="*/ 0 w 974634"/>
                      <a:gd name="csY0" fmla="*/ 0 h 942849"/>
                      <a:gd name="csX1" fmla="*/ 15086 w 974634"/>
                      <a:gd name="csY1" fmla="*/ 333669 h 942849"/>
                      <a:gd name="csX2" fmla="*/ 88809 w 974634"/>
                      <a:gd name="csY2" fmla="*/ 780924 h 942849"/>
                      <a:gd name="csX3" fmla="*/ 193584 w 974634"/>
                      <a:gd name="csY3" fmla="*/ 882524 h 942849"/>
                      <a:gd name="csX4" fmla="*/ 250734 w 974634"/>
                      <a:gd name="csY4" fmla="*/ 901574 h 942849"/>
                      <a:gd name="csX5" fmla="*/ 307884 w 974634"/>
                      <a:gd name="csY5" fmla="*/ 879349 h 942849"/>
                      <a:gd name="csX6" fmla="*/ 368209 w 974634"/>
                      <a:gd name="csY6" fmla="*/ 850774 h 942849"/>
                      <a:gd name="csX7" fmla="*/ 441234 w 974634"/>
                      <a:gd name="csY7" fmla="*/ 834899 h 942849"/>
                      <a:gd name="csX8" fmla="*/ 507909 w 974634"/>
                      <a:gd name="csY8" fmla="*/ 831724 h 942849"/>
                      <a:gd name="csX9" fmla="*/ 584109 w 974634"/>
                      <a:gd name="csY9" fmla="*/ 844424 h 942849"/>
                      <a:gd name="csX10" fmla="*/ 638084 w 974634"/>
                      <a:gd name="csY10" fmla="*/ 860299 h 942849"/>
                      <a:gd name="csX11" fmla="*/ 676184 w 974634"/>
                      <a:gd name="csY11" fmla="*/ 898399 h 942849"/>
                      <a:gd name="csX12" fmla="*/ 704759 w 974634"/>
                      <a:gd name="csY12" fmla="*/ 942849 h 942849"/>
                      <a:gd name="csX13" fmla="*/ 726984 w 974634"/>
                      <a:gd name="csY13" fmla="*/ 923799 h 942849"/>
                      <a:gd name="csX14" fmla="*/ 768259 w 974634"/>
                      <a:gd name="csY14" fmla="*/ 933324 h 942849"/>
                      <a:gd name="csX15" fmla="*/ 768259 w 974634"/>
                      <a:gd name="csY15" fmla="*/ 933324 h 942849"/>
                      <a:gd name="csX16" fmla="*/ 850809 w 974634"/>
                      <a:gd name="csY16" fmla="*/ 812674 h 942849"/>
                      <a:gd name="csX17" fmla="*/ 888909 w 974634"/>
                      <a:gd name="csY17" fmla="*/ 730124 h 942849"/>
                      <a:gd name="csX18" fmla="*/ 949234 w 974634"/>
                      <a:gd name="csY18" fmla="*/ 660274 h 942849"/>
                      <a:gd name="csX19" fmla="*/ 974634 w 974634"/>
                      <a:gd name="csY19" fmla="*/ 625349 h 942849"/>
                      <a:gd name="csX0" fmla="*/ 0 w 974634"/>
                      <a:gd name="csY0" fmla="*/ 0 h 942849"/>
                      <a:gd name="csX1" fmla="*/ 5697 w 974634"/>
                      <a:gd name="csY1" fmla="*/ 297423 h 942849"/>
                      <a:gd name="csX2" fmla="*/ 88809 w 974634"/>
                      <a:gd name="csY2" fmla="*/ 780924 h 942849"/>
                      <a:gd name="csX3" fmla="*/ 193584 w 974634"/>
                      <a:gd name="csY3" fmla="*/ 882524 h 942849"/>
                      <a:gd name="csX4" fmla="*/ 250734 w 974634"/>
                      <a:gd name="csY4" fmla="*/ 901574 h 942849"/>
                      <a:gd name="csX5" fmla="*/ 307884 w 974634"/>
                      <a:gd name="csY5" fmla="*/ 879349 h 942849"/>
                      <a:gd name="csX6" fmla="*/ 368209 w 974634"/>
                      <a:gd name="csY6" fmla="*/ 850774 h 942849"/>
                      <a:gd name="csX7" fmla="*/ 441234 w 974634"/>
                      <a:gd name="csY7" fmla="*/ 834899 h 942849"/>
                      <a:gd name="csX8" fmla="*/ 507909 w 974634"/>
                      <a:gd name="csY8" fmla="*/ 831724 h 942849"/>
                      <a:gd name="csX9" fmla="*/ 584109 w 974634"/>
                      <a:gd name="csY9" fmla="*/ 844424 h 942849"/>
                      <a:gd name="csX10" fmla="*/ 638084 w 974634"/>
                      <a:gd name="csY10" fmla="*/ 860299 h 942849"/>
                      <a:gd name="csX11" fmla="*/ 676184 w 974634"/>
                      <a:gd name="csY11" fmla="*/ 898399 h 942849"/>
                      <a:gd name="csX12" fmla="*/ 704759 w 974634"/>
                      <a:gd name="csY12" fmla="*/ 942849 h 942849"/>
                      <a:gd name="csX13" fmla="*/ 726984 w 974634"/>
                      <a:gd name="csY13" fmla="*/ 923799 h 942849"/>
                      <a:gd name="csX14" fmla="*/ 768259 w 974634"/>
                      <a:gd name="csY14" fmla="*/ 933324 h 942849"/>
                      <a:gd name="csX15" fmla="*/ 768259 w 974634"/>
                      <a:gd name="csY15" fmla="*/ 933324 h 942849"/>
                      <a:gd name="csX16" fmla="*/ 850809 w 974634"/>
                      <a:gd name="csY16" fmla="*/ 812674 h 942849"/>
                      <a:gd name="csX17" fmla="*/ 888909 w 974634"/>
                      <a:gd name="csY17" fmla="*/ 730124 h 942849"/>
                      <a:gd name="csX18" fmla="*/ 949234 w 974634"/>
                      <a:gd name="csY18" fmla="*/ 660274 h 942849"/>
                      <a:gd name="csX19" fmla="*/ 974634 w 974634"/>
                      <a:gd name="csY19" fmla="*/ 625349 h 942849"/>
                      <a:gd name="csX0" fmla="*/ 0 w 949234"/>
                      <a:gd name="csY0" fmla="*/ 0 h 942849"/>
                      <a:gd name="csX1" fmla="*/ 5697 w 949234"/>
                      <a:gd name="csY1" fmla="*/ 297423 h 942849"/>
                      <a:gd name="csX2" fmla="*/ 88809 w 949234"/>
                      <a:gd name="csY2" fmla="*/ 780924 h 942849"/>
                      <a:gd name="csX3" fmla="*/ 193584 w 949234"/>
                      <a:gd name="csY3" fmla="*/ 882524 h 942849"/>
                      <a:gd name="csX4" fmla="*/ 250734 w 949234"/>
                      <a:gd name="csY4" fmla="*/ 901574 h 942849"/>
                      <a:gd name="csX5" fmla="*/ 307884 w 949234"/>
                      <a:gd name="csY5" fmla="*/ 879349 h 942849"/>
                      <a:gd name="csX6" fmla="*/ 368209 w 949234"/>
                      <a:gd name="csY6" fmla="*/ 850774 h 942849"/>
                      <a:gd name="csX7" fmla="*/ 441234 w 949234"/>
                      <a:gd name="csY7" fmla="*/ 834899 h 942849"/>
                      <a:gd name="csX8" fmla="*/ 507909 w 949234"/>
                      <a:gd name="csY8" fmla="*/ 831724 h 942849"/>
                      <a:gd name="csX9" fmla="*/ 584109 w 949234"/>
                      <a:gd name="csY9" fmla="*/ 844424 h 942849"/>
                      <a:gd name="csX10" fmla="*/ 638084 w 949234"/>
                      <a:gd name="csY10" fmla="*/ 860299 h 942849"/>
                      <a:gd name="csX11" fmla="*/ 676184 w 949234"/>
                      <a:gd name="csY11" fmla="*/ 898399 h 942849"/>
                      <a:gd name="csX12" fmla="*/ 704759 w 949234"/>
                      <a:gd name="csY12" fmla="*/ 942849 h 942849"/>
                      <a:gd name="csX13" fmla="*/ 726984 w 949234"/>
                      <a:gd name="csY13" fmla="*/ 923799 h 942849"/>
                      <a:gd name="csX14" fmla="*/ 768259 w 949234"/>
                      <a:gd name="csY14" fmla="*/ 933324 h 942849"/>
                      <a:gd name="csX15" fmla="*/ 768259 w 949234"/>
                      <a:gd name="csY15" fmla="*/ 933324 h 942849"/>
                      <a:gd name="csX16" fmla="*/ 850809 w 949234"/>
                      <a:gd name="csY16" fmla="*/ 812674 h 942849"/>
                      <a:gd name="csX17" fmla="*/ 888909 w 949234"/>
                      <a:gd name="csY17" fmla="*/ 730124 h 942849"/>
                      <a:gd name="csX18" fmla="*/ 949234 w 949234"/>
                      <a:gd name="csY18" fmla="*/ 660274 h 942849"/>
                      <a:gd name="csX19" fmla="*/ 921428 w 949234"/>
                      <a:gd name="csY19" fmla="*/ 546817 h 942849"/>
                      <a:gd name="csX0" fmla="*/ 0 w 949234"/>
                      <a:gd name="csY0" fmla="*/ 0 h 942849"/>
                      <a:gd name="csX1" fmla="*/ 5697 w 949234"/>
                      <a:gd name="csY1" fmla="*/ 297423 h 942849"/>
                      <a:gd name="csX2" fmla="*/ 88809 w 949234"/>
                      <a:gd name="csY2" fmla="*/ 780924 h 942849"/>
                      <a:gd name="csX3" fmla="*/ 193584 w 949234"/>
                      <a:gd name="csY3" fmla="*/ 882524 h 942849"/>
                      <a:gd name="csX4" fmla="*/ 250734 w 949234"/>
                      <a:gd name="csY4" fmla="*/ 901574 h 942849"/>
                      <a:gd name="csX5" fmla="*/ 307884 w 949234"/>
                      <a:gd name="csY5" fmla="*/ 879349 h 942849"/>
                      <a:gd name="csX6" fmla="*/ 368209 w 949234"/>
                      <a:gd name="csY6" fmla="*/ 850774 h 942849"/>
                      <a:gd name="csX7" fmla="*/ 441234 w 949234"/>
                      <a:gd name="csY7" fmla="*/ 834899 h 942849"/>
                      <a:gd name="csX8" fmla="*/ 507909 w 949234"/>
                      <a:gd name="csY8" fmla="*/ 831724 h 942849"/>
                      <a:gd name="csX9" fmla="*/ 584109 w 949234"/>
                      <a:gd name="csY9" fmla="*/ 844424 h 942849"/>
                      <a:gd name="csX10" fmla="*/ 638084 w 949234"/>
                      <a:gd name="csY10" fmla="*/ 860299 h 942849"/>
                      <a:gd name="csX11" fmla="*/ 676184 w 949234"/>
                      <a:gd name="csY11" fmla="*/ 898399 h 942849"/>
                      <a:gd name="csX12" fmla="*/ 704759 w 949234"/>
                      <a:gd name="csY12" fmla="*/ 942849 h 942849"/>
                      <a:gd name="csX13" fmla="*/ 726984 w 949234"/>
                      <a:gd name="csY13" fmla="*/ 923799 h 942849"/>
                      <a:gd name="csX14" fmla="*/ 768259 w 949234"/>
                      <a:gd name="csY14" fmla="*/ 933324 h 942849"/>
                      <a:gd name="csX15" fmla="*/ 768259 w 949234"/>
                      <a:gd name="csY15" fmla="*/ 933324 h 942849"/>
                      <a:gd name="csX16" fmla="*/ 850809 w 949234"/>
                      <a:gd name="csY16" fmla="*/ 812674 h 942849"/>
                      <a:gd name="csX17" fmla="*/ 888909 w 949234"/>
                      <a:gd name="csY17" fmla="*/ 730124 h 942849"/>
                      <a:gd name="csX18" fmla="*/ 949234 w 949234"/>
                      <a:gd name="csY18" fmla="*/ 660274 h 942849"/>
                      <a:gd name="csX19" fmla="*/ 938358 w 949234"/>
                      <a:gd name="csY19" fmla="*/ 608532 h 942849"/>
                      <a:gd name="csX20" fmla="*/ 921428 w 949234"/>
                      <a:gd name="csY20" fmla="*/ 546817 h 942849"/>
                      <a:gd name="csX0" fmla="*/ 0 w 985304"/>
                      <a:gd name="csY0" fmla="*/ 0 h 942849"/>
                      <a:gd name="csX1" fmla="*/ 5697 w 985304"/>
                      <a:gd name="csY1" fmla="*/ 297423 h 942849"/>
                      <a:gd name="csX2" fmla="*/ 88809 w 985304"/>
                      <a:gd name="csY2" fmla="*/ 780924 h 942849"/>
                      <a:gd name="csX3" fmla="*/ 193584 w 985304"/>
                      <a:gd name="csY3" fmla="*/ 882524 h 942849"/>
                      <a:gd name="csX4" fmla="*/ 250734 w 985304"/>
                      <a:gd name="csY4" fmla="*/ 901574 h 942849"/>
                      <a:gd name="csX5" fmla="*/ 307884 w 985304"/>
                      <a:gd name="csY5" fmla="*/ 879349 h 942849"/>
                      <a:gd name="csX6" fmla="*/ 368209 w 985304"/>
                      <a:gd name="csY6" fmla="*/ 850774 h 942849"/>
                      <a:gd name="csX7" fmla="*/ 441234 w 985304"/>
                      <a:gd name="csY7" fmla="*/ 834899 h 942849"/>
                      <a:gd name="csX8" fmla="*/ 507909 w 985304"/>
                      <a:gd name="csY8" fmla="*/ 831724 h 942849"/>
                      <a:gd name="csX9" fmla="*/ 584109 w 985304"/>
                      <a:gd name="csY9" fmla="*/ 844424 h 942849"/>
                      <a:gd name="csX10" fmla="*/ 638084 w 985304"/>
                      <a:gd name="csY10" fmla="*/ 860299 h 942849"/>
                      <a:gd name="csX11" fmla="*/ 676184 w 985304"/>
                      <a:gd name="csY11" fmla="*/ 898399 h 942849"/>
                      <a:gd name="csX12" fmla="*/ 704759 w 985304"/>
                      <a:gd name="csY12" fmla="*/ 942849 h 942849"/>
                      <a:gd name="csX13" fmla="*/ 726984 w 985304"/>
                      <a:gd name="csY13" fmla="*/ 923799 h 942849"/>
                      <a:gd name="csX14" fmla="*/ 768259 w 985304"/>
                      <a:gd name="csY14" fmla="*/ 933324 h 942849"/>
                      <a:gd name="csX15" fmla="*/ 768259 w 985304"/>
                      <a:gd name="csY15" fmla="*/ 933324 h 942849"/>
                      <a:gd name="csX16" fmla="*/ 850809 w 985304"/>
                      <a:gd name="csY16" fmla="*/ 812674 h 942849"/>
                      <a:gd name="csX17" fmla="*/ 888909 w 985304"/>
                      <a:gd name="csY17" fmla="*/ 730124 h 942849"/>
                      <a:gd name="csX18" fmla="*/ 949234 w 985304"/>
                      <a:gd name="csY18" fmla="*/ 660274 h 942849"/>
                      <a:gd name="csX19" fmla="*/ 985304 w 985304"/>
                      <a:gd name="csY19" fmla="*/ 635716 h 942849"/>
                      <a:gd name="csX20" fmla="*/ 921428 w 985304"/>
                      <a:gd name="csY20" fmla="*/ 546817 h 942849"/>
                      <a:gd name="csX0" fmla="*/ 0 w 985304"/>
                      <a:gd name="csY0" fmla="*/ 2908 h 945757"/>
                      <a:gd name="csX1" fmla="*/ 5697 w 985304"/>
                      <a:gd name="csY1" fmla="*/ 300331 h 945757"/>
                      <a:gd name="csX2" fmla="*/ 88809 w 985304"/>
                      <a:gd name="csY2" fmla="*/ 783832 h 945757"/>
                      <a:gd name="csX3" fmla="*/ 193584 w 985304"/>
                      <a:gd name="csY3" fmla="*/ 885432 h 945757"/>
                      <a:gd name="csX4" fmla="*/ 250734 w 985304"/>
                      <a:gd name="csY4" fmla="*/ 904482 h 945757"/>
                      <a:gd name="csX5" fmla="*/ 307884 w 985304"/>
                      <a:gd name="csY5" fmla="*/ 882257 h 945757"/>
                      <a:gd name="csX6" fmla="*/ 368209 w 985304"/>
                      <a:gd name="csY6" fmla="*/ 853682 h 945757"/>
                      <a:gd name="csX7" fmla="*/ 441234 w 985304"/>
                      <a:gd name="csY7" fmla="*/ 837807 h 945757"/>
                      <a:gd name="csX8" fmla="*/ 507909 w 985304"/>
                      <a:gd name="csY8" fmla="*/ 834632 h 945757"/>
                      <a:gd name="csX9" fmla="*/ 584109 w 985304"/>
                      <a:gd name="csY9" fmla="*/ 847332 h 945757"/>
                      <a:gd name="csX10" fmla="*/ 638084 w 985304"/>
                      <a:gd name="csY10" fmla="*/ 863207 h 945757"/>
                      <a:gd name="csX11" fmla="*/ 676184 w 985304"/>
                      <a:gd name="csY11" fmla="*/ 901307 h 945757"/>
                      <a:gd name="csX12" fmla="*/ 704759 w 985304"/>
                      <a:gd name="csY12" fmla="*/ 945757 h 945757"/>
                      <a:gd name="csX13" fmla="*/ 726984 w 985304"/>
                      <a:gd name="csY13" fmla="*/ 926707 h 945757"/>
                      <a:gd name="csX14" fmla="*/ 768259 w 985304"/>
                      <a:gd name="csY14" fmla="*/ 936232 h 945757"/>
                      <a:gd name="csX15" fmla="*/ 768259 w 985304"/>
                      <a:gd name="csY15" fmla="*/ 936232 h 945757"/>
                      <a:gd name="csX16" fmla="*/ 850809 w 985304"/>
                      <a:gd name="csY16" fmla="*/ 815582 h 945757"/>
                      <a:gd name="csX17" fmla="*/ 888909 w 985304"/>
                      <a:gd name="csY17" fmla="*/ 733032 h 945757"/>
                      <a:gd name="csX18" fmla="*/ 949234 w 985304"/>
                      <a:gd name="csY18" fmla="*/ 663182 h 945757"/>
                      <a:gd name="csX19" fmla="*/ 985304 w 985304"/>
                      <a:gd name="csY19" fmla="*/ 638624 h 945757"/>
                      <a:gd name="csX20" fmla="*/ 977763 w 985304"/>
                      <a:gd name="csY20" fmla="*/ 0 h 945757"/>
                      <a:gd name="csX0" fmla="*/ 0 w 978991"/>
                      <a:gd name="csY0" fmla="*/ 2908 h 945757"/>
                      <a:gd name="csX1" fmla="*/ 5697 w 978991"/>
                      <a:gd name="csY1" fmla="*/ 300331 h 945757"/>
                      <a:gd name="csX2" fmla="*/ 88809 w 978991"/>
                      <a:gd name="csY2" fmla="*/ 783832 h 945757"/>
                      <a:gd name="csX3" fmla="*/ 193584 w 978991"/>
                      <a:gd name="csY3" fmla="*/ 885432 h 945757"/>
                      <a:gd name="csX4" fmla="*/ 250734 w 978991"/>
                      <a:gd name="csY4" fmla="*/ 904482 h 945757"/>
                      <a:gd name="csX5" fmla="*/ 307884 w 978991"/>
                      <a:gd name="csY5" fmla="*/ 882257 h 945757"/>
                      <a:gd name="csX6" fmla="*/ 368209 w 978991"/>
                      <a:gd name="csY6" fmla="*/ 853682 h 945757"/>
                      <a:gd name="csX7" fmla="*/ 441234 w 978991"/>
                      <a:gd name="csY7" fmla="*/ 837807 h 945757"/>
                      <a:gd name="csX8" fmla="*/ 507909 w 978991"/>
                      <a:gd name="csY8" fmla="*/ 834632 h 945757"/>
                      <a:gd name="csX9" fmla="*/ 584109 w 978991"/>
                      <a:gd name="csY9" fmla="*/ 847332 h 945757"/>
                      <a:gd name="csX10" fmla="*/ 638084 w 978991"/>
                      <a:gd name="csY10" fmla="*/ 863207 h 945757"/>
                      <a:gd name="csX11" fmla="*/ 676184 w 978991"/>
                      <a:gd name="csY11" fmla="*/ 901307 h 945757"/>
                      <a:gd name="csX12" fmla="*/ 704759 w 978991"/>
                      <a:gd name="csY12" fmla="*/ 945757 h 945757"/>
                      <a:gd name="csX13" fmla="*/ 726984 w 978991"/>
                      <a:gd name="csY13" fmla="*/ 926707 h 945757"/>
                      <a:gd name="csX14" fmla="*/ 768259 w 978991"/>
                      <a:gd name="csY14" fmla="*/ 936232 h 945757"/>
                      <a:gd name="csX15" fmla="*/ 768259 w 978991"/>
                      <a:gd name="csY15" fmla="*/ 936232 h 945757"/>
                      <a:gd name="csX16" fmla="*/ 850809 w 978991"/>
                      <a:gd name="csY16" fmla="*/ 815582 h 945757"/>
                      <a:gd name="csX17" fmla="*/ 888909 w 978991"/>
                      <a:gd name="csY17" fmla="*/ 733032 h 945757"/>
                      <a:gd name="csX18" fmla="*/ 949234 w 978991"/>
                      <a:gd name="csY18" fmla="*/ 663182 h 945757"/>
                      <a:gd name="csX19" fmla="*/ 978991 w 978991"/>
                      <a:gd name="csY19" fmla="*/ 641670 h 945757"/>
                      <a:gd name="csX20" fmla="*/ 977763 w 978991"/>
                      <a:gd name="csY20" fmla="*/ 0 h 945757"/>
                      <a:gd name="csX0" fmla="*/ 2720 w 981711"/>
                      <a:gd name="csY0" fmla="*/ 2908 h 945757"/>
                      <a:gd name="csX1" fmla="*/ 0 w 981711"/>
                      <a:gd name="csY1" fmla="*/ 290177 h 945757"/>
                      <a:gd name="csX2" fmla="*/ 91529 w 981711"/>
                      <a:gd name="csY2" fmla="*/ 783832 h 945757"/>
                      <a:gd name="csX3" fmla="*/ 196304 w 981711"/>
                      <a:gd name="csY3" fmla="*/ 885432 h 945757"/>
                      <a:gd name="csX4" fmla="*/ 253454 w 981711"/>
                      <a:gd name="csY4" fmla="*/ 904482 h 945757"/>
                      <a:gd name="csX5" fmla="*/ 310604 w 981711"/>
                      <a:gd name="csY5" fmla="*/ 882257 h 945757"/>
                      <a:gd name="csX6" fmla="*/ 370929 w 981711"/>
                      <a:gd name="csY6" fmla="*/ 853682 h 945757"/>
                      <a:gd name="csX7" fmla="*/ 443954 w 981711"/>
                      <a:gd name="csY7" fmla="*/ 837807 h 945757"/>
                      <a:gd name="csX8" fmla="*/ 510629 w 981711"/>
                      <a:gd name="csY8" fmla="*/ 834632 h 945757"/>
                      <a:gd name="csX9" fmla="*/ 586829 w 981711"/>
                      <a:gd name="csY9" fmla="*/ 847332 h 945757"/>
                      <a:gd name="csX10" fmla="*/ 640804 w 981711"/>
                      <a:gd name="csY10" fmla="*/ 863207 h 945757"/>
                      <a:gd name="csX11" fmla="*/ 678904 w 981711"/>
                      <a:gd name="csY11" fmla="*/ 901307 h 945757"/>
                      <a:gd name="csX12" fmla="*/ 707479 w 981711"/>
                      <a:gd name="csY12" fmla="*/ 945757 h 945757"/>
                      <a:gd name="csX13" fmla="*/ 729704 w 981711"/>
                      <a:gd name="csY13" fmla="*/ 926707 h 945757"/>
                      <a:gd name="csX14" fmla="*/ 770979 w 981711"/>
                      <a:gd name="csY14" fmla="*/ 936232 h 945757"/>
                      <a:gd name="csX15" fmla="*/ 770979 w 981711"/>
                      <a:gd name="csY15" fmla="*/ 936232 h 945757"/>
                      <a:gd name="csX16" fmla="*/ 853529 w 981711"/>
                      <a:gd name="csY16" fmla="*/ 815582 h 945757"/>
                      <a:gd name="csX17" fmla="*/ 891629 w 981711"/>
                      <a:gd name="csY17" fmla="*/ 733032 h 945757"/>
                      <a:gd name="csX18" fmla="*/ 951954 w 981711"/>
                      <a:gd name="csY18" fmla="*/ 663182 h 945757"/>
                      <a:gd name="csX19" fmla="*/ 981711 w 981711"/>
                      <a:gd name="csY19" fmla="*/ 641670 h 945757"/>
                      <a:gd name="csX20" fmla="*/ 980483 w 981711"/>
                      <a:gd name="csY20" fmla="*/ 0 h 945757"/>
                      <a:gd name="csX0" fmla="*/ 219 w 982366"/>
                      <a:gd name="csY0" fmla="*/ 0 h 948941"/>
                      <a:gd name="csX1" fmla="*/ 655 w 982366"/>
                      <a:gd name="csY1" fmla="*/ 293361 h 948941"/>
                      <a:gd name="csX2" fmla="*/ 92184 w 982366"/>
                      <a:gd name="csY2" fmla="*/ 787016 h 948941"/>
                      <a:gd name="csX3" fmla="*/ 196959 w 982366"/>
                      <a:gd name="csY3" fmla="*/ 888616 h 948941"/>
                      <a:gd name="csX4" fmla="*/ 254109 w 982366"/>
                      <a:gd name="csY4" fmla="*/ 907666 h 948941"/>
                      <a:gd name="csX5" fmla="*/ 311259 w 982366"/>
                      <a:gd name="csY5" fmla="*/ 885441 h 948941"/>
                      <a:gd name="csX6" fmla="*/ 371584 w 982366"/>
                      <a:gd name="csY6" fmla="*/ 856866 h 948941"/>
                      <a:gd name="csX7" fmla="*/ 444609 w 982366"/>
                      <a:gd name="csY7" fmla="*/ 840991 h 948941"/>
                      <a:gd name="csX8" fmla="*/ 511284 w 982366"/>
                      <a:gd name="csY8" fmla="*/ 837816 h 948941"/>
                      <a:gd name="csX9" fmla="*/ 587484 w 982366"/>
                      <a:gd name="csY9" fmla="*/ 850516 h 948941"/>
                      <a:gd name="csX10" fmla="*/ 641459 w 982366"/>
                      <a:gd name="csY10" fmla="*/ 866391 h 948941"/>
                      <a:gd name="csX11" fmla="*/ 679559 w 982366"/>
                      <a:gd name="csY11" fmla="*/ 904491 h 948941"/>
                      <a:gd name="csX12" fmla="*/ 708134 w 982366"/>
                      <a:gd name="csY12" fmla="*/ 948941 h 948941"/>
                      <a:gd name="csX13" fmla="*/ 730359 w 982366"/>
                      <a:gd name="csY13" fmla="*/ 929891 h 948941"/>
                      <a:gd name="csX14" fmla="*/ 771634 w 982366"/>
                      <a:gd name="csY14" fmla="*/ 939416 h 948941"/>
                      <a:gd name="csX15" fmla="*/ 771634 w 982366"/>
                      <a:gd name="csY15" fmla="*/ 939416 h 948941"/>
                      <a:gd name="csX16" fmla="*/ 854184 w 982366"/>
                      <a:gd name="csY16" fmla="*/ 818766 h 948941"/>
                      <a:gd name="csX17" fmla="*/ 892284 w 982366"/>
                      <a:gd name="csY17" fmla="*/ 736216 h 948941"/>
                      <a:gd name="csX18" fmla="*/ 952609 w 982366"/>
                      <a:gd name="csY18" fmla="*/ 666366 h 948941"/>
                      <a:gd name="csX19" fmla="*/ 982366 w 982366"/>
                      <a:gd name="csY19" fmla="*/ 644854 h 948941"/>
                      <a:gd name="csX20" fmla="*/ 981138 w 982366"/>
                      <a:gd name="csY20" fmla="*/ 3184 h 948941"/>
                      <a:gd name="csX0" fmla="*/ 219 w 985841"/>
                      <a:gd name="csY0" fmla="*/ 2908 h 951849"/>
                      <a:gd name="csX1" fmla="*/ 655 w 985841"/>
                      <a:gd name="csY1" fmla="*/ 296269 h 951849"/>
                      <a:gd name="csX2" fmla="*/ 92184 w 985841"/>
                      <a:gd name="csY2" fmla="*/ 789924 h 951849"/>
                      <a:gd name="csX3" fmla="*/ 196959 w 985841"/>
                      <a:gd name="csY3" fmla="*/ 891524 h 951849"/>
                      <a:gd name="csX4" fmla="*/ 254109 w 985841"/>
                      <a:gd name="csY4" fmla="*/ 910574 h 951849"/>
                      <a:gd name="csX5" fmla="*/ 311259 w 985841"/>
                      <a:gd name="csY5" fmla="*/ 888349 h 951849"/>
                      <a:gd name="csX6" fmla="*/ 371584 w 985841"/>
                      <a:gd name="csY6" fmla="*/ 859774 h 951849"/>
                      <a:gd name="csX7" fmla="*/ 444609 w 985841"/>
                      <a:gd name="csY7" fmla="*/ 843899 h 951849"/>
                      <a:gd name="csX8" fmla="*/ 511284 w 985841"/>
                      <a:gd name="csY8" fmla="*/ 840724 h 951849"/>
                      <a:gd name="csX9" fmla="*/ 587484 w 985841"/>
                      <a:gd name="csY9" fmla="*/ 853424 h 951849"/>
                      <a:gd name="csX10" fmla="*/ 641459 w 985841"/>
                      <a:gd name="csY10" fmla="*/ 869299 h 951849"/>
                      <a:gd name="csX11" fmla="*/ 679559 w 985841"/>
                      <a:gd name="csY11" fmla="*/ 907399 h 951849"/>
                      <a:gd name="csX12" fmla="*/ 708134 w 985841"/>
                      <a:gd name="csY12" fmla="*/ 951849 h 951849"/>
                      <a:gd name="csX13" fmla="*/ 730359 w 985841"/>
                      <a:gd name="csY13" fmla="*/ 932799 h 951849"/>
                      <a:gd name="csX14" fmla="*/ 771634 w 985841"/>
                      <a:gd name="csY14" fmla="*/ 942324 h 951849"/>
                      <a:gd name="csX15" fmla="*/ 771634 w 985841"/>
                      <a:gd name="csY15" fmla="*/ 942324 h 951849"/>
                      <a:gd name="csX16" fmla="*/ 854184 w 985841"/>
                      <a:gd name="csY16" fmla="*/ 821674 h 951849"/>
                      <a:gd name="csX17" fmla="*/ 892284 w 985841"/>
                      <a:gd name="csY17" fmla="*/ 739124 h 951849"/>
                      <a:gd name="csX18" fmla="*/ 952609 w 985841"/>
                      <a:gd name="csY18" fmla="*/ 669274 h 951849"/>
                      <a:gd name="csX19" fmla="*/ 982366 w 985841"/>
                      <a:gd name="csY19" fmla="*/ 647762 h 951849"/>
                      <a:gd name="csX20" fmla="*/ 985347 w 985841"/>
                      <a:gd name="csY20" fmla="*/ 0 h 95184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985841" h="951849">
                        <a:moveTo>
                          <a:pt x="219" y="2908"/>
                        </a:moveTo>
                        <a:cubicBezTo>
                          <a:pt x="-688" y="98664"/>
                          <a:pt x="1562" y="200513"/>
                          <a:pt x="655" y="296269"/>
                        </a:cubicBezTo>
                        <a:lnTo>
                          <a:pt x="92184" y="789924"/>
                        </a:lnTo>
                        <a:lnTo>
                          <a:pt x="196959" y="891524"/>
                        </a:lnTo>
                        <a:lnTo>
                          <a:pt x="254109" y="910574"/>
                        </a:lnTo>
                        <a:lnTo>
                          <a:pt x="311259" y="888349"/>
                        </a:lnTo>
                        <a:lnTo>
                          <a:pt x="371584" y="859774"/>
                        </a:lnTo>
                        <a:lnTo>
                          <a:pt x="444609" y="843899"/>
                        </a:lnTo>
                        <a:lnTo>
                          <a:pt x="511284" y="840724"/>
                        </a:lnTo>
                        <a:lnTo>
                          <a:pt x="587484" y="853424"/>
                        </a:lnTo>
                        <a:lnTo>
                          <a:pt x="641459" y="869299"/>
                        </a:lnTo>
                        <a:lnTo>
                          <a:pt x="679559" y="907399"/>
                        </a:lnTo>
                        <a:lnTo>
                          <a:pt x="708134" y="951849"/>
                        </a:lnTo>
                        <a:lnTo>
                          <a:pt x="730359" y="932799"/>
                        </a:lnTo>
                        <a:lnTo>
                          <a:pt x="771634" y="942324"/>
                        </a:lnTo>
                        <a:lnTo>
                          <a:pt x="771634" y="942324"/>
                        </a:lnTo>
                        <a:lnTo>
                          <a:pt x="854184" y="821674"/>
                        </a:lnTo>
                        <a:lnTo>
                          <a:pt x="892284" y="739124"/>
                        </a:lnTo>
                        <a:lnTo>
                          <a:pt x="952609" y="669274"/>
                        </a:lnTo>
                        <a:lnTo>
                          <a:pt x="982366" y="647762"/>
                        </a:lnTo>
                        <a:cubicBezTo>
                          <a:pt x="979852" y="434887"/>
                          <a:pt x="987861" y="212875"/>
                          <a:pt x="985347" y="0"/>
                        </a:cubicBezTo>
                      </a:path>
                    </a:pathLst>
                  </a:custGeom>
                  <a:solidFill>
                    <a:srgbClr val="00B0F0">
                      <a:alpha val="78000"/>
                    </a:srgbClr>
                  </a:solidFill>
                  <a:ln w="6350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64C13667-D87E-BEA7-BE3C-57FBDF098F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8770" y="1507871"/>
                    <a:ext cx="0" cy="1455864"/>
                  </a:xfrm>
                  <a:prstGeom prst="line">
                    <a:avLst/>
                  </a:prstGeom>
                  <a:grpFill/>
                  <a:ln w="508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AD3E62A7-B76A-6F89-F8CC-A6A5DCF905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63097" y="1507871"/>
                    <a:ext cx="0" cy="1455864"/>
                  </a:xfrm>
                  <a:prstGeom prst="line">
                    <a:avLst/>
                  </a:prstGeom>
                  <a:grpFill/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458326AB-694F-CE1D-8DCD-84BF81CC13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85939" y="1587459"/>
                  <a:ext cx="971886" cy="4481"/>
                </a:xfrm>
                <a:prstGeom prst="line">
                  <a:avLst/>
                </a:prstGeom>
                <a:grpFill/>
                <a:ln w="31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52EC553D-7831-B2A7-F0CF-3C193B430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79589" y="1644608"/>
                  <a:ext cx="971886" cy="4481"/>
                </a:xfrm>
                <a:prstGeom prst="line">
                  <a:avLst/>
                </a:prstGeom>
                <a:grpFill/>
                <a:ln w="31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03EA2AB5-B3FD-598A-46E7-F43BA1A68E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76414" y="2012898"/>
                  <a:ext cx="971886" cy="4481"/>
                </a:xfrm>
                <a:prstGeom prst="line">
                  <a:avLst/>
                </a:prstGeom>
                <a:grpFill/>
                <a:ln w="31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AD70234-62A7-37AB-543F-D466D0D569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79589" y="2439646"/>
                  <a:ext cx="988906" cy="0"/>
                </a:xfrm>
                <a:prstGeom prst="line">
                  <a:avLst/>
                </a:prstGeom>
                <a:grpFill/>
                <a:ln w="31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60392319-DB93-E683-09F3-67ED0C2AF8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73239" y="2505075"/>
                  <a:ext cx="971886" cy="4481"/>
                </a:xfrm>
                <a:prstGeom prst="line">
                  <a:avLst/>
                </a:prstGeom>
                <a:grpFill/>
                <a:ln w="31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79286EB-845F-873D-23A6-12D87635DFFC}"/>
                  </a:ext>
                </a:extLst>
              </p:cNvPr>
              <p:cNvSpPr txBox="1"/>
              <p:nvPr/>
            </p:nvSpPr>
            <p:spPr>
              <a:xfrm>
                <a:off x="4680857" y="335665"/>
                <a:ext cx="6174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NAP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1FA4FD9-2F57-146B-3414-AAF9B456CEA4}"/>
                  </a:ext>
                </a:extLst>
              </p:cNvPr>
              <p:cNvSpPr txBox="1"/>
              <p:nvPr/>
            </p:nvSpPr>
            <p:spPr>
              <a:xfrm>
                <a:off x="5545266" y="599461"/>
                <a:ext cx="575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-0.4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7F8C7D1-716B-2E12-BFF7-912E083E7CED}"/>
                  </a:ext>
                </a:extLst>
              </p:cNvPr>
              <p:cNvSpPr txBox="1"/>
              <p:nvPr/>
            </p:nvSpPr>
            <p:spPr>
              <a:xfrm>
                <a:off x="5545265" y="1995149"/>
                <a:ext cx="575799" cy="369332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-3.0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0A56DA6-381F-BF10-96FC-63895930E642}"/>
                  </a:ext>
                </a:extLst>
              </p:cNvPr>
              <p:cNvSpPr txBox="1"/>
              <p:nvPr/>
            </p:nvSpPr>
            <p:spPr>
              <a:xfrm>
                <a:off x="5513925" y="3639475"/>
                <a:ext cx="575799" cy="369332"/>
              </a:xfrm>
              <a:prstGeom prst="rect">
                <a:avLst/>
              </a:prstGeom>
              <a:solidFill>
                <a:schemeClr val="bg1">
                  <a:alpha val="62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-6.0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7BF8E86-C4A6-78BB-AC97-116B8F58C7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4417" y="4439947"/>
                <a:ext cx="3657264" cy="0"/>
              </a:xfrm>
              <a:prstGeom prst="line">
                <a:avLst/>
              </a:prstGeom>
              <a:solidFill>
                <a:srgbClr val="00B0F0"/>
              </a:solidFill>
              <a:ln w="31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C586847-9ADF-E699-3E73-7D9ECFBD52B1}"/>
                  </a:ext>
                </a:extLst>
              </p:cNvPr>
              <p:cNvSpPr txBox="1"/>
              <p:nvPr/>
            </p:nvSpPr>
            <p:spPr>
              <a:xfrm>
                <a:off x="4614015" y="4192091"/>
                <a:ext cx="575799" cy="369332"/>
              </a:xfrm>
              <a:prstGeom prst="rect">
                <a:avLst/>
              </a:prstGeom>
              <a:solidFill>
                <a:schemeClr val="bg1">
                  <a:alpha val="64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-7.0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0116466-CADB-000D-38E5-8889DAD25081}"/>
                  </a:ext>
                </a:extLst>
              </p:cNvPr>
              <p:cNvSpPr txBox="1"/>
              <p:nvPr/>
            </p:nvSpPr>
            <p:spPr>
              <a:xfrm>
                <a:off x="2475206" y="5630668"/>
                <a:ext cx="575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-9.4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C4A7893-60B4-DB18-9D0B-E7735E3B614D}"/>
                  </a:ext>
                </a:extLst>
              </p:cNvPr>
              <p:cNvSpPr txBox="1"/>
              <p:nvPr/>
            </p:nvSpPr>
            <p:spPr>
              <a:xfrm>
                <a:off x="5522822" y="104717"/>
                <a:ext cx="620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+0.6</a:t>
                </a: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1EADB9F-6D19-5734-E2D4-70FDD4F1A1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79816" y="357781"/>
                <a:ext cx="496832" cy="2374"/>
              </a:xfrm>
              <a:prstGeom prst="line">
                <a:avLst/>
              </a:prstGeom>
              <a:solidFill>
                <a:srgbClr val="00B0F0"/>
              </a:solidFill>
              <a:ln w="31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93ECB5A-33B2-9486-08D8-5FB6D8EF31AE}"/>
                </a:ext>
              </a:extLst>
            </p:cNvPr>
            <p:cNvGrpSpPr/>
            <p:nvPr/>
          </p:nvGrpSpPr>
          <p:grpSpPr>
            <a:xfrm>
              <a:off x="896472" y="1344704"/>
              <a:ext cx="80682" cy="3189402"/>
              <a:chOff x="1102660" y="1371599"/>
              <a:chExt cx="80682" cy="3189402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0D6920F-9D30-0821-E7B5-3CB68C2D388D}"/>
                  </a:ext>
                </a:extLst>
              </p:cNvPr>
              <p:cNvSpPr/>
              <p:nvPr/>
            </p:nvSpPr>
            <p:spPr>
              <a:xfrm>
                <a:off x="1102660" y="4157283"/>
                <a:ext cx="80682" cy="403718"/>
              </a:xfrm>
              <a:prstGeom prst="roundRect">
                <a:avLst/>
              </a:prstGeom>
              <a:pattFill prst="ltHorz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888E9BE-468C-FF3A-1A28-EFB52BE4A140}"/>
                  </a:ext>
                </a:extLst>
              </p:cNvPr>
              <p:cNvSpPr/>
              <p:nvPr/>
            </p:nvSpPr>
            <p:spPr>
              <a:xfrm>
                <a:off x="1102660" y="1371599"/>
                <a:ext cx="80657" cy="27856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5481A49-2128-8745-FA5E-DB8EEC24C013}"/>
                </a:ext>
              </a:extLst>
            </p:cNvPr>
            <p:cNvGrpSpPr/>
            <p:nvPr/>
          </p:nvGrpSpPr>
          <p:grpSpPr>
            <a:xfrm>
              <a:off x="251012" y="206188"/>
              <a:ext cx="2868705" cy="1425388"/>
              <a:chOff x="251012" y="206188"/>
              <a:chExt cx="2868705" cy="1425388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443338E4-23F7-B4CF-621F-BB75BC0FC47D}"/>
                  </a:ext>
                </a:extLst>
              </p:cNvPr>
              <p:cNvSpPr/>
              <p:nvPr/>
            </p:nvSpPr>
            <p:spPr>
              <a:xfrm>
                <a:off x="1577788" y="206188"/>
                <a:ext cx="1541929" cy="1425388"/>
              </a:xfrm>
              <a:custGeom>
                <a:avLst/>
                <a:gdLst>
                  <a:gd name="csX0" fmla="*/ 1541929 w 1541929"/>
                  <a:gd name="csY0" fmla="*/ 170330 h 1425388"/>
                  <a:gd name="csX1" fmla="*/ 1066800 w 1541929"/>
                  <a:gd name="csY1" fmla="*/ 0 h 1425388"/>
                  <a:gd name="csX2" fmla="*/ 609600 w 1541929"/>
                  <a:gd name="csY2" fmla="*/ 0 h 1425388"/>
                  <a:gd name="csX3" fmla="*/ 0 w 1541929"/>
                  <a:gd name="csY3" fmla="*/ 1425388 h 1425388"/>
                  <a:gd name="csX4" fmla="*/ 1515035 w 1541929"/>
                  <a:gd name="csY4" fmla="*/ 1425388 h 1425388"/>
                  <a:gd name="csX5" fmla="*/ 1541929 w 1541929"/>
                  <a:gd name="csY5" fmla="*/ 170330 h 14253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541929" h="1425388">
                    <a:moveTo>
                      <a:pt x="1541929" y="170330"/>
                    </a:moveTo>
                    <a:lnTo>
                      <a:pt x="1066800" y="0"/>
                    </a:lnTo>
                    <a:lnTo>
                      <a:pt x="609600" y="0"/>
                    </a:lnTo>
                    <a:lnTo>
                      <a:pt x="0" y="1425388"/>
                    </a:lnTo>
                    <a:lnTo>
                      <a:pt x="1515035" y="1425388"/>
                    </a:lnTo>
                    <a:cubicBezTo>
                      <a:pt x="1518023" y="1016000"/>
                      <a:pt x="1521012" y="606612"/>
                      <a:pt x="1541929" y="170330"/>
                    </a:cubicBezTo>
                    <a:close/>
                  </a:path>
                </a:pathLst>
              </a:custGeom>
              <a:solidFill>
                <a:srgbClr val="AAFF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0CCD5D-3692-BEE1-C03B-99E5DAAFEBE1}"/>
                  </a:ext>
                </a:extLst>
              </p:cNvPr>
              <p:cNvSpPr/>
              <p:nvPr/>
            </p:nvSpPr>
            <p:spPr>
              <a:xfrm>
                <a:off x="251012" y="233082"/>
                <a:ext cx="2859741" cy="1380565"/>
              </a:xfrm>
              <a:custGeom>
                <a:avLst/>
                <a:gdLst>
                  <a:gd name="csX0" fmla="*/ 0 w 2859741"/>
                  <a:gd name="csY0" fmla="*/ 1371600 h 1380565"/>
                  <a:gd name="csX1" fmla="*/ 1335741 w 2859741"/>
                  <a:gd name="csY1" fmla="*/ 1380565 h 1380565"/>
                  <a:gd name="csX2" fmla="*/ 1936376 w 2859741"/>
                  <a:gd name="csY2" fmla="*/ 0 h 1380565"/>
                  <a:gd name="csX3" fmla="*/ 2420470 w 2859741"/>
                  <a:gd name="csY3" fmla="*/ 0 h 1380565"/>
                  <a:gd name="csX4" fmla="*/ 2859741 w 2859741"/>
                  <a:gd name="csY4" fmla="*/ 170330 h 13805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859741" h="1380565">
                    <a:moveTo>
                      <a:pt x="0" y="1371600"/>
                    </a:moveTo>
                    <a:lnTo>
                      <a:pt x="1335741" y="1380565"/>
                    </a:lnTo>
                    <a:lnTo>
                      <a:pt x="1936376" y="0"/>
                    </a:lnTo>
                    <a:lnTo>
                      <a:pt x="2420470" y="0"/>
                    </a:lnTo>
                    <a:lnTo>
                      <a:pt x="2859741" y="17033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7AACCB8-8AD4-D613-70BC-5689C67B684B}"/>
                </a:ext>
              </a:extLst>
            </p:cNvPr>
            <p:cNvGrpSpPr/>
            <p:nvPr/>
          </p:nvGrpSpPr>
          <p:grpSpPr>
            <a:xfrm flipH="1">
              <a:off x="6795239" y="224117"/>
              <a:ext cx="2868705" cy="1142735"/>
              <a:chOff x="251012" y="206188"/>
              <a:chExt cx="2868705" cy="1425388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0BE4288C-53B7-FA65-965D-3586E51E5701}"/>
                  </a:ext>
                </a:extLst>
              </p:cNvPr>
              <p:cNvSpPr/>
              <p:nvPr/>
            </p:nvSpPr>
            <p:spPr>
              <a:xfrm>
                <a:off x="1577788" y="206188"/>
                <a:ext cx="1541929" cy="1425388"/>
              </a:xfrm>
              <a:custGeom>
                <a:avLst/>
                <a:gdLst>
                  <a:gd name="csX0" fmla="*/ 1541929 w 1541929"/>
                  <a:gd name="csY0" fmla="*/ 170330 h 1425388"/>
                  <a:gd name="csX1" fmla="*/ 1066800 w 1541929"/>
                  <a:gd name="csY1" fmla="*/ 0 h 1425388"/>
                  <a:gd name="csX2" fmla="*/ 609600 w 1541929"/>
                  <a:gd name="csY2" fmla="*/ 0 h 1425388"/>
                  <a:gd name="csX3" fmla="*/ 0 w 1541929"/>
                  <a:gd name="csY3" fmla="*/ 1425388 h 1425388"/>
                  <a:gd name="csX4" fmla="*/ 1515035 w 1541929"/>
                  <a:gd name="csY4" fmla="*/ 1425388 h 1425388"/>
                  <a:gd name="csX5" fmla="*/ 1541929 w 1541929"/>
                  <a:gd name="csY5" fmla="*/ 170330 h 1425388"/>
                  <a:gd name="csX0" fmla="*/ 1541929 w 1541929"/>
                  <a:gd name="csY0" fmla="*/ 170330 h 1425388"/>
                  <a:gd name="csX1" fmla="*/ 1066800 w 1541929"/>
                  <a:gd name="csY1" fmla="*/ 0 h 1425388"/>
                  <a:gd name="csX2" fmla="*/ 609600 w 1541929"/>
                  <a:gd name="csY2" fmla="*/ 0 h 1425388"/>
                  <a:gd name="csX3" fmla="*/ 0 w 1541929"/>
                  <a:gd name="csY3" fmla="*/ 1425388 h 1425388"/>
                  <a:gd name="csX4" fmla="*/ 1515035 w 1541929"/>
                  <a:gd name="csY4" fmla="*/ 1425388 h 1425388"/>
                  <a:gd name="csX5" fmla="*/ 1541929 w 1541929"/>
                  <a:gd name="csY5" fmla="*/ 170330 h 14253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541929" h="1425388">
                    <a:moveTo>
                      <a:pt x="1541929" y="170330"/>
                    </a:moveTo>
                    <a:lnTo>
                      <a:pt x="1066800" y="0"/>
                    </a:lnTo>
                    <a:lnTo>
                      <a:pt x="609600" y="0"/>
                    </a:lnTo>
                    <a:lnTo>
                      <a:pt x="0" y="1425388"/>
                    </a:lnTo>
                    <a:lnTo>
                      <a:pt x="1515035" y="1425388"/>
                    </a:lnTo>
                    <a:cubicBezTo>
                      <a:pt x="1518023" y="1016000"/>
                      <a:pt x="1521012" y="606612"/>
                      <a:pt x="1541929" y="170330"/>
                    </a:cubicBezTo>
                    <a:close/>
                  </a:path>
                </a:pathLst>
              </a:custGeom>
              <a:solidFill>
                <a:srgbClr val="AAFF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47CFF11-E470-F9BC-048A-CDB23B074439}"/>
                  </a:ext>
                </a:extLst>
              </p:cNvPr>
              <p:cNvSpPr/>
              <p:nvPr/>
            </p:nvSpPr>
            <p:spPr>
              <a:xfrm>
                <a:off x="251012" y="233082"/>
                <a:ext cx="2859741" cy="1380565"/>
              </a:xfrm>
              <a:custGeom>
                <a:avLst/>
                <a:gdLst>
                  <a:gd name="csX0" fmla="*/ 0 w 2859741"/>
                  <a:gd name="csY0" fmla="*/ 1371600 h 1380565"/>
                  <a:gd name="csX1" fmla="*/ 1335741 w 2859741"/>
                  <a:gd name="csY1" fmla="*/ 1380565 h 1380565"/>
                  <a:gd name="csX2" fmla="*/ 1936376 w 2859741"/>
                  <a:gd name="csY2" fmla="*/ 0 h 1380565"/>
                  <a:gd name="csX3" fmla="*/ 2420470 w 2859741"/>
                  <a:gd name="csY3" fmla="*/ 0 h 1380565"/>
                  <a:gd name="csX4" fmla="*/ 2859741 w 2859741"/>
                  <a:gd name="csY4" fmla="*/ 170330 h 13805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859741" h="1380565">
                    <a:moveTo>
                      <a:pt x="0" y="1371600"/>
                    </a:moveTo>
                    <a:lnTo>
                      <a:pt x="1335741" y="1380565"/>
                    </a:lnTo>
                    <a:lnTo>
                      <a:pt x="1936376" y="0"/>
                    </a:lnTo>
                    <a:lnTo>
                      <a:pt x="2420470" y="0"/>
                    </a:lnTo>
                    <a:lnTo>
                      <a:pt x="2859741" y="17033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A1F93E1-C7AA-928E-E85A-2F941BCF1BB0}"/>
                </a:ext>
              </a:extLst>
            </p:cNvPr>
            <p:cNvGrpSpPr/>
            <p:nvPr/>
          </p:nvGrpSpPr>
          <p:grpSpPr>
            <a:xfrm>
              <a:off x="2985244" y="217715"/>
              <a:ext cx="80682" cy="4110202"/>
              <a:chOff x="2985244" y="217715"/>
              <a:chExt cx="80682" cy="4110202"/>
            </a:xfrm>
          </p:grpSpPr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152F9BFC-5007-22CA-35EC-FF868F24ADA7}"/>
                  </a:ext>
                </a:extLst>
              </p:cNvPr>
              <p:cNvSpPr/>
              <p:nvPr/>
            </p:nvSpPr>
            <p:spPr>
              <a:xfrm>
                <a:off x="2985244" y="3924199"/>
                <a:ext cx="80682" cy="403718"/>
              </a:xfrm>
              <a:prstGeom prst="roundRect">
                <a:avLst/>
              </a:prstGeom>
              <a:pattFill prst="ltHorz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7BEAC30-D14B-6E19-0A5C-0A6BFDEDDF85}"/>
                  </a:ext>
                </a:extLst>
              </p:cNvPr>
              <p:cNvSpPr/>
              <p:nvPr/>
            </p:nvSpPr>
            <p:spPr>
              <a:xfrm>
                <a:off x="2994210" y="217715"/>
                <a:ext cx="67644" cy="37064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6C74626-56C7-E5FA-6CFE-448B0DEE9692}"/>
                </a:ext>
              </a:extLst>
            </p:cNvPr>
            <p:cNvGrpSpPr/>
            <p:nvPr/>
          </p:nvGrpSpPr>
          <p:grpSpPr>
            <a:xfrm>
              <a:off x="3218327" y="226679"/>
              <a:ext cx="80682" cy="4110202"/>
              <a:chOff x="2985244" y="217715"/>
              <a:chExt cx="80682" cy="4110202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EB04A56C-A080-005B-657C-5479FA22ABDB}"/>
                  </a:ext>
                </a:extLst>
              </p:cNvPr>
              <p:cNvSpPr/>
              <p:nvPr/>
            </p:nvSpPr>
            <p:spPr>
              <a:xfrm>
                <a:off x="2985244" y="3924199"/>
                <a:ext cx="80682" cy="403718"/>
              </a:xfrm>
              <a:prstGeom prst="roundRect">
                <a:avLst/>
              </a:prstGeom>
              <a:pattFill prst="ltHorz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D047A71-8B62-7A77-AB95-C016B5DB246F}"/>
                  </a:ext>
                </a:extLst>
              </p:cNvPr>
              <p:cNvSpPr/>
              <p:nvPr/>
            </p:nvSpPr>
            <p:spPr>
              <a:xfrm>
                <a:off x="2994210" y="217715"/>
                <a:ext cx="67644" cy="37064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921D8CEA-814A-916F-CBA7-9F264D98166E}"/>
                </a:ext>
              </a:extLst>
            </p:cNvPr>
            <p:cNvGrpSpPr/>
            <p:nvPr/>
          </p:nvGrpSpPr>
          <p:grpSpPr>
            <a:xfrm>
              <a:off x="6615952" y="-69159"/>
              <a:ext cx="80682" cy="4110202"/>
              <a:chOff x="2985244" y="217715"/>
              <a:chExt cx="80682" cy="4110202"/>
            </a:xfrm>
          </p:grpSpPr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D8DA5BD8-9B22-6BD2-6096-436B0732A19E}"/>
                  </a:ext>
                </a:extLst>
              </p:cNvPr>
              <p:cNvSpPr/>
              <p:nvPr/>
            </p:nvSpPr>
            <p:spPr>
              <a:xfrm>
                <a:off x="2985244" y="3924199"/>
                <a:ext cx="80682" cy="403718"/>
              </a:xfrm>
              <a:prstGeom prst="roundRect">
                <a:avLst/>
              </a:prstGeom>
              <a:pattFill prst="ltHorz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E8BA8FC-A19B-EA05-EAB6-5519E132DE7D}"/>
                  </a:ext>
                </a:extLst>
              </p:cNvPr>
              <p:cNvSpPr/>
              <p:nvPr/>
            </p:nvSpPr>
            <p:spPr>
              <a:xfrm>
                <a:off x="2994210" y="217715"/>
                <a:ext cx="67644" cy="37064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34BCF26-F070-C251-6209-404917ECC514}"/>
                </a:ext>
              </a:extLst>
            </p:cNvPr>
            <p:cNvGrpSpPr/>
            <p:nvPr/>
          </p:nvGrpSpPr>
          <p:grpSpPr>
            <a:xfrm>
              <a:off x="6866965" y="-42267"/>
              <a:ext cx="80682" cy="4110202"/>
              <a:chOff x="2985244" y="217715"/>
              <a:chExt cx="80682" cy="4110202"/>
            </a:xfrm>
          </p:grpSpPr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DD29A74B-70B4-8488-BB87-706D0F68864E}"/>
                  </a:ext>
                </a:extLst>
              </p:cNvPr>
              <p:cNvSpPr/>
              <p:nvPr/>
            </p:nvSpPr>
            <p:spPr>
              <a:xfrm>
                <a:off x="2985244" y="3924199"/>
                <a:ext cx="80682" cy="403718"/>
              </a:xfrm>
              <a:prstGeom prst="roundRect">
                <a:avLst/>
              </a:prstGeom>
              <a:pattFill prst="ltHorz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F0B0758-09AD-28A5-44EA-F1A2F028E8BD}"/>
                  </a:ext>
                </a:extLst>
              </p:cNvPr>
              <p:cNvSpPr/>
              <p:nvPr/>
            </p:nvSpPr>
            <p:spPr>
              <a:xfrm>
                <a:off x="2994210" y="217715"/>
                <a:ext cx="67644" cy="37064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1D981E9-523C-ADDC-C8EA-576E759304FD}"/>
                </a:ext>
              </a:extLst>
            </p:cNvPr>
            <p:cNvSpPr/>
            <p:nvPr/>
          </p:nvSpPr>
          <p:spPr>
            <a:xfrm>
              <a:off x="3379694" y="3227294"/>
              <a:ext cx="3218330" cy="1281953"/>
            </a:xfrm>
            <a:custGeom>
              <a:avLst/>
              <a:gdLst>
                <a:gd name="csX0" fmla="*/ 0 w 3218330"/>
                <a:gd name="csY0" fmla="*/ 0 h 1281953"/>
                <a:gd name="csX1" fmla="*/ 134471 w 3218330"/>
                <a:gd name="csY1" fmla="*/ 618565 h 1281953"/>
                <a:gd name="csX2" fmla="*/ 394447 w 3218330"/>
                <a:gd name="csY2" fmla="*/ 896471 h 1281953"/>
                <a:gd name="csX3" fmla="*/ 636494 w 3218330"/>
                <a:gd name="csY3" fmla="*/ 1039906 h 1281953"/>
                <a:gd name="csX4" fmla="*/ 860612 w 3218330"/>
                <a:gd name="csY4" fmla="*/ 995082 h 1281953"/>
                <a:gd name="csX5" fmla="*/ 1290918 w 3218330"/>
                <a:gd name="csY5" fmla="*/ 815788 h 1281953"/>
                <a:gd name="csX6" fmla="*/ 1550894 w 3218330"/>
                <a:gd name="csY6" fmla="*/ 824753 h 1281953"/>
                <a:gd name="csX7" fmla="*/ 1972235 w 3218330"/>
                <a:gd name="csY7" fmla="*/ 869577 h 1281953"/>
                <a:gd name="csX8" fmla="*/ 2196353 w 3218330"/>
                <a:gd name="csY8" fmla="*/ 968188 h 1281953"/>
                <a:gd name="csX9" fmla="*/ 2384612 w 3218330"/>
                <a:gd name="csY9" fmla="*/ 1147482 h 1281953"/>
                <a:gd name="csX10" fmla="*/ 2599765 w 3218330"/>
                <a:gd name="csY10" fmla="*/ 1156447 h 1281953"/>
                <a:gd name="csX11" fmla="*/ 2779059 w 3218330"/>
                <a:gd name="csY11" fmla="*/ 905435 h 1281953"/>
                <a:gd name="csX12" fmla="*/ 2940424 w 3218330"/>
                <a:gd name="csY12" fmla="*/ 609600 h 1281953"/>
                <a:gd name="csX13" fmla="*/ 3048000 w 3218330"/>
                <a:gd name="csY13" fmla="*/ 412377 h 1281953"/>
                <a:gd name="csX14" fmla="*/ 3218330 w 3218330"/>
                <a:gd name="csY14" fmla="*/ 277906 h 1281953"/>
                <a:gd name="csX15" fmla="*/ 3092824 w 3218330"/>
                <a:gd name="csY15" fmla="*/ 466165 h 1281953"/>
                <a:gd name="csX16" fmla="*/ 2886635 w 3218330"/>
                <a:gd name="csY16" fmla="*/ 833718 h 1281953"/>
                <a:gd name="csX17" fmla="*/ 2590800 w 3218330"/>
                <a:gd name="csY17" fmla="*/ 1281953 h 1281953"/>
                <a:gd name="csX18" fmla="*/ 2483224 w 3218330"/>
                <a:gd name="csY18" fmla="*/ 1228165 h 1281953"/>
                <a:gd name="csX19" fmla="*/ 2366682 w 3218330"/>
                <a:gd name="csY19" fmla="*/ 1272988 h 1281953"/>
                <a:gd name="csX20" fmla="*/ 2178424 w 3218330"/>
                <a:gd name="csY20" fmla="*/ 1013012 h 1281953"/>
                <a:gd name="csX21" fmla="*/ 2115671 w 3218330"/>
                <a:gd name="csY21" fmla="*/ 959224 h 1281953"/>
                <a:gd name="csX22" fmla="*/ 1801906 w 3218330"/>
                <a:gd name="csY22" fmla="*/ 887506 h 1281953"/>
                <a:gd name="csX23" fmla="*/ 1640541 w 3218330"/>
                <a:gd name="csY23" fmla="*/ 869577 h 1281953"/>
                <a:gd name="csX24" fmla="*/ 1434353 w 3218330"/>
                <a:gd name="csY24" fmla="*/ 869577 h 1281953"/>
                <a:gd name="csX25" fmla="*/ 1192306 w 3218330"/>
                <a:gd name="csY25" fmla="*/ 923365 h 1281953"/>
                <a:gd name="csX26" fmla="*/ 1004047 w 3218330"/>
                <a:gd name="csY26" fmla="*/ 1004047 h 1281953"/>
                <a:gd name="csX27" fmla="*/ 699247 w 3218330"/>
                <a:gd name="csY27" fmla="*/ 1138518 h 1281953"/>
                <a:gd name="csX28" fmla="*/ 484094 w 3218330"/>
                <a:gd name="csY28" fmla="*/ 1057835 h 1281953"/>
                <a:gd name="csX29" fmla="*/ 107577 w 3218330"/>
                <a:gd name="csY29" fmla="*/ 681318 h 1281953"/>
                <a:gd name="csX30" fmla="*/ 0 w 3218330"/>
                <a:gd name="csY30" fmla="*/ 0 h 12819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3218330" h="1281953">
                  <a:moveTo>
                    <a:pt x="0" y="0"/>
                  </a:moveTo>
                  <a:lnTo>
                    <a:pt x="134471" y="618565"/>
                  </a:lnTo>
                  <a:lnTo>
                    <a:pt x="394447" y="896471"/>
                  </a:lnTo>
                  <a:lnTo>
                    <a:pt x="636494" y="1039906"/>
                  </a:lnTo>
                  <a:lnTo>
                    <a:pt x="860612" y="995082"/>
                  </a:lnTo>
                  <a:lnTo>
                    <a:pt x="1290918" y="815788"/>
                  </a:lnTo>
                  <a:lnTo>
                    <a:pt x="1550894" y="824753"/>
                  </a:lnTo>
                  <a:lnTo>
                    <a:pt x="1972235" y="869577"/>
                  </a:lnTo>
                  <a:lnTo>
                    <a:pt x="2196353" y="968188"/>
                  </a:lnTo>
                  <a:lnTo>
                    <a:pt x="2384612" y="1147482"/>
                  </a:lnTo>
                  <a:lnTo>
                    <a:pt x="2599765" y="1156447"/>
                  </a:lnTo>
                  <a:lnTo>
                    <a:pt x="2779059" y="905435"/>
                  </a:lnTo>
                  <a:lnTo>
                    <a:pt x="2940424" y="609600"/>
                  </a:lnTo>
                  <a:lnTo>
                    <a:pt x="3048000" y="412377"/>
                  </a:lnTo>
                  <a:lnTo>
                    <a:pt x="3218330" y="277906"/>
                  </a:lnTo>
                  <a:lnTo>
                    <a:pt x="3092824" y="466165"/>
                  </a:lnTo>
                  <a:lnTo>
                    <a:pt x="2886635" y="833718"/>
                  </a:lnTo>
                  <a:lnTo>
                    <a:pt x="2590800" y="1281953"/>
                  </a:lnTo>
                  <a:lnTo>
                    <a:pt x="2483224" y="1228165"/>
                  </a:lnTo>
                  <a:lnTo>
                    <a:pt x="2366682" y="1272988"/>
                  </a:lnTo>
                  <a:lnTo>
                    <a:pt x="2178424" y="1013012"/>
                  </a:lnTo>
                  <a:lnTo>
                    <a:pt x="2115671" y="959224"/>
                  </a:lnTo>
                  <a:lnTo>
                    <a:pt x="1801906" y="887506"/>
                  </a:lnTo>
                  <a:lnTo>
                    <a:pt x="1640541" y="869577"/>
                  </a:lnTo>
                  <a:lnTo>
                    <a:pt x="1434353" y="869577"/>
                  </a:lnTo>
                  <a:lnTo>
                    <a:pt x="1192306" y="923365"/>
                  </a:lnTo>
                  <a:lnTo>
                    <a:pt x="1004047" y="1004047"/>
                  </a:lnTo>
                  <a:lnTo>
                    <a:pt x="699247" y="1138518"/>
                  </a:lnTo>
                  <a:lnTo>
                    <a:pt x="484094" y="1057835"/>
                  </a:lnTo>
                  <a:lnTo>
                    <a:pt x="107577" y="6813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92040D7-629A-09E8-85B1-4295D772330B}"/>
                </a:ext>
              </a:extLst>
            </p:cNvPr>
            <p:cNvCxnSpPr>
              <a:cxnSpLocks/>
            </p:cNvCxnSpPr>
            <p:nvPr/>
          </p:nvCxnSpPr>
          <p:spPr>
            <a:xfrm>
              <a:off x="3160559" y="5396751"/>
              <a:ext cx="360112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92BEDC8-09B2-026B-B5C7-E9D8501C7B22}"/>
                </a:ext>
              </a:extLst>
            </p:cNvPr>
            <p:cNvSpPr txBox="1"/>
            <p:nvPr/>
          </p:nvSpPr>
          <p:spPr>
            <a:xfrm>
              <a:off x="4492322" y="5121740"/>
              <a:ext cx="798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 m</a:t>
              </a: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ED9D0D90-B013-6976-AAD5-1D9B8C600DE3}"/>
                </a:ext>
              </a:extLst>
            </p:cNvPr>
            <p:cNvSpPr/>
            <p:nvPr/>
          </p:nvSpPr>
          <p:spPr>
            <a:xfrm>
              <a:off x="3361766" y="5301225"/>
              <a:ext cx="75185" cy="568623"/>
            </a:xfrm>
            <a:prstGeom prst="roundRect">
              <a:avLst/>
            </a:prstGeom>
            <a:pattFill prst="ltHorz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D81923A-AD06-A42F-FB16-F18EB2E42FC4}"/>
                </a:ext>
              </a:extLst>
            </p:cNvPr>
            <p:cNvSpPr/>
            <p:nvPr/>
          </p:nvSpPr>
          <p:spPr>
            <a:xfrm>
              <a:off x="3370732" y="245678"/>
              <a:ext cx="63035" cy="5220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CEA14DF0-EC11-BCE3-1156-7D8213CA656A}"/>
                </a:ext>
              </a:extLst>
            </p:cNvPr>
            <p:cNvSpPr/>
            <p:nvPr/>
          </p:nvSpPr>
          <p:spPr>
            <a:xfrm>
              <a:off x="6484439" y="5346038"/>
              <a:ext cx="75185" cy="568623"/>
            </a:xfrm>
            <a:prstGeom prst="roundRect">
              <a:avLst/>
            </a:prstGeom>
            <a:pattFill prst="ltHorz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19244DE-E233-C271-ACD1-1C58B665CAA2}"/>
                </a:ext>
              </a:extLst>
            </p:cNvPr>
            <p:cNvSpPr/>
            <p:nvPr/>
          </p:nvSpPr>
          <p:spPr>
            <a:xfrm>
              <a:off x="6484439" y="217714"/>
              <a:ext cx="63035" cy="5220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9F13AEA0-63B1-D5B0-6B29-F85E29F257E2}"/>
                </a:ext>
              </a:extLst>
            </p:cNvPr>
            <p:cNvGrpSpPr/>
            <p:nvPr/>
          </p:nvGrpSpPr>
          <p:grpSpPr>
            <a:xfrm>
              <a:off x="8884023" y="1219198"/>
              <a:ext cx="80682" cy="3189402"/>
              <a:chOff x="1102660" y="1371599"/>
              <a:chExt cx="80682" cy="3189402"/>
            </a:xfrm>
          </p:grpSpPr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B925147F-A41A-B7DB-580B-B75D534EDE5B}"/>
                  </a:ext>
                </a:extLst>
              </p:cNvPr>
              <p:cNvSpPr/>
              <p:nvPr/>
            </p:nvSpPr>
            <p:spPr>
              <a:xfrm>
                <a:off x="1102660" y="4157283"/>
                <a:ext cx="80682" cy="403718"/>
              </a:xfrm>
              <a:prstGeom prst="roundRect">
                <a:avLst/>
              </a:prstGeom>
              <a:pattFill prst="ltHorz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4FDF4C5-A35C-4B2E-799E-A7517E24ECC8}"/>
                  </a:ext>
                </a:extLst>
              </p:cNvPr>
              <p:cNvSpPr/>
              <p:nvPr/>
            </p:nvSpPr>
            <p:spPr>
              <a:xfrm>
                <a:off x="1102660" y="1371599"/>
                <a:ext cx="80657" cy="27856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B48D191E-2134-F9F6-9FF2-048FD8D73671}"/>
                </a:ext>
              </a:extLst>
            </p:cNvPr>
            <p:cNvGrpSpPr/>
            <p:nvPr/>
          </p:nvGrpSpPr>
          <p:grpSpPr>
            <a:xfrm>
              <a:off x="1308847" y="1580606"/>
              <a:ext cx="235836" cy="578031"/>
              <a:chOff x="1308847" y="1580606"/>
              <a:chExt cx="235836" cy="578031"/>
            </a:xfrm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F5E85070-C64F-F687-A31A-AB834F341118}"/>
                  </a:ext>
                </a:extLst>
              </p:cNvPr>
              <p:cNvSpPr/>
              <p:nvPr/>
            </p:nvSpPr>
            <p:spPr>
              <a:xfrm>
                <a:off x="1308847" y="1580606"/>
                <a:ext cx="233082" cy="570923"/>
              </a:xfrm>
              <a:custGeom>
                <a:avLst/>
                <a:gdLst>
                  <a:gd name="csX0" fmla="*/ 0 w 233082"/>
                  <a:gd name="csY0" fmla="*/ 0 h 546847"/>
                  <a:gd name="csX1" fmla="*/ 89647 w 233082"/>
                  <a:gd name="csY1" fmla="*/ 537882 h 546847"/>
                  <a:gd name="csX2" fmla="*/ 143435 w 233082"/>
                  <a:gd name="csY2" fmla="*/ 546847 h 546847"/>
                  <a:gd name="csX3" fmla="*/ 233082 w 233082"/>
                  <a:gd name="csY3" fmla="*/ 26894 h 546847"/>
                  <a:gd name="csX0" fmla="*/ 0 w 233082"/>
                  <a:gd name="csY0" fmla="*/ 0 h 546847"/>
                  <a:gd name="csX1" fmla="*/ 89647 w 233082"/>
                  <a:gd name="csY1" fmla="*/ 537882 h 546847"/>
                  <a:gd name="csX2" fmla="*/ 143435 w 233082"/>
                  <a:gd name="csY2" fmla="*/ 546847 h 546847"/>
                  <a:gd name="csX3" fmla="*/ 233082 w 233082"/>
                  <a:gd name="csY3" fmla="*/ 768 h 546847"/>
                  <a:gd name="csX0" fmla="*/ 0 w 233082"/>
                  <a:gd name="csY0" fmla="*/ 0 h 537882"/>
                  <a:gd name="csX1" fmla="*/ 89647 w 233082"/>
                  <a:gd name="csY1" fmla="*/ 537882 h 537882"/>
                  <a:gd name="csX2" fmla="*/ 149966 w 233082"/>
                  <a:gd name="csY2" fmla="*/ 537050 h 537882"/>
                  <a:gd name="csX3" fmla="*/ 233082 w 233082"/>
                  <a:gd name="csY3" fmla="*/ 768 h 537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3082" h="537882">
                    <a:moveTo>
                      <a:pt x="0" y="0"/>
                    </a:moveTo>
                    <a:lnTo>
                      <a:pt x="89647" y="537882"/>
                    </a:lnTo>
                    <a:lnTo>
                      <a:pt x="149966" y="537050"/>
                    </a:lnTo>
                    <a:cubicBezTo>
                      <a:pt x="179848" y="363732"/>
                      <a:pt x="203200" y="174086"/>
                      <a:pt x="233082" y="76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F7EF66F5-B1B0-08D5-905F-7E51119E57B4}"/>
                  </a:ext>
                </a:extLst>
              </p:cNvPr>
              <p:cNvSpPr/>
              <p:nvPr/>
            </p:nvSpPr>
            <p:spPr>
              <a:xfrm>
                <a:off x="1364553" y="1938877"/>
                <a:ext cx="131145" cy="210394"/>
              </a:xfrm>
              <a:custGeom>
                <a:avLst/>
                <a:gdLst>
                  <a:gd name="csX0" fmla="*/ 0 w 233082"/>
                  <a:gd name="csY0" fmla="*/ 0 h 546847"/>
                  <a:gd name="csX1" fmla="*/ 89647 w 233082"/>
                  <a:gd name="csY1" fmla="*/ 537882 h 546847"/>
                  <a:gd name="csX2" fmla="*/ 143435 w 233082"/>
                  <a:gd name="csY2" fmla="*/ 546847 h 546847"/>
                  <a:gd name="csX3" fmla="*/ 233082 w 233082"/>
                  <a:gd name="csY3" fmla="*/ 26894 h 546847"/>
                  <a:gd name="csX0" fmla="*/ 0 w 233082"/>
                  <a:gd name="csY0" fmla="*/ 0 h 546847"/>
                  <a:gd name="csX1" fmla="*/ 89647 w 233082"/>
                  <a:gd name="csY1" fmla="*/ 537882 h 546847"/>
                  <a:gd name="csX2" fmla="*/ 143435 w 233082"/>
                  <a:gd name="csY2" fmla="*/ 546847 h 546847"/>
                  <a:gd name="csX3" fmla="*/ 233082 w 233082"/>
                  <a:gd name="csY3" fmla="*/ 768 h 546847"/>
                  <a:gd name="csX0" fmla="*/ 0 w 233082"/>
                  <a:gd name="csY0" fmla="*/ 0 h 537882"/>
                  <a:gd name="csX1" fmla="*/ 89647 w 233082"/>
                  <a:gd name="csY1" fmla="*/ 537882 h 537882"/>
                  <a:gd name="csX2" fmla="*/ 149966 w 233082"/>
                  <a:gd name="csY2" fmla="*/ 537050 h 537882"/>
                  <a:gd name="csX3" fmla="*/ 233082 w 233082"/>
                  <a:gd name="csY3" fmla="*/ 768 h 537882"/>
                  <a:gd name="csX0" fmla="*/ 0 w 233082"/>
                  <a:gd name="csY0" fmla="*/ 0 h 546483"/>
                  <a:gd name="csX1" fmla="*/ 60625 w 233082"/>
                  <a:gd name="csY1" fmla="*/ 546483 h 546483"/>
                  <a:gd name="csX2" fmla="*/ 149966 w 233082"/>
                  <a:gd name="csY2" fmla="*/ 537050 h 546483"/>
                  <a:gd name="csX3" fmla="*/ 233082 w 233082"/>
                  <a:gd name="csY3" fmla="*/ 768 h 546483"/>
                  <a:gd name="csX0" fmla="*/ 0 w 233082"/>
                  <a:gd name="csY0" fmla="*/ 0 h 554257"/>
                  <a:gd name="csX1" fmla="*/ 60625 w 233082"/>
                  <a:gd name="csY1" fmla="*/ 546483 h 554257"/>
                  <a:gd name="csX2" fmla="*/ 178987 w 233082"/>
                  <a:gd name="csY2" fmla="*/ 554257 h 554257"/>
                  <a:gd name="csX3" fmla="*/ 233082 w 233082"/>
                  <a:gd name="csY3" fmla="*/ 768 h 5542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3082" h="554257">
                    <a:moveTo>
                      <a:pt x="0" y="0"/>
                    </a:moveTo>
                    <a:lnTo>
                      <a:pt x="60625" y="546483"/>
                    </a:lnTo>
                    <a:lnTo>
                      <a:pt x="178987" y="554257"/>
                    </a:lnTo>
                    <a:cubicBezTo>
                      <a:pt x="208869" y="380939"/>
                      <a:pt x="203200" y="174086"/>
                      <a:pt x="233082" y="768"/>
                    </a:cubicBezTo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5F2012D8-B5FB-86FA-CB21-0CB0F4C72D6A}"/>
                  </a:ext>
                </a:extLst>
              </p:cNvPr>
              <p:cNvSpPr/>
              <p:nvPr/>
            </p:nvSpPr>
            <p:spPr>
              <a:xfrm>
                <a:off x="1319349" y="1613263"/>
                <a:ext cx="225334" cy="545374"/>
              </a:xfrm>
              <a:custGeom>
                <a:avLst/>
                <a:gdLst>
                  <a:gd name="csX0" fmla="*/ 0 w 225334"/>
                  <a:gd name="csY0" fmla="*/ 0 h 545374"/>
                  <a:gd name="csX1" fmla="*/ 71845 w 225334"/>
                  <a:gd name="csY1" fmla="*/ 542108 h 545374"/>
                  <a:gd name="csX2" fmla="*/ 143691 w 225334"/>
                  <a:gd name="csY2" fmla="*/ 545374 h 545374"/>
                  <a:gd name="csX3" fmla="*/ 225334 w 225334"/>
                  <a:gd name="csY3" fmla="*/ 6531 h 5453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334" h="545374">
                    <a:moveTo>
                      <a:pt x="0" y="0"/>
                    </a:moveTo>
                    <a:lnTo>
                      <a:pt x="71845" y="542108"/>
                    </a:lnTo>
                    <a:lnTo>
                      <a:pt x="143691" y="545374"/>
                    </a:lnTo>
                    <a:lnTo>
                      <a:pt x="225334" y="653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1B8C39B-6092-98DC-893E-F1FB04E7B53C}"/>
                </a:ext>
              </a:extLst>
            </p:cNvPr>
            <p:cNvGrpSpPr/>
            <p:nvPr/>
          </p:nvGrpSpPr>
          <p:grpSpPr>
            <a:xfrm>
              <a:off x="8630683" y="1308935"/>
              <a:ext cx="235836" cy="578031"/>
              <a:chOff x="1308847" y="1580606"/>
              <a:chExt cx="235836" cy="578031"/>
            </a:xfrm>
          </p:grpSpPr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B1604B96-B82D-C281-B951-957C52C72731}"/>
                  </a:ext>
                </a:extLst>
              </p:cNvPr>
              <p:cNvSpPr/>
              <p:nvPr/>
            </p:nvSpPr>
            <p:spPr>
              <a:xfrm>
                <a:off x="1308847" y="1580606"/>
                <a:ext cx="233082" cy="570923"/>
              </a:xfrm>
              <a:custGeom>
                <a:avLst/>
                <a:gdLst>
                  <a:gd name="csX0" fmla="*/ 0 w 233082"/>
                  <a:gd name="csY0" fmla="*/ 0 h 546847"/>
                  <a:gd name="csX1" fmla="*/ 89647 w 233082"/>
                  <a:gd name="csY1" fmla="*/ 537882 h 546847"/>
                  <a:gd name="csX2" fmla="*/ 143435 w 233082"/>
                  <a:gd name="csY2" fmla="*/ 546847 h 546847"/>
                  <a:gd name="csX3" fmla="*/ 233082 w 233082"/>
                  <a:gd name="csY3" fmla="*/ 26894 h 546847"/>
                  <a:gd name="csX0" fmla="*/ 0 w 233082"/>
                  <a:gd name="csY0" fmla="*/ 0 h 546847"/>
                  <a:gd name="csX1" fmla="*/ 89647 w 233082"/>
                  <a:gd name="csY1" fmla="*/ 537882 h 546847"/>
                  <a:gd name="csX2" fmla="*/ 143435 w 233082"/>
                  <a:gd name="csY2" fmla="*/ 546847 h 546847"/>
                  <a:gd name="csX3" fmla="*/ 233082 w 233082"/>
                  <a:gd name="csY3" fmla="*/ 768 h 546847"/>
                  <a:gd name="csX0" fmla="*/ 0 w 233082"/>
                  <a:gd name="csY0" fmla="*/ 0 h 537882"/>
                  <a:gd name="csX1" fmla="*/ 89647 w 233082"/>
                  <a:gd name="csY1" fmla="*/ 537882 h 537882"/>
                  <a:gd name="csX2" fmla="*/ 149966 w 233082"/>
                  <a:gd name="csY2" fmla="*/ 537050 h 537882"/>
                  <a:gd name="csX3" fmla="*/ 233082 w 233082"/>
                  <a:gd name="csY3" fmla="*/ 768 h 537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3082" h="537882">
                    <a:moveTo>
                      <a:pt x="0" y="0"/>
                    </a:moveTo>
                    <a:lnTo>
                      <a:pt x="89647" y="537882"/>
                    </a:lnTo>
                    <a:lnTo>
                      <a:pt x="149966" y="537050"/>
                    </a:lnTo>
                    <a:cubicBezTo>
                      <a:pt x="179848" y="363732"/>
                      <a:pt x="203200" y="174086"/>
                      <a:pt x="233082" y="76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9CB7FDC3-EC39-B23F-BCD7-C88B9D910628}"/>
                  </a:ext>
                </a:extLst>
              </p:cNvPr>
              <p:cNvSpPr/>
              <p:nvPr/>
            </p:nvSpPr>
            <p:spPr>
              <a:xfrm>
                <a:off x="1364553" y="1938877"/>
                <a:ext cx="131145" cy="210394"/>
              </a:xfrm>
              <a:custGeom>
                <a:avLst/>
                <a:gdLst>
                  <a:gd name="csX0" fmla="*/ 0 w 233082"/>
                  <a:gd name="csY0" fmla="*/ 0 h 546847"/>
                  <a:gd name="csX1" fmla="*/ 89647 w 233082"/>
                  <a:gd name="csY1" fmla="*/ 537882 h 546847"/>
                  <a:gd name="csX2" fmla="*/ 143435 w 233082"/>
                  <a:gd name="csY2" fmla="*/ 546847 h 546847"/>
                  <a:gd name="csX3" fmla="*/ 233082 w 233082"/>
                  <a:gd name="csY3" fmla="*/ 26894 h 546847"/>
                  <a:gd name="csX0" fmla="*/ 0 w 233082"/>
                  <a:gd name="csY0" fmla="*/ 0 h 546847"/>
                  <a:gd name="csX1" fmla="*/ 89647 w 233082"/>
                  <a:gd name="csY1" fmla="*/ 537882 h 546847"/>
                  <a:gd name="csX2" fmla="*/ 143435 w 233082"/>
                  <a:gd name="csY2" fmla="*/ 546847 h 546847"/>
                  <a:gd name="csX3" fmla="*/ 233082 w 233082"/>
                  <a:gd name="csY3" fmla="*/ 768 h 546847"/>
                  <a:gd name="csX0" fmla="*/ 0 w 233082"/>
                  <a:gd name="csY0" fmla="*/ 0 h 537882"/>
                  <a:gd name="csX1" fmla="*/ 89647 w 233082"/>
                  <a:gd name="csY1" fmla="*/ 537882 h 537882"/>
                  <a:gd name="csX2" fmla="*/ 149966 w 233082"/>
                  <a:gd name="csY2" fmla="*/ 537050 h 537882"/>
                  <a:gd name="csX3" fmla="*/ 233082 w 233082"/>
                  <a:gd name="csY3" fmla="*/ 768 h 537882"/>
                  <a:gd name="csX0" fmla="*/ 0 w 233082"/>
                  <a:gd name="csY0" fmla="*/ 0 h 546483"/>
                  <a:gd name="csX1" fmla="*/ 60625 w 233082"/>
                  <a:gd name="csY1" fmla="*/ 546483 h 546483"/>
                  <a:gd name="csX2" fmla="*/ 149966 w 233082"/>
                  <a:gd name="csY2" fmla="*/ 537050 h 546483"/>
                  <a:gd name="csX3" fmla="*/ 233082 w 233082"/>
                  <a:gd name="csY3" fmla="*/ 768 h 546483"/>
                  <a:gd name="csX0" fmla="*/ 0 w 233082"/>
                  <a:gd name="csY0" fmla="*/ 0 h 554257"/>
                  <a:gd name="csX1" fmla="*/ 60625 w 233082"/>
                  <a:gd name="csY1" fmla="*/ 546483 h 554257"/>
                  <a:gd name="csX2" fmla="*/ 178987 w 233082"/>
                  <a:gd name="csY2" fmla="*/ 554257 h 554257"/>
                  <a:gd name="csX3" fmla="*/ 233082 w 233082"/>
                  <a:gd name="csY3" fmla="*/ 768 h 5542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3082" h="554257">
                    <a:moveTo>
                      <a:pt x="0" y="0"/>
                    </a:moveTo>
                    <a:lnTo>
                      <a:pt x="60625" y="546483"/>
                    </a:lnTo>
                    <a:lnTo>
                      <a:pt x="178987" y="554257"/>
                    </a:lnTo>
                    <a:cubicBezTo>
                      <a:pt x="208869" y="380939"/>
                      <a:pt x="203200" y="174086"/>
                      <a:pt x="233082" y="768"/>
                    </a:cubicBezTo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A5416557-4C5F-B08E-057D-96BDA8116B4B}"/>
                  </a:ext>
                </a:extLst>
              </p:cNvPr>
              <p:cNvSpPr/>
              <p:nvPr/>
            </p:nvSpPr>
            <p:spPr>
              <a:xfrm>
                <a:off x="1319349" y="1613263"/>
                <a:ext cx="225334" cy="545374"/>
              </a:xfrm>
              <a:custGeom>
                <a:avLst/>
                <a:gdLst>
                  <a:gd name="csX0" fmla="*/ 0 w 225334"/>
                  <a:gd name="csY0" fmla="*/ 0 h 545374"/>
                  <a:gd name="csX1" fmla="*/ 71845 w 225334"/>
                  <a:gd name="csY1" fmla="*/ 542108 h 545374"/>
                  <a:gd name="csX2" fmla="*/ 143691 w 225334"/>
                  <a:gd name="csY2" fmla="*/ 545374 h 545374"/>
                  <a:gd name="csX3" fmla="*/ 225334 w 225334"/>
                  <a:gd name="csY3" fmla="*/ 6531 h 5453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334" h="545374">
                    <a:moveTo>
                      <a:pt x="0" y="0"/>
                    </a:moveTo>
                    <a:lnTo>
                      <a:pt x="71845" y="542108"/>
                    </a:lnTo>
                    <a:lnTo>
                      <a:pt x="143691" y="545374"/>
                    </a:lnTo>
                    <a:lnTo>
                      <a:pt x="225334" y="653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4DDFF0B-EE83-4BD1-BA10-236D24BA5876}"/>
                </a:ext>
              </a:extLst>
            </p:cNvPr>
            <p:cNvSpPr txBox="1"/>
            <p:nvPr/>
          </p:nvSpPr>
          <p:spPr>
            <a:xfrm>
              <a:off x="6967621" y="3700395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FE49F54-26A6-914D-4AD6-F3F512DB8DE8}"/>
                </a:ext>
              </a:extLst>
            </p:cNvPr>
            <p:cNvSpPr txBox="1"/>
            <p:nvPr/>
          </p:nvSpPr>
          <p:spPr>
            <a:xfrm>
              <a:off x="8590546" y="4061339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6B3F1D7-7C1B-7547-2AD1-4DB9C9361A41}"/>
                </a:ext>
              </a:extLst>
            </p:cNvPr>
            <p:cNvSpPr txBox="1"/>
            <p:nvPr/>
          </p:nvSpPr>
          <p:spPr>
            <a:xfrm>
              <a:off x="6192243" y="5652187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CFAC78E-544E-04D8-9A1F-2F57045B5E5F}"/>
                </a:ext>
              </a:extLst>
            </p:cNvPr>
            <p:cNvSpPr txBox="1"/>
            <p:nvPr/>
          </p:nvSpPr>
          <p:spPr>
            <a:xfrm>
              <a:off x="3403581" y="5457013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4EF2104-3426-DBE1-24EF-72B32D32DBFD}"/>
                </a:ext>
              </a:extLst>
            </p:cNvPr>
            <p:cNvSpPr txBox="1"/>
            <p:nvPr/>
          </p:nvSpPr>
          <p:spPr>
            <a:xfrm>
              <a:off x="2679006" y="3999857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3C81B3F-CA68-EE27-B2BB-891F795D0DC6}"/>
                </a:ext>
              </a:extLst>
            </p:cNvPr>
            <p:cNvSpPr txBox="1"/>
            <p:nvPr/>
          </p:nvSpPr>
          <p:spPr>
            <a:xfrm>
              <a:off x="580165" y="4152257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411BB71-EED1-1213-9F68-052385F79B80}"/>
                </a:ext>
              </a:extLst>
            </p:cNvPr>
            <p:cNvSpPr txBox="1"/>
            <p:nvPr/>
          </p:nvSpPr>
          <p:spPr>
            <a:xfrm>
              <a:off x="3526562" y="4205731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3180B804-F9D2-6FE4-5922-99A042D2DBBF}"/>
                </a:ext>
              </a:extLst>
            </p:cNvPr>
            <p:cNvSpPr/>
            <p:nvPr/>
          </p:nvSpPr>
          <p:spPr>
            <a:xfrm>
              <a:off x="3299326" y="4342063"/>
              <a:ext cx="491958" cy="149726"/>
            </a:xfrm>
            <a:custGeom>
              <a:avLst/>
              <a:gdLst>
                <a:gd name="csX0" fmla="*/ 491958 w 491958"/>
                <a:gd name="csY0" fmla="*/ 149726 h 149726"/>
                <a:gd name="csX1" fmla="*/ 267369 w 491958"/>
                <a:gd name="csY1" fmla="*/ 149726 h 149726"/>
                <a:gd name="csX2" fmla="*/ 0 w 491958"/>
                <a:gd name="csY2" fmla="*/ 0 h 1497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91958" h="149726">
                  <a:moveTo>
                    <a:pt x="491958" y="149726"/>
                  </a:moveTo>
                  <a:lnTo>
                    <a:pt x="267369" y="149726"/>
                  </a:lnTo>
                  <a:lnTo>
                    <a:pt x="0" y="0"/>
                  </a:ln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9C9AACA-73C1-B683-E1F8-6F30732817DB}"/>
                </a:ext>
              </a:extLst>
            </p:cNvPr>
            <p:cNvSpPr txBox="1"/>
            <p:nvPr/>
          </p:nvSpPr>
          <p:spPr>
            <a:xfrm>
              <a:off x="6841960" y="4130854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5F337C38-124F-88BE-2493-7AE6B46CA327}"/>
                </a:ext>
              </a:extLst>
            </p:cNvPr>
            <p:cNvSpPr/>
            <p:nvPr/>
          </p:nvSpPr>
          <p:spPr>
            <a:xfrm>
              <a:off x="6668167" y="4058653"/>
              <a:ext cx="443832" cy="374315"/>
            </a:xfrm>
            <a:custGeom>
              <a:avLst/>
              <a:gdLst>
                <a:gd name="csX0" fmla="*/ 443832 w 443832"/>
                <a:gd name="csY0" fmla="*/ 368968 h 374315"/>
                <a:gd name="csX1" fmla="*/ 224589 w 443832"/>
                <a:gd name="csY1" fmla="*/ 374315 h 374315"/>
                <a:gd name="csX2" fmla="*/ 0 w 443832"/>
                <a:gd name="csY2" fmla="*/ 0 h 3743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3832" h="374315">
                  <a:moveTo>
                    <a:pt x="443832" y="368968"/>
                  </a:moveTo>
                  <a:lnTo>
                    <a:pt x="224589" y="374315"/>
                  </a:lnTo>
                  <a:lnTo>
                    <a:pt x="0" y="0"/>
                  </a:ln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389A3A5D-9DA7-02F6-F8E7-C94D4D794D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0211" y="5914661"/>
              <a:ext cx="4177248" cy="0"/>
            </a:xfrm>
            <a:prstGeom prst="line">
              <a:avLst/>
            </a:prstGeom>
            <a:ln w="63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6382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4A29CAB6-99EC-798A-0A90-02FEC0495667}"/>
              </a:ext>
            </a:extLst>
          </p:cNvPr>
          <p:cNvGrpSpPr/>
          <p:nvPr/>
        </p:nvGrpSpPr>
        <p:grpSpPr>
          <a:xfrm>
            <a:off x="-36640" y="293722"/>
            <a:ext cx="9144000" cy="6270554"/>
            <a:chOff x="-36640" y="293722"/>
            <a:chExt cx="9144000" cy="6270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83DBB66-1F77-7147-6204-30DC4EAF9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6640" y="293722"/>
              <a:ext cx="9144000" cy="6270554"/>
            </a:xfrm>
            <a:prstGeom prst="rect">
              <a:avLst/>
            </a:prstGeom>
            <a:solidFill>
              <a:schemeClr val="accent1">
                <a:alpha val="31000"/>
              </a:schemeClr>
            </a:solidFill>
            <a:ln w="9525"/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4D98AC8-3431-BD58-658B-050AD7848798}"/>
                </a:ext>
              </a:extLst>
            </p:cNvPr>
            <p:cNvCxnSpPr>
              <a:cxnSpLocks/>
            </p:cNvCxnSpPr>
            <p:nvPr/>
          </p:nvCxnSpPr>
          <p:spPr>
            <a:xfrm>
              <a:off x="1619590" y="908650"/>
              <a:ext cx="237633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BD81101-313B-7D26-370B-D25B03E6AB2B}"/>
                </a:ext>
              </a:extLst>
            </p:cNvPr>
            <p:cNvCxnSpPr>
              <a:cxnSpLocks/>
            </p:cNvCxnSpPr>
            <p:nvPr/>
          </p:nvCxnSpPr>
          <p:spPr>
            <a:xfrm>
              <a:off x="5652150" y="908650"/>
              <a:ext cx="208829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4BA7F57-D1BE-6349-7483-36BC941DBF94}"/>
                </a:ext>
              </a:extLst>
            </p:cNvPr>
            <p:cNvCxnSpPr>
              <a:cxnSpLocks/>
            </p:cNvCxnSpPr>
            <p:nvPr/>
          </p:nvCxnSpPr>
          <p:spPr>
            <a:xfrm>
              <a:off x="7884460" y="908650"/>
              <a:ext cx="10081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ular Callout 12">
              <a:extLst>
                <a:ext uri="{FF2B5EF4-FFF2-40B4-BE49-F238E27FC236}">
                  <a16:creationId xmlns:a16="http://schemas.microsoft.com/office/drawing/2014/main" id="{968C69BC-01C6-97A9-0D8D-22E67749CBCC}"/>
                </a:ext>
              </a:extLst>
            </p:cNvPr>
            <p:cNvSpPr/>
            <p:nvPr/>
          </p:nvSpPr>
          <p:spPr>
            <a:xfrm>
              <a:off x="273130" y="692619"/>
              <a:ext cx="1124104" cy="864113"/>
            </a:xfrm>
            <a:prstGeom prst="wedgeRectCallout">
              <a:avLst>
                <a:gd name="adj1" fmla="val 64122"/>
                <a:gd name="adj2" fmla="val 52362"/>
              </a:avLst>
            </a:prstGeom>
            <a:solidFill>
              <a:schemeClr val="accent1">
                <a:alpha val="31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Verruiming</a:t>
              </a:r>
              <a:r>
                <a:rPr lang="en-US" sz="1200" dirty="0">
                  <a:solidFill>
                    <a:schemeClr val="tx1"/>
                  </a:solidFill>
                </a:rPr>
                <a:t>: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Ontstaan</a:t>
              </a:r>
              <a:r>
                <a:rPr lang="en-US" sz="1200" dirty="0">
                  <a:solidFill>
                    <a:schemeClr val="tx1"/>
                  </a:solidFill>
                </a:rPr>
                <a:t> van </a:t>
              </a:r>
              <a:r>
                <a:rPr lang="en-US" sz="1200" dirty="0" err="1">
                  <a:solidFill>
                    <a:schemeClr val="tx1"/>
                  </a:solidFill>
                </a:rPr>
                <a:t>wellen</a:t>
              </a:r>
              <a:r>
                <a:rPr lang="en-US" sz="1200" dirty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A4258-C6F9-7884-EE69-F36752312EC7}"/>
                </a:ext>
              </a:extLst>
            </p:cNvPr>
            <p:cNvSpPr txBox="1"/>
            <p:nvPr/>
          </p:nvSpPr>
          <p:spPr>
            <a:xfrm>
              <a:off x="1541254" y="548600"/>
              <a:ext cx="25330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Natuurlijk</a:t>
              </a:r>
              <a:r>
                <a:rPr lang="en-US" sz="1200" dirty="0"/>
                <a:t> </a:t>
              </a:r>
              <a:r>
                <a:rPr lang="en-US" sz="1200" dirty="0" err="1"/>
                <a:t>herstel</a:t>
              </a:r>
              <a:r>
                <a:rPr lang="en-US" sz="1200" dirty="0"/>
                <a:t> </a:t>
              </a:r>
              <a:r>
                <a:rPr lang="en-US" sz="1200" dirty="0" err="1"/>
                <a:t>bodemweerstand</a:t>
              </a:r>
              <a:endParaRPr lang="en-US" sz="12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415FE97-3582-2313-EAFB-0B001B6E7DE1}"/>
                </a:ext>
              </a:extLst>
            </p:cNvPr>
            <p:cNvSpPr txBox="1"/>
            <p:nvPr/>
          </p:nvSpPr>
          <p:spPr>
            <a:xfrm>
              <a:off x="6073019" y="631651"/>
              <a:ext cx="10722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Bodemerosie</a:t>
              </a:r>
              <a:endParaRPr lang="en-US" sz="12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62C0A19-0666-FC6B-7D64-C8AEC626C956}"/>
                </a:ext>
              </a:extLst>
            </p:cNvPr>
            <p:cNvSpPr txBox="1"/>
            <p:nvPr/>
          </p:nvSpPr>
          <p:spPr>
            <a:xfrm>
              <a:off x="7745622" y="548599"/>
              <a:ext cx="12909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Nieuwe</a:t>
              </a:r>
              <a:r>
                <a:rPr lang="en-US" sz="1200" dirty="0"/>
                <a:t> </a:t>
              </a:r>
              <a:r>
                <a:rPr lang="en-US" sz="1200" dirty="0" err="1"/>
                <a:t>situatie</a:t>
              </a:r>
              <a:r>
                <a:rPr lang="en-US" sz="1200" dirty="0"/>
                <a:t>?</a:t>
              </a:r>
            </a:p>
          </p:txBody>
        </p:sp>
        <p:sp>
          <p:nvSpPr>
            <p:cNvPr id="19" name="Rectangular Callout 18">
              <a:extLst>
                <a:ext uri="{FF2B5EF4-FFF2-40B4-BE49-F238E27FC236}">
                  <a16:creationId xmlns:a16="http://schemas.microsoft.com/office/drawing/2014/main" id="{FB8D7E00-D14C-0EC0-3164-1B656A75A999}"/>
                </a:ext>
              </a:extLst>
            </p:cNvPr>
            <p:cNvSpPr/>
            <p:nvPr/>
          </p:nvSpPr>
          <p:spPr>
            <a:xfrm>
              <a:off x="4557162" y="1088112"/>
              <a:ext cx="1455372" cy="324608"/>
            </a:xfrm>
            <a:prstGeom prst="wedgeRectCallout">
              <a:avLst>
                <a:gd name="adj1" fmla="val 15916"/>
                <a:gd name="adj2" fmla="val 1526253"/>
              </a:avLst>
            </a:prstGeom>
            <a:solidFill>
              <a:schemeClr val="accent1">
                <a:alpha val="31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Drempel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Zeeburg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verwijderd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ular Callout 19">
              <a:extLst>
                <a:ext uri="{FF2B5EF4-FFF2-40B4-BE49-F238E27FC236}">
                  <a16:creationId xmlns:a16="http://schemas.microsoft.com/office/drawing/2014/main" id="{A2A51079-A1BE-F4D2-4B4D-6906D8441A33}"/>
                </a:ext>
              </a:extLst>
            </p:cNvPr>
            <p:cNvSpPr/>
            <p:nvPr/>
          </p:nvSpPr>
          <p:spPr>
            <a:xfrm>
              <a:off x="1619590" y="4365130"/>
              <a:ext cx="2304320" cy="1368187"/>
            </a:xfrm>
            <a:prstGeom prst="wedgeRectCallout">
              <a:avLst>
                <a:gd name="adj1" fmla="val 28802"/>
                <a:gd name="adj2" fmla="val 75818"/>
              </a:avLst>
            </a:prstGeom>
            <a:solidFill>
              <a:schemeClr val="accent1">
                <a:alpha val="51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FFFF00"/>
                  </a:solidFill>
                </a:rPr>
                <a:t>ARK </a:t>
              </a:r>
              <a:r>
                <a:rPr lang="en-US" sz="1200" dirty="0" err="1">
                  <a:solidFill>
                    <a:srgbClr val="FFFF00"/>
                  </a:solidFill>
                </a:rPr>
                <a:t>wordt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verder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klaagemaakt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voor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grote</a:t>
              </a:r>
              <a:r>
                <a:rPr lang="en-US" sz="1200" dirty="0">
                  <a:solidFill>
                    <a:srgbClr val="FFFF00"/>
                  </a:solidFill>
                </a:rPr>
                <a:t> schepen</a:t>
              </a:r>
            </a:p>
            <a:p>
              <a:pPr algn="ctr"/>
              <a:r>
                <a:rPr lang="en-US" sz="1200" dirty="0">
                  <a:solidFill>
                    <a:srgbClr val="FFFF00"/>
                  </a:solidFill>
                </a:rPr>
                <a:t>(1989-1994)</a:t>
              </a:r>
            </a:p>
            <a:p>
              <a:pPr algn="ctr"/>
              <a:r>
                <a:rPr lang="en-US" sz="1200" dirty="0">
                  <a:solidFill>
                    <a:srgbClr val="FFFF00"/>
                  </a:solidFill>
                </a:rPr>
                <a:t>Dit </a:t>
              </a:r>
              <a:r>
                <a:rPr lang="en-US" sz="1200" dirty="0" err="1">
                  <a:solidFill>
                    <a:srgbClr val="FFFF00"/>
                  </a:solidFill>
                </a:rPr>
                <a:t>betreft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vooral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sluizen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en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bruggen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aanpassen</a:t>
              </a:r>
              <a:endParaRPr 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2" name="Rectangular Callout 21">
              <a:extLst>
                <a:ext uri="{FF2B5EF4-FFF2-40B4-BE49-F238E27FC236}">
                  <a16:creationId xmlns:a16="http://schemas.microsoft.com/office/drawing/2014/main" id="{5090CCC0-9799-BFE0-AC1F-2A7967A029AD}"/>
                </a:ext>
              </a:extLst>
            </p:cNvPr>
            <p:cNvSpPr/>
            <p:nvPr/>
          </p:nvSpPr>
          <p:spPr>
            <a:xfrm>
              <a:off x="2987780" y="1240512"/>
              <a:ext cx="1455372" cy="324608"/>
            </a:xfrm>
            <a:prstGeom prst="wedgeRectCallout">
              <a:avLst>
                <a:gd name="adj1" fmla="val 16502"/>
                <a:gd name="adj2" fmla="val 1476233"/>
              </a:avLst>
            </a:prstGeom>
            <a:solidFill>
              <a:schemeClr val="accent1">
                <a:alpha val="31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ARK </a:t>
              </a:r>
              <a:r>
                <a:rPr lang="en-US" sz="1200" dirty="0" err="1">
                  <a:solidFill>
                    <a:schemeClr val="tx1"/>
                  </a:solidFill>
                </a:rPr>
                <a:t>geopend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1F3E295-15CA-464F-3425-FF2F74375A89}"/>
                </a:ext>
              </a:extLst>
            </p:cNvPr>
            <p:cNvCxnSpPr>
              <a:cxnSpLocks/>
            </p:cNvCxnSpPr>
            <p:nvPr/>
          </p:nvCxnSpPr>
          <p:spPr>
            <a:xfrm>
              <a:off x="2987780" y="6093370"/>
              <a:ext cx="93613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ular Callout 24">
              <a:extLst>
                <a:ext uri="{FF2B5EF4-FFF2-40B4-BE49-F238E27FC236}">
                  <a16:creationId xmlns:a16="http://schemas.microsoft.com/office/drawing/2014/main" id="{65B5A392-3EBA-7A7E-1EDD-E9869ABE8130}"/>
                </a:ext>
              </a:extLst>
            </p:cNvPr>
            <p:cNvSpPr/>
            <p:nvPr/>
          </p:nvSpPr>
          <p:spPr>
            <a:xfrm>
              <a:off x="5580140" y="4221110"/>
              <a:ext cx="1455372" cy="1368187"/>
            </a:xfrm>
            <a:prstGeom prst="wedgeRectCallout">
              <a:avLst>
                <a:gd name="adj1" fmla="val -53405"/>
                <a:gd name="adj2" fmla="val 94556"/>
              </a:avLst>
            </a:prstGeom>
            <a:solidFill>
              <a:schemeClr val="accent1">
                <a:alpha val="51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rgbClr val="FFFF00"/>
                  </a:solidFill>
                </a:rPr>
                <a:t>Vanaf</a:t>
              </a:r>
              <a:r>
                <a:rPr lang="en-US" sz="1200" dirty="0">
                  <a:solidFill>
                    <a:srgbClr val="FFFF00"/>
                  </a:solidFill>
                </a:rPr>
                <a:t> nu </a:t>
              </a:r>
              <a:r>
                <a:rPr lang="en-US" sz="1200" dirty="0" err="1">
                  <a:solidFill>
                    <a:srgbClr val="FFFF00"/>
                  </a:solidFill>
                </a:rPr>
                <a:t>kunnen</a:t>
              </a:r>
              <a:r>
                <a:rPr lang="en-US" sz="1200" dirty="0">
                  <a:solidFill>
                    <a:srgbClr val="FFFF00"/>
                  </a:solidFill>
                </a:rPr>
                <a:t> de </a:t>
              </a:r>
              <a:r>
                <a:rPr lang="en-US" sz="1200" dirty="0" err="1">
                  <a:solidFill>
                    <a:srgbClr val="FFFF00"/>
                  </a:solidFill>
                </a:rPr>
                <a:t>grootsteSchepen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rechtstreeks</a:t>
              </a:r>
              <a:r>
                <a:rPr lang="en-US" sz="1200" dirty="0">
                  <a:solidFill>
                    <a:srgbClr val="FFFF00"/>
                  </a:solidFill>
                </a:rPr>
                <a:t> </a:t>
              </a:r>
              <a:r>
                <a:rPr lang="en-US" sz="1200" dirty="0" err="1">
                  <a:solidFill>
                    <a:srgbClr val="FFFF00"/>
                  </a:solidFill>
                </a:rPr>
                <a:t>naar</a:t>
              </a:r>
              <a:r>
                <a:rPr lang="en-US" sz="1200" dirty="0">
                  <a:solidFill>
                    <a:srgbClr val="FFFF00"/>
                  </a:solidFill>
                </a:rPr>
                <a:t> Amsterdam </a:t>
              </a:r>
              <a:r>
                <a:rPr lang="en-US" sz="1200" dirty="0" err="1">
                  <a:solidFill>
                    <a:srgbClr val="FFFF00"/>
                  </a:solidFill>
                </a:rPr>
                <a:t>doorvaren</a:t>
              </a:r>
              <a:endParaRPr lang="en-US" sz="1200" dirty="0">
                <a:solidFill>
                  <a:srgbClr val="FFFF00"/>
                </a:solidFill>
              </a:endParaRPr>
            </a:p>
          </p:txBody>
        </p:sp>
      </p:grpSp>
      <p:sp>
        <p:nvSpPr>
          <p:cNvPr id="29" name="Freeform 28">
            <a:extLst>
              <a:ext uri="{FF2B5EF4-FFF2-40B4-BE49-F238E27FC236}">
                <a16:creationId xmlns:a16="http://schemas.microsoft.com/office/drawing/2014/main" id="{8A6B3660-AC9F-4B41-D630-40D96C0C9F7F}"/>
              </a:ext>
            </a:extLst>
          </p:cNvPr>
          <p:cNvSpPr/>
          <p:nvPr/>
        </p:nvSpPr>
        <p:spPr>
          <a:xfrm>
            <a:off x="358923" y="1034041"/>
            <a:ext cx="8545795" cy="1367327"/>
          </a:xfrm>
          <a:custGeom>
            <a:avLst/>
            <a:gdLst>
              <a:gd name="csX0" fmla="*/ 0 w 8545795"/>
              <a:gd name="csY0" fmla="*/ 1367327 h 1367327"/>
              <a:gd name="csX1" fmla="*/ 1204957 w 8545795"/>
              <a:gd name="csY1" fmla="*/ 1358781 h 1367327"/>
              <a:gd name="csX2" fmla="*/ 1179320 w 8545795"/>
              <a:gd name="csY2" fmla="*/ 0 h 1367327"/>
              <a:gd name="csX3" fmla="*/ 1324598 w 8545795"/>
              <a:gd name="csY3" fmla="*/ 538385 h 1367327"/>
              <a:gd name="csX4" fmla="*/ 2512464 w 8545795"/>
              <a:gd name="csY4" fmla="*/ 1179320 h 1367327"/>
              <a:gd name="csX5" fmla="*/ 3179036 w 8545795"/>
              <a:gd name="csY5" fmla="*/ 1264778 h 1367327"/>
              <a:gd name="csX6" fmla="*/ 5349668 w 8545795"/>
              <a:gd name="csY6" fmla="*/ 1162228 h 1367327"/>
              <a:gd name="csX7" fmla="*/ 7793765 w 8545795"/>
              <a:gd name="csY7" fmla="*/ 598206 h 1367327"/>
              <a:gd name="csX8" fmla="*/ 8545795 w 8545795"/>
              <a:gd name="csY8" fmla="*/ 598206 h 13673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545795" h="1367327">
                <a:moveTo>
                  <a:pt x="0" y="1367327"/>
                </a:moveTo>
                <a:lnTo>
                  <a:pt x="1204957" y="1358781"/>
                </a:lnTo>
                <a:lnTo>
                  <a:pt x="1179320" y="0"/>
                </a:lnTo>
                <a:lnTo>
                  <a:pt x="1324598" y="538385"/>
                </a:lnTo>
                <a:lnTo>
                  <a:pt x="2512464" y="1179320"/>
                </a:lnTo>
                <a:lnTo>
                  <a:pt x="3179036" y="1264778"/>
                </a:lnTo>
                <a:lnTo>
                  <a:pt x="5349668" y="1162228"/>
                </a:lnTo>
                <a:lnTo>
                  <a:pt x="7793765" y="598206"/>
                </a:lnTo>
                <a:lnTo>
                  <a:pt x="8545795" y="598206"/>
                </a:lnTo>
              </a:path>
            </a:pathLst>
          </a:cu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ular Callout 29">
            <a:extLst>
              <a:ext uri="{FF2B5EF4-FFF2-40B4-BE49-F238E27FC236}">
                <a16:creationId xmlns:a16="http://schemas.microsoft.com/office/drawing/2014/main" id="{D4074224-372D-5E5F-FA6F-2278838E9B74}"/>
              </a:ext>
            </a:extLst>
          </p:cNvPr>
          <p:cNvSpPr/>
          <p:nvPr/>
        </p:nvSpPr>
        <p:spPr>
          <a:xfrm>
            <a:off x="6372250" y="1034040"/>
            <a:ext cx="1230830" cy="282270"/>
          </a:xfrm>
          <a:prstGeom prst="wedgeRectCallout">
            <a:avLst>
              <a:gd name="adj1" fmla="val 30380"/>
              <a:gd name="adj2" fmla="val 214404"/>
            </a:avLst>
          </a:prstGeom>
          <a:solidFill>
            <a:schemeClr val="accent1">
              <a:alpha val="31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Trendlijn</a:t>
            </a:r>
            <a:r>
              <a:rPr lang="en-US" sz="1200" dirty="0">
                <a:solidFill>
                  <a:schemeClr val="tx1"/>
                </a:solidFill>
              </a:rPr>
              <a:t> (</a:t>
            </a:r>
            <a:r>
              <a:rPr lang="en-US" sz="1200" dirty="0" err="1">
                <a:solidFill>
                  <a:schemeClr val="tx1"/>
                </a:solidFill>
              </a:rPr>
              <a:t>grof</a:t>
            </a:r>
            <a:r>
              <a:rPr lang="en-US" sz="12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1977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05B825F-6623-E25C-80D2-7072515E8C3C}"/>
              </a:ext>
            </a:extLst>
          </p:cNvPr>
          <p:cNvGrpSpPr/>
          <p:nvPr/>
        </p:nvGrpSpPr>
        <p:grpSpPr>
          <a:xfrm>
            <a:off x="-1" y="553137"/>
            <a:ext cx="9096751" cy="5916628"/>
            <a:chOff x="-1" y="553137"/>
            <a:chExt cx="9096751" cy="591662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7F0CC3D-8A25-C95A-A00F-1C2108AEE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645" r="12456"/>
            <a:stretch>
              <a:fillRect/>
            </a:stretch>
          </p:blipFill>
          <p:spPr>
            <a:xfrm>
              <a:off x="395420" y="3717040"/>
              <a:ext cx="5976830" cy="2752725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ECE870E-DCCE-2A7A-FC78-99DEF7681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855324"/>
              <a:ext cx="9096751" cy="3221766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1EE4E5D-D75B-88AA-683F-D3F628C7B64C}"/>
                </a:ext>
              </a:extLst>
            </p:cNvPr>
            <p:cNvCxnSpPr>
              <a:cxnSpLocks/>
            </p:cNvCxnSpPr>
            <p:nvPr/>
          </p:nvCxnSpPr>
          <p:spPr>
            <a:xfrm>
              <a:off x="1979640" y="913187"/>
              <a:ext cx="295241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9276BD-07F3-F288-872C-D66C7E9AC6CE}"/>
                </a:ext>
              </a:extLst>
            </p:cNvPr>
            <p:cNvSpPr txBox="1"/>
            <p:nvPr/>
          </p:nvSpPr>
          <p:spPr>
            <a:xfrm>
              <a:off x="2493658" y="553137"/>
              <a:ext cx="19243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Zone van </a:t>
              </a:r>
              <a:r>
                <a:rPr lang="en-US" sz="1200" dirty="0" err="1"/>
                <a:t>wellen</a:t>
              </a:r>
              <a:r>
                <a:rPr lang="en-US" sz="1200" dirty="0"/>
                <a:t> </a:t>
              </a:r>
              <a:r>
                <a:rPr lang="en-US" sz="1200" dirty="0" err="1"/>
                <a:t>en</a:t>
              </a:r>
              <a:r>
                <a:rPr lang="en-US" sz="1200" dirty="0"/>
                <a:t> </a:t>
              </a:r>
              <a:r>
                <a:rPr lang="en-US" sz="1200" dirty="0" err="1"/>
                <a:t>spleet</a:t>
              </a:r>
              <a:endParaRPr lang="en-US" sz="1200" dirty="0"/>
            </a:p>
          </p:txBody>
        </p:sp>
        <p:sp>
          <p:nvSpPr>
            <p:cNvPr id="8" name="Rectangular Callout 7">
              <a:extLst>
                <a:ext uri="{FF2B5EF4-FFF2-40B4-BE49-F238E27FC236}">
                  <a16:creationId xmlns:a16="http://schemas.microsoft.com/office/drawing/2014/main" id="{2913481B-3D9A-9F8A-B734-B99C54919A86}"/>
                </a:ext>
              </a:extLst>
            </p:cNvPr>
            <p:cNvSpPr/>
            <p:nvPr/>
          </p:nvSpPr>
          <p:spPr>
            <a:xfrm>
              <a:off x="1043510" y="3769605"/>
              <a:ext cx="1152160" cy="277000"/>
            </a:xfrm>
            <a:prstGeom prst="wedgeRectCallout">
              <a:avLst>
                <a:gd name="adj1" fmla="val 38437"/>
                <a:gd name="adj2" fmla="val 18899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Bodemslib</a:t>
              </a:r>
              <a:endParaRPr lang="en-US" sz="1200" dirty="0"/>
            </a:p>
          </p:txBody>
        </p:sp>
        <p:sp>
          <p:nvSpPr>
            <p:cNvPr id="9" name="Rectangular Callout 8">
              <a:extLst>
                <a:ext uri="{FF2B5EF4-FFF2-40B4-BE49-F238E27FC236}">
                  <a16:creationId xmlns:a16="http://schemas.microsoft.com/office/drawing/2014/main" id="{22E9D643-9906-3847-C3E6-07403FB071A5}"/>
                </a:ext>
              </a:extLst>
            </p:cNvPr>
            <p:cNvSpPr/>
            <p:nvPr/>
          </p:nvSpPr>
          <p:spPr>
            <a:xfrm>
              <a:off x="5004060" y="590864"/>
              <a:ext cx="1080150" cy="277000"/>
            </a:xfrm>
            <a:prstGeom prst="wedgeRectCallout">
              <a:avLst>
                <a:gd name="adj1" fmla="val -47301"/>
                <a:gd name="adj2" fmla="val 30622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Eind </a:t>
              </a:r>
              <a:r>
                <a:rPr lang="en-US" sz="1200" dirty="0" err="1"/>
                <a:t>spleet</a:t>
              </a:r>
              <a:endParaRPr lang="en-US" sz="1200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AF2D847-E121-C7EF-066B-FEB3F01D3C73}"/>
                </a:ext>
              </a:extLst>
            </p:cNvPr>
            <p:cNvCxnSpPr>
              <a:cxnSpLocks/>
            </p:cNvCxnSpPr>
            <p:nvPr/>
          </p:nvCxnSpPr>
          <p:spPr>
            <a:xfrm>
              <a:off x="1979640" y="1628750"/>
              <a:ext cx="2808390" cy="283467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CE674FED-5203-350F-A0D0-77EBD7932A64}"/>
                </a:ext>
              </a:extLst>
            </p:cNvPr>
            <p:cNvSpPr/>
            <p:nvPr/>
          </p:nvSpPr>
          <p:spPr>
            <a:xfrm>
              <a:off x="6300240" y="4221110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riangle 16">
              <a:extLst>
                <a:ext uri="{FF2B5EF4-FFF2-40B4-BE49-F238E27FC236}">
                  <a16:creationId xmlns:a16="http://schemas.microsoft.com/office/drawing/2014/main" id="{4D075C97-F3FE-E0F3-E2AD-4775A7CC92FF}"/>
                </a:ext>
              </a:extLst>
            </p:cNvPr>
            <p:cNvSpPr/>
            <p:nvPr/>
          </p:nvSpPr>
          <p:spPr>
            <a:xfrm rot="1800000">
              <a:off x="6117913" y="4336744"/>
              <a:ext cx="226907" cy="19561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1D1ED1-EC76-FDE0-CDBD-B58292670ECD}"/>
                </a:ext>
              </a:extLst>
            </p:cNvPr>
            <p:cNvSpPr txBox="1"/>
            <p:nvPr/>
          </p:nvSpPr>
          <p:spPr>
            <a:xfrm>
              <a:off x="7236370" y="4149100"/>
              <a:ext cx="12304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Waterstroom</a:t>
              </a:r>
              <a:r>
                <a:rPr lang="en-US" sz="1400" dirty="0"/>
                <a:t> door </a:t>
              </a:r>
              <a:r>
                <a:rPr lang="en-US" sz="1400" dirty="0" err="1"/>
                <a:t>spleet</a:t>
              </a:r>
              <a:endParaRPr lang="en-US" sz="1400" dirty="0"/>
            </a:p>
          </p:txBody>
        </p:sp>
        <p:sp>
          <p:nvSpPr>
            <p:cNvPr id="6" name="Rectangular Callout 5">
              <a:extLst>
                <a:ext uri="{FF2B5EF4-FFF2-40B4-BE49-F238E27FC236}">
                  <a16:creationId xmlns:a16="http://schemas.microsoft.com/office/drawing/2014/main" id="{E99AAD1A-D7F0-E182-6D73-E32EDB275FBD}"/>
                </a:ext>
              </a:extLst>
            </p:cNvPr>
            <p:cNvSpPr/>
            <p:nvPr/>
          </p:nvSpPr>
          <p:spPr>
            <a:xfrm>
              <a:off x="911370" y="582960"/>
              <a:ext cx="1080150" cy="277000"/>
            </a:xfrm>
            <a:prstGeom prst="wedgeRectCallout">
              <a:avLst>
                <a:gd name="adj1" fmla="val 48969"/>
                <a:gd name="adj2" fmla="val 31239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Begin </a:t>
              </a:r>
              <a:r>
                <a:rPr lang="en-US" sz="1200" dirty="0" err="1"/>
                <a:t>spleet</a:t>
              </a:r>
              <a:endParaRPr lang="en-US" sz="1200" dirty="0"/>
            </a:p>
          </p:txBody>
        </p:sp>
        <p:sp>
          <p:nvSpPr>
            <p:cNvPr id="20" name="Rectangular Callout 19">
              <a:extLst>
                <a:ext uri="{FF2B5EF4-FFF2-40B4-BE49-F238E27FC236}">
                  <a16:creationId xmlns:a16="http://schemas.microsoft.com/office/drawing/2014/main" id="{38DE9A6A-FEE8-E783-7438-23E862EFBED1}"/>
                </a:ext>
              </a:extLst>
            </p:cNvPr>
            <p:cNvSpPr/>
            <p:nvPr/>
          </p:nvSpPr>
          <p:spPr>
            <a:xfrm>
              <a:off x="2663101" y="3697595"/>
              <a:ext cx="864754" cy="277000"/>
            </a:xfrm>
            <a:prstGeom prst="wedgeRectCallout">
              <a:avLst>
                <a:gd name="adj1" fmla="val 39179"/>
                <a:gd name="adj2" fmla="val 19824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ow-</a:t>
              </a:r>
              <a:r>
                <a:rPr lang="en-US" sz="1200" dirty="0" err="1"/>
                <a:t>talud</a:t>
              </a:r>
              <a:endParaRPr lang="en-US" sz="1200" dirty="0"/>
            </a:p>
          </p:txBody>
        </p:sp>
        <p:sp>
          <p:nvSpPr>
            <p:cNvPr id="21" name="Rectangular Callout 20">
              <a:extLst>
                <a:ext uri="{FF2B5EF4-FFF2-40B4-BE49-F238E27FC236}">
                  <a16:creationId xmlns:a16="http://schemas.microsoft.com/office/drawing/2014/main" id="{C8A32839-E5B5-FDBF-5F38-03F4183E4AE8}"/>
                </a:ext>
              </a:extLst>
            </p:cNvPr>
            <p:cNvSpPr/>
            <p:nvPr/>
          </p:nvSpPr>
          <p:spPr>
            <a:xfrm>
              <a:off x="5219456" y="4758036"/>
              <a:ext cx="648724" cy="183174"/>
            </a:xfrm>
            <a:prstGeom prst="wedgeRectCallout">
              <a:avLst>
                <a:gd name="adj1" fmla="val -8244"/>
                <a:gd name="adj2" fmla="val -19831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spleet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0092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0AA596-EAC9-D6D9-11F3-8724F1C65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09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89FF02F-F8EC-80C4-55CA-6D6EA88E205A}"/>
              </a:ext>
            </a:extLst>
          </p:cNvPr>
          <p:cNvGrpSpPr/>
          <p:nvPr/>
        </p:nvGrpSpPr>
        <p:grpSpPr>
          <a:xfrm>
            <a:off x="-1" y="262466"/>
            <a:ext cx="7236371" cy="6334974"/>
            <a:chOff x="-1" y="262466"/>
            <a:chExt cx="7236371" cy="633497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6004121-BBB9-3122-EE8A-B71F7632C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0886"/>
            <a:stretch>
              <a:fillRect/>
            </a:stretch>
          </p:blipFill>
          <p:spPr>
            <a:xfrm>
              <a:off x="-1" y="262466"/>
              <a:ext cx="7236371" cy="6334974"/>
            </a:xfrm>
            <a:prstGeom prst="rect">
              <a:avLst/>
            </a:prstGeom>
          </p:spPr>
        </p:pic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87208BD-44CD-AA28-D7A2-ECFE5017240F}"/>
                </a:ext>
              </a:extLst>
            </p:cNvPr>
            <p:cNvSpPr/>
            <p:nvPr/>
          </p:nvSpPr>
          <p:spPr>
            <a:xfrm>
              <a:off x="4323411" y="2943364"/>
              <a:ext cx="1701567" cy="808284"/>
            </a:xfrm>
            <a:custGeom>
              <a:avLst/>
              <a:gdLst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05099 w 1768979"/>
                <a:gd name="csY6" fmla="*/ 299103 h 640934"/>
                <a:gd name="csX7" fmla="*/ 299103 w 1768979"/>
                <a:gd name="csY7" fmla="*/ 213645 h 640934"/>
                <a:gd name="csX8" fmla="*/ 341832 w 1768979"/>
                <a:gd name="csY8" fmla="*/ 222190 h 640934"/>
                <a:gd name="csX9" fmla="*/ 367469 w 1768979"/>
                <a:gd name="csY9" fmla="*/ 230736 h 640934"/>
                <a:gd name="csX10" fmla="*/ 401652 w 1768979"/>
                <a:gd name="csY10" fmla="*/ 239282 h 640934"/>
                <a:gd name="csX11" fmla="*/ 452927 w 1768979"/>
                <a:gd name="csY11" fmla="*/ 264919 h 640934"/>
                <a:gd name="csX12" fmla="*/ 495656 w 1768979"/>
                <a:gd name="csY12" fmla="*/ 282011 h 640934"/>
                <a:gd name="csX13" fmla="*/ 546931 w 1768979"/>
                <a:gd name="csY13" fmla="*/ 290557 h 640934"/>
                <a:gd name="csX14" fmla="*/ 598206 w 1768979"/>
                <a:gd name="csY14" fmla="*/ 282011 h 640934"/>
                <a:gd name="csX15" fmla="*/ 649480 w 1768979"/>
                <a:gd name="csY15" fmla="*/ 230736 h 640934"/>
                <a:gd name="csX16" fmla="*/ 675118 w 1768979"/>
                <a:gd name="csY16" fmla="*/ 179461 h 640934"/>
                <a:gd name="csX17" fmla="*/ 700755 w 1768979"/>
                <a:gd name="csY17" fmla="*/ 162370 h 640934"/>
                <a:gd name="csX18" fmla="*/ 803305 w 1768979"/>
                <a:gd name="csY18" fmla="*/ 145278 h 640934"/>
                <a:gd name="csX19" fmla="*/ 940037 w 1768979"/>
                <a:gd name="csY19" fmla="*/ 136732 h 640934"/>
                <a:gd name="csX20" fmla="*/ 1059678 w 1768979"/>
                <a:gd name="csY20" fmla="*/ 68366 h 640934"/>
                <a:gd name="csX21" fmla="*/ 1102407 w 1768979"/>
                <a:gd name="csY21" fmla="*/ 42729 h 640934"/>
                <a:gd name="csX22" fmla="*/ 1153682 w 1768979"/>
                <a:gd name="csY22" fmla="*/ 25637 h 640934"/>
                <a:gd name="csX23" fmla="*/ 1179320 w 1768979"/>
                <a:gd name="csY23" fmla="*/ 17091 h 640934"/>
                <a:gd name="csX24" fmla="*/ 1204957 w 1768979"/>
                <a:gd name="csY24" fmla="*/ 0 h 640934"/>
                <a:gd name="csX25" fmla="*/ 1298961 w 1768979"/>
                <a:gd name="csY25" fmla="*/ 8546 h 640934"/>
                <a:gd name="csX26" fmla="*/ 1333144 w 1768979"/>
                <a:gd name="csY26" fmla="*/ 25637 h 640934"/>
                <a:gd name="csX27" fmla="*/ 1367327 w 1768979"/>
                <a:gd name="csY27" fmla="*/ 34183 h 640934"/>
                <a:gd name="csX28" fmla="*/ 1444239 w 1768979"/>
                <a:gd name="csY28" fmla="*/ 25637 h 640934"/>
                <a:gd name="csX29" fmla="*/ 1469877 w 1768979"/>
                <a:gd name="csY29" fmla="*/ 17091 h 640934"/>
                <a:gd name="csX30" fmla="*/ 1623701 w 1768979"/>
                <a:gd name="csY30" fmla="*/ 8546 h 640934"/>
                <a:gd name="csX31" fmla="*/ 1717705 w 1768979"/>
                <a:gd name="csY31" fmla="*/ 17091 h 640934"/>
                <a:gd name="csX32" fmla="*/ 1734796 w 1768979"/>
                <a:gd name="csY32" fmla="*/ 42729 h 640934"/>
                <a:gd name="csX33" fmla="*/ 1760434 w 1768979"/>
                <a:gd name="csY33" fmla="*/ 128187 h 640934"/>
                <a:gd name="csX34" fmla="*/ 1768979 w 1768979"/>
                <a:gd name="csY34" fmla="*/ 153824 h 640934"/>
                <a:gd name="csX35" fmla="*/ 1751888 w 1768979"/>
                <a:gd name="csY35" fmla="*/ 247828 h 640934"/>
                <a:gd name="csX36" fmla="*/ 1692067 w 1768979"/>
                <a:gd name="csY36" fmla="*/ 290557 h 640934"/>
                <a:gd name="csX37" fmla="*/ 1657884 w 1768979"/>
                <a:gd name="csY37" fmla="*/ 299103 h 640934"/>
                <a:gd name="csX38" fmla="*/ 1632247 w 1768979"/>
                <a:gd name="csY38" fmla="*/ 316194 h 640934"/>
                <a:gd name="csX39" fmla="*/ 1538243 w 1768979"/>
                <a:gd name="csY39" fmla="*/ 333286 h 640934"/>
                <a:gd name="csX40" fmla="*/ 1128045 w 1768979"/>
                <a:gd name="csY40" fmla="*/ 341832 h 640934"/>
                <a:gd name="csX41" fmla="*/ 1102407 w 1768979"/>
                <a:gd name="csY41" fmla="*/ 350377 h 640934"/>
                <a:gd name="csX42" fmla="*/ 1016950 w 1768979"/>
                <a:gd name="csY42" fmla="*/ 367469 h 640934"/>
                <a:gd name="csX43" fmla="*/ 991312 w 1768979"/>
                <a:gd name="csY43" fmla="*/ 376015 h 640934"/>
                <a:gd name="csX44" fmla="*/ 922946 w 1768979"/>
                <a:gd name="csY44" fmla="*/ 393106 h 640934"/>
                <a:gd name="csX45" fmla="*/ 888763 w 1768979"/>
                <a:gd name="csY45" fmla="*/ 401652 h 640934"/>
                <a:gd name="csX46" fmla="*/ 846034 w 1768979"/>
                <a:gd name="csY46" fmla="*/ 410198 h 640934"/>
                <a:gd name="csX47" fmla="*/ 777667 w 1768979"/>
                <a:gd name="csY47" fmla="*/ 444381 h 640934"/>
                <a:gd name="csX48" fmla="*/ 752030 w 1768979"/>
                <a:gd name="csY48" fmla="*/ 461473 h 640934"/>
                <a:gd name="csX49" fmla="*/ 726393 w 1768979"/>
                <a:gd name="csY49" fmla="*/ 470018 h 640934"/>
                <a:gd name="csX50" fmla="*/ 606751 w 1768979"/>
                <a:gd name="csY50" fmla="*/ 487110 h 640934"/>
                <a:gd name="csX51" fmla="*/ 478564 w 1768979"/>
                <a:gd name="csY51" fmla="*/ 529839 h 640934"/>
                <a:gd name="csX52" fmla="*/ 444381 w 1768979"/>
                <a:gd name="csY52" fmla="*/ 555476 h 640934"/>
                <a:gd name="csX53" fmla="*/ 393107 w 1768979"/>
                <a:gd name="csY53" fmla="*/ 572568 h 640934"/>
                <a:gd name="csX54" fmla="*/ 324740 w 1768979"/>
                <a:gd name="csY54" fmla="*/ 589660 h 640934"/>
                <a:gd name="csX55" fmla="*/ 256374 w 1768979"/>
                <a:gd name="csY55" fmla="*/ 615297 h 640934"/>
                <a:gd name="csX56" fmla="*/ 179462 w 1768979"/>
                <a:gd name="csY56" fmla="*/ 640934 h 640934"/>
                <a:gd name="csX57" fmla="*/ 51275 w 1768979"/>
                <a:gd name="csY57" fmla="*/ 623843 h 640934"/>
                <a:gd name="csX58" fmla="*/ 0 w 1768979"/>
                <a:gd name="csY58" fmla="*/ 589660 h 640934"/>
                <a:gd name="csX59" fmla="*/ 8546 w 1768979"/>
                <a:gd name="csY59" fmla="*/ 529839 h 640934"/>
                <a:gd name="csX60" fmla="*/ 51275 w 1768979"/>
                <a:gd name="csY60" fmla="*/ 487110 h 640934"/>
                <a:gd name="csX61" fmla="*/ 51275 w 1768979"/>
                <a:gd name="csY61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05099 w 1768979"/>
                <a:gd name="csY6" fmla="*/ 299103 h 640934"/>
                <a:gd name="csX7" fmla="*/ 299103 w 1768979"/>
                <a:gd name="csY7" fmla="*/ 213645 h 640934"/>
                <a:gd name="csX8" fmla="*/ 341832 w 1768979"/>
                <a:gd name="csY8" fmla="*/ 222190 h 640934"/>
                <a:gd name="csX9" fmla="*/ 367469 w 1768979"/>
                <a:gd name="csY9" fmla="*/ 230736 h 640934"/>
                <a:gd name="csX10" fmla="*/ 401652 w 1768979"/>
                <a:gd name="csY10" fmla="*/ 239282 h 640934"/>
                <a:gd name="csX11" fmla="*/ 452927 w 1768979"/>
                <a:gd name="csY11" fmla="*/ 264919 h 640934"/>
                <a:gd name="csX12" fmla="*/ 495656 w 1768979"/>
                <a:gd name="csY12" fmla="*/ 282011 h 640934"/>
                <a:gd name="csX13" fmla="*/ 546931 w 1768979"/>
                <a:gd name="csY13" fmla="*/ 290557 h 640934"/>
                <a:gd name="csX14" fmla="*/ 468606 w 1768979"/>
                <a:gd name="csY14" fmla="*/ 102011 h 640934"/>
                <a:gd name="csX15" fmla="*/ 649480 w 1768979"/>
                <a:gd name="csY15" fmla="*/ 230736 h 640934"/>
                <a:gd name="csX16" fmla="*/ 675118 w 1768979"/>
                <a:gd name="csY16" fmla="*/ 179461 h 640934"/>
                <a:gd name="csX17" fmla="*/ 700755 w 1768979"/>
                <a:gd name="csY17" fmla="*/ 162370 h 640934"/>
                <a:gd name="csX18" fmla="*/ 803305 w 1768979"/>
                <a:gd name="csY18" fmla="*/ 145278 h 640934"/>
                <a:gd name="csX19" fmla="*/ 940037 w 1768979"/>
                <a:gd name="csY19" fmla="*/ 136732 h 640934"/>
                <a:gd name="csX20" fmla="*/ 1059678 w 1768979"/>
                <a:gd name="csY20" fmla="*/ 68366 h 640934"/>
                <a:gd name="csX21" fmla="*/ 1102407 w 1768979"/>
                <a:gd name="csY21" fmla="*/ 42729 h 640934"/>
                <a:gd name="csX22" fmla="*/ 1153682 w 1768979"/>
                <a:gd name="csY22" fmla="*/ 25637 h 640934"/>
                <a:gd name="csX23" fmla="*/ 1179320 w 1768979"/>
                <a:gd name="csY23" fmla="*/ 17091 h 640934"/>
                <a:gd name="csX24" fmla="*/ 1204957 w 1768979"/>
                <a:gd name="csY24" fmla="*/ 0 h 640934"/>
                <a:gd name="csX25" fmla="*/ 1298961 w 1768979"/>
                <a:gd name="csY25" fmla="*/ 8546 h 640934"/>
                <a:gd name="csX26" fmla="*/ 1333144 w 1768979"/>
                <a:gd name="csY26" fmla="*/ 25637 h 640934"/>
                <a:gd name="csX27" fmla="*/ 1367327 w 1768979"/>
                <a:gd name="csY27" fmla="*/ 34183 h 640934"/>
                <a:gd name="csX28" fmla="*/ 1444239 w 1768979"/>
                <a:gd name="csY28" fmla="*/ 25637 h 640934"/>
                <a:gd name="csX29" fmla="*/ 1469877 w 1768979"/>
                <a:gd name="csY29" fmla="*/ 17091 h 640934"/>
                <a:gd name="csX30" fmla="*/ 1623701 w 1768979"/>
                <a:gd name="csY30" fmla="*/ 8546 h 640934"/>
                <a:gd name="csX31" fmla="*/ 1717705 w 1768979"/>
                <a:gd name="csY31" fmla="*/ 17091 h 640934"/>
                <a:gd name="csX32" fmla="*/ 1734796 w 1768979"/>
                <a:gd name="csY32" fmla="*/ 42729 h 640934"/>
                <a:gd name="csX33" fmla="*/ 1760434 w 1768979"/>
                <a:gd name="csY33" fmla="*/ 128187 h 640934"/>
                <a:gd name="csX34" fmla="*/ 1768979 w 1768979"/>
                <a:gd name="csY34" fmla="*/ 153824 h 640934"/>
                <a:gd name="csX35" fmla="*/ 1751888 w 1768979"/>
                <a:gd name="csY35" fmla="*/ 247828 h 640934"/>
                <a:gd name="csX36" fmla="*/ 1692067 w 1768979"/>
                <a:gd name="csY36" fmla="*/ 290557 h 640934"/>
                <a:gd name="csX37" fmla="*/ 1657884 w 1768979"/>
                <a:gd name="csY37" fmla="*/ 299103 h 640934"/>
                <a:gd name="csX38" fmla="*/ 1632247 w 1768979"/>
                <a:gd name="csY38" fmla="*/ 316194 h 640934"/>
                <a:gd name="csX39" fmla="*/ 1538243 w 1768979"/>
                <a:gd name="csY39" fmla="*/ 333286 h 640934"/>
                <a:gd name="csX40" fmla="*/ 1128045 w 1768979"/>
                <a:gd name="csY40" fmla="*/ 341832 h 640934"/>
                <a:gd name="csX41" fmla="*/ 1102407 w 1768979"/>
                <a:gd name="csY41" fmla="*/ 350377 h 640934"/>
                <a:gd name="csX42" fmla="*/ 1016950 w 1768979"/>
                <a:gd name="csY42" fmla="*/ 367469 h 640934"/>
                <a:gd name="csX43" fmla="*/ 991312 w 1768979"/>
                <a:gd name="csY43" fmla="*/ 376015 h 640934"/>
                <a:gd name="csX44" fmla="*/ 922946 w 1768979"/>
                <a:gd name="csY44" fmla="*/ 393106 h 640934"/>
                <a:gd name="csX45" fmla="*/ 888763 w 1768979"/>
                <a:gd name="csY45" fmla="*/ 401652 h 640934"/>
                <a:gd name="csX46" fmla="*/ 846034 w 1768979"/>
                <a:gd name="csY46" fmla="*/ 410198 h 640934"/>
                <a:gd name="csX47" fmla="*/ 777667 w 1768979"/>
                <a:gd name="csY47" fmla="*/ 444381 h 640934"/>
                <a:gd name="csX48" fmla="*/ 752030 w 1768979"/>
                <a:gd name="csY48" fmla="*/ 461473 h 640934"/>
                <a:gd name="csX49" fmla="*/ 726393 w 1768979"/>
                <a:gd name="csY49" fmla="*/ 470018 h 640934"/>
                <a:gd name="csX50" fmla="*/ 606751 w 1768979"/>
                <a:gd name="csY50" fmla="*/ 487110 h 640934"/>
                <a:gd name="csX51" fmla="*/ 478564 w 1768979"/>
                <a:gd name="csY51" fmla="*/ 529839 h 640934"/>
                <a:gd name="csX52" fmla="*/ 444381 w 1768979"/>
                <a:gd name="csY52" fmla="*/ 555476 h 640934"/>
                <a:gd name="csX53" fmla="*/ 393107 w 1768979"/>
                <a:gd name="csY53" fmla="*/ 572568 h 640934"/>
                <a:gd name="csX54" fmla="*/ 324740 w 1768979"/>
                <a:gd name="csY54" fmla="*/ 589660 h 640934"/>
                <a:gd name="csX55" fmla="*/ 256374 w 1768979"/>
                <a:gd name="csY55" fmla="*/ 615297 h 640934"/>
                <a:gd name="csX56" fmla="*/ 179462 w 1768979"/>
                <a:gd name="csY56" fmla="*/ 640934 h 640934"/>
                <a:gd name="csX57" fmla="*/ 51275 w 1768979"/>
                <a:gd name="csY57" fmla="*/ 623843 h 640934"/>
                <a:gd name="csX58" fmla="*/ 0 w 1768979"/>
                <a:gd name="csY58" fmla="*/ 589660 h 640934"/>
                <a:gd name="csX59" fmla="*/ 8546 w 1768979"/>
                <a:gd name="csY59" fmla="*/ 529839 h 640934"/>
                <a:gd name="csX60" fmla="*/ 51275 w 1768979"/>
                <a:gd name="csY60" fmla="*/ 487110 h 640934"/>
                <a:gd name="csX61" fmla="*/ 51275 w 1768979"/>
                <a:gd name="csY61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05099 w 1768979"/>
                <a:gd name="csY6" fmla="*/ 299103 h 640934"/>
                <a:gd name="csX7" fmla="*/ 299103 w 1768979"/>
                <a:gd name="csY7" fmla="*/ 213645 h 640934"/>
                <a:gd name="csX8" fmla="*/ 341832 w 1768979"/>
                <a:gd name="csY8" fmla="*/ 222190 h 640934"/>
                <a:gd name="csX9" fmla="*/ 367469 w 1768979"/>
                <a:gd name="csY9" fmla="*/ 230736 h 640934"/>
                <a:gd name="csX10" fmla="*/ 401652 w 1768979"/>
                <a:gd name="csY10" fmla="*/ 239282 h 640934"/>
                <a:gd name="csX11" fmla="*/ 452927 w 1768979"/>
                <a:gd name="csY11" fmla="*/ 264919 h 640934"/>
                <a:gd name="csX12" fmla="*/ 495656 w 1768979"/>
                <a:gd name="csY12" fmla="*/ 282011 h 640934"/>
                <a:gd name="csX13" fmla="*/ 500131 w 1768979"/>
                <a:gd name="csY13" fmla="*/ 222157 h 640934"/>
                <a:gd name="csX14" fmla="*/ 468606 w 1768979"/>
                <a:gd name="csY14" fmla="*/ 102011 h 640934"/>
                <a:gd name="csX15" fmla="*/ 649480 w 1768979"/>
                <a:gd name="csY15" fmla="*/ 230736 h 640934"/>
                <a:gd name="csX16" fmla="*/ 675118 w 1768979"/>
                <a:gd name="csY16" fmla="*/ 179461 h 640934"/>
                <a:gd name="csX17" fmla="*/ 700755 w 1768979"/>
                <a:gd name="csY17" fmla="*/ 162370 h 640934"/>
                <a:gd name="csX18" fmla="*/ 803305 w 1768979"/>
                <a:gd name="csY18" fmla="*/ 145278 h 640934"/>
                <a:gd name="csX19" fmla="*/ 940037 w 1768979"/>
                <a:gd name="csY19" fmla="*/ 136732 h 640934"/>
                <a:gd name="csX20" fmla="*/ 1059678 w 1768979"/>
                <a:gd name="csY20" fmla="*/ 68366 h 640934"/>
                <a:gd name="csX21" fmla="*/ 1102407 w 1768979"/>
                <a:gd name="csY21" fmla="*/ 42729 h 640934"/>
                <a:gd name="csX22" fmla="*/ 1153682 w 1768979"/>
                <a:gd name="csY22" fmla="*/ 25637 h 640934"/>
                <a:gd name="csX23" fmla="*/ 1179320 w 1768979"/>
                <a:gd name="csY23" fmla="*/ 17091 h 640934"/>
                <a:gd name="csX24" fmla="*/ 1204957 w 1768979"/>
                <a:gd name="csY24" fmla="*/ 0 h 640934"/>
                <a:gd name="csX25" fmla="*/ 1298961 w 1768979"/>
                <a:gd name="csY25" fmla="*/ 8546 h 640934"/>
                <a:gd name="csX26" fmla="*/ 1333144 w 1768979"/>
                <a:gd name="csY26" fmla="*/ 25637 h 640934"/>
                <a:gd name="csX27" fmla="*/ 1367327 w 1768979"/>
                <a:gd name="csY27" fmla="*/ 34183 h 640934"/>
                <a:gd name="csX28" fmla="*/ 1444239 w 1768979"/>
                <a:gd name="csY28" fmla="*/ 25637 h 640934"/>
                <a:gd name="csX29" fmla="*/ 1469877 w 1768979"/>
                <a:gd name="csY29" fmla="*/ 17091 h 640934"/>
                <a:gd name="csX30" fmla="*/ 1623701 w 1768979"/>
                <a:gd name="csY30" fmla="*/ 8546 h 640934"/>
                <a:gd name="csX31" fmla="*/ 1717705 w 1768979"/>
                <a:gd name="csY31" fmla="*/ 17091 h 640934"/>
                <a:gd name="csX32" fmla="*/ 1734796 w 1768979"/>
                <a:gd name="csY32" fmla="*/ 42729 h 640934"/>
                <a:gd name="csX33" fmla="*/ 1760434 w 1768979"/>
                <a:gd name="csY33" fmla="*/ 128187 h 640934"/>
                <a:gd name="csX34" fmla="*/ 1768979 w 1768979"/>
                <a:gd name="csY34" fmla="*/ 153824 h 640934"/>
                <a:gd name="csX35" fmla="*/ 1751888 w 1768979"/>
                <a:gd name="csY35" fmla="*/ 247828 h 640934"/>
                <a:gd name="csX36" fmla="*/ 1692067 w 1768979"/>
                <a:gd name="csY36" fmla="*/ 290557 h 640934"/>
                <a:gd name="csX37" fmla="*/ 1657884 w 1768979"/>
                <a:gd name="csY37" fmla="*/ 299103 h 640934"/>
                <a:gd name="csX38" fmla="*/ 1632247 w 1768979"/>
                <a:gd name="csY38" fmla="*/ 316194 h 640934"/>
                <a:gd name="csX39" fmla="*/ 1538243 w 1768979"/>
                <a:gd name="csY39" fmla="*/ 333286 h 640934"/>
                <a:gd name="csX40" fmla="*/ 1128045 w 1768979"/>
                <a:gd name="csY40" fmla="*/ 341832 h 640934"/>
                <a:gd name="csX41" fmla="*/ 1102407 w 1768979"/>
                <a:gd name="csY41" fmla="*/ 350377 h 640934"/>
                <a:gd name="csX42" fmla="*/ 1016950 w 1768979"/>
                <a:gd name="csY42" fmla="*/ 367469 h 640934"/>
                <a:gd name="csX43" fmla="*/ 991312 w 1768979"/>
                <a:gd name="csY43" fmla="*/ 376015 h 640934"/>
                <a:gd name="csX44" fmla="*/ 922946 w 1768979"/>
                <a:gd name="csY44" fmla="*/ 393106 h 640934"/>
                <a:gd name="csX45" fmla="*/ 888763 w 1768979"/>
                <a:gd name="csY45" fmla="*/ 401652 h 640934"/>
                <a:gd name="csX46" fmla="*/ 846034 w 1768979"/>
                <a:gd name="csY46" fmla="*/ 410198 h 640934"/>
                <a:gd name="csX47" fmla="*/ 777667 w 1768979"/>
                <a:gd name="csY47" fmla="*/ 444381 h 640934"/>
                <a:gd name="csX48" fmla="*/ 752030 w 1768979"/>
                <a:gd name="csY48" fmla="*/ 461473 h 640934"/>
                <a:gd name="csX49" fmla="*/ 726393 w 1768979"/>
                <a:gd name="csY49" fmla="*/ 470018 h 640934"/>
                <a:gd name="csX50" fmla="*/ 606751 w 1768979"/>
                <a:gd name="csY50" fmla="*/ 487110 h 640934"/>
                <a:gd name="csX51" fmla="*/ 478564 w 1768979"/>
                <a:gd name="csY51" fmla="*/ 529839 h 640934"/>
                <a:gd name="csX52" fmla="*/ 444381 w 1768979"/>
                <a:gd name="csY52" fmla="*/ 555476 h 640934"/>
                <a:gd name="csX53" fmla="*/ 393107 w 1768979"/>
                <a:gd name="csY53" fmla="*/ 572568 h 640934"/>
                <a:gd name="csX54" fmla="*/ 324740 w 1768979"/>
                <a:gd name="csY54" fmla="*/ 589660 h 640934"/>
                <a:gd name="csX55" fmla="*/ 256374 w 1768979"/>
                <a:gd name="csY55" fmla="*/ 615297 h 640934"/>
                <a:gd name="csX56" fmla="*/ 179462 w 1768979"/>
                <a:gd name="csY56" fmla="*/ 640934 h 640934"/>
                <a:gd name="csX57" fmla="*/ 51275 w 1768979"/>
                <a:gd name="csY57" fmla="*/ 623843 h 640934"/>
                <a:gd name="csX58" fmla="*/ 0 w 1768979"/>
                <a:gd name="csY58" fmla="*/ 589660 h 640934"/>
                <a:gd name="csX59" fmla="*/ 8546 w 1768979"/>
                <a:gd name="csY59" fmla="*/ 529839 h 640934"/>
                <a:gd name="csX60" fmla="*/ 51275 w 1768979"/>
                <a:gd name="csY60" fmla="*/ 487110 h 640934"/>
                <a:gd name="csX61" fmla="*/ 51275 w 1768979"/>
                <a:gd name="csY61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05099 w 1768979"/>
                <a:gd name="csY6" fmla="*/ 299103 h 640934"/>
                <a:gd name="csX7" fmla="*/ 299103 w 1768979"/>
                <a:gd name="csY7" fmla="*/ 213645 h 640934"/>
                <a:gd name="csX8" fmla="*/ 341832 w 1768979"/>
                <a:gd name="csY8" fmla="*/ 222190 h 640934"/>
                <a:gd name="csX9" fmla="*/ 367469 w 1768979"/>
                <a:gd name="csY9" fmla="*/ 230736 h 640934"/>
                <a:gd name="csX10" fmla="*/ 401652 w 1768979"/>
                <a:gd name="csY10" fmla="*/ 239282 h 640934"/>
                <a:gd name="csX11" fmla="*/ 452927 w 1768979"/>
                <a:gd name="csY11" fmla="*/ 264919 h 640934"/>
                <a:gd name="csX12" fmla="*/ 495656 w 1768979"/>
                <a:gd name="csY12" fmla="*/ 282011 h 640934"/>
                <a:gd name="csX13" fmla="*/ 500131 w 1768979"/>
                <a:gd name="csY13" fmla="*/ 222157 h 640934"/>
                <a:gd name="csX14" fmla="*/ 468606 w 1768979"/>
                <a:gd name="csY14" fmla="*/ 102011 h 640934"/>
                <a:gd name="csX15" fmla="*/ 584680 w 1768979"/>
                <a:gd name="csY15" fmla="*/ 151536 h 640934"/>
                <a:gd name="csX16" fmla="*/ 675118 w 1768979"/>
                <a:gd name="csY16" fmla="*/ 179461 h 640934"/>
                <a:gd name="csX17" fmla="*/ 700755 w 1768979"/>
                <a:gd name="csY17" fmla="*/ 162370 h 640934"/>
                <a:gd name="csX18" fmla="*/ 803305 w 1768979"/>
                <a:gd name="csY18" fmla="*/ 145278 h 640934"/>
                <a:gd name="csX19" fmla="*/ 940037 w 1768979"/>
                <a:gd name="csY19" fmla="*/ 136732 h 640934"/>
                <a:gd name="csX20" fmla="*/ 1059678 w 1768979"/>
                <a:gd name="csY20" fmla="*/ 68366 h 640934"/>
                <a:gd name="csX21" fmla="*/ 1102407 w 1768979"/>
                <a:gd name="csY21" fmla="*/ 42729 h 640934"/>
                <a:gd name="csX22" fmla="*/ 1153682 w 1768979"/>
                <a:gd name="csY22" fmla="*/ 25637 h 640934"/>
                <a:gd name="csX23" fmla="*/ 1179320 w 1768979"/>
                <a:gd name="csY23" fmla="*/ 17091 h 640934"/>
                <a:gd name="csX24" fmla="*/ 1204957 w 1768979"/>
                <a:gd name="csY24" fmla="*/ 0 h 640934"/>
                <a:gd name="csX25" fmla="*/ 1298961 w 1768979"/>
                <a:gd name="csY25" fmla="*/ 8546 h 640934"/>
                <a:gd name="csX26" fmla="*/ 1333144 w 1768979"/>
                <a:gd name="csY26" fmla="*/ 25637 h 640934"/>
                <a:gd name="csX27" fmla="*/ 1367327 w 1768979"/>
                <a:gd name="csY27" fmla="*/ 34183 h 640934"/>
                <a:gd name="csX28" fmla="*/ 1444239 w 1768979"/>
                <a:gd name="csY28" fmla="*/ 25637 h 640934"/>
                <a:gd name="csX29" fmla="*/ 1469877 w 1768979"/>
                <a:gd name="csY29" fmla="*/ 17091 h 640934"/>
                <a:gd name="csX30" fmla="*/ 1623701 w 1768979"/>
                <a:gd name="csY30" fmla="*/ 8546 h 640934"/>
                <a:gd name="csX31" fmla="*/ 1717705 w 1768979"/>
                <a:gd name="csY31" fmla="*/ 17091 h 640934"/>
                <a:gd name="csX32" fmla="*/ 1734796 w 1768979"/>
                <a:gd name="csY32" fmla="*/ 42729 h 640934"/>
                <a:gd name="csX33" fmla="*/ 1760434 w 1768979"/>
                <a:gd name="csY33" fmla="*/ 128187 h 640934"/>
                <a:gd name="csX34" fmla="*/ 1768979 w 1768979"/>
                <a:gd name="csY34" fmla="*/ 153824 h 640934"/>
                <a:gd name="csX35" fmla="*/ 1751888 w 1768979"/>
                <a:gd name="csY35" fmla="*/ 247828 h 640934"/>
                <a:gd name="csX36" fmla="*/ 1692067 w 1768979"/>
                <a:gd name="csY36" fmla="*/ 290557 h 640934"/>
                <a:gd name="csX37" fmla="*/ 1657884 w 1768979"/>
                <a:gd name="csY37" fmla="*/ 299103 h 640934"/>
                <a:gd name="csX38" fmla="*/ 1632247 w 1768979"/>
                <a:gd name="csY38" fmla="*/ 316194 h 640934"/>
                <a:gd name="csX39" fmla="*/ 1538243 w 1768979"/>
                <a:gd name="csY39" fmla="*/ 333286 h 640934"/>
                <a:gd name="csX40" fmla="*/ 1128045 w 1768979"/>
                <a:gd name="csY40" fmla="*/ 341832 h 640934"/>
                <a:gd name="csX41" fmla="*/ 1102407 w 1768979"/>
                <a:gd name="csY41" fmla="*/ 350377 h 640934"/>
                <a:gd name="csX42" fmla="*/ 1016950 w 1768979"/>
                <a:gd name="csY42" fmla="*/ 367469 h 640934"/>
                <a:gd name="csX43" fmla="*/ 991312 w 1768979"/>
                <a:gd name="csY43" fmla="*/ 376015 h 640934"/>
                <a:gd name="csX44" fmla="*/ 922946 w 1768979"/>
                <a:gd name="csY44" fmla="*/ 393106 h 640934"/>
                <a:gd name="csX45" fmla="*/ 888763 w 1768979"/>
                <a:gd name="csY45" fmla="*/ 401652 h 640934"/>
                <a:gd name="csX46" fmla="*/ 846034 w 1768979"/>
                <a:gd name="csY46" fmla="*/ 410198 h 640934"/>
                <a:gd name="csX47" fmla="*/ 777667 w 1768979"/>
                <a:gd name="csY47" fmla="*/ 444381 h 640934"/>
                <a:gd name="csX48" fmla="*/ 752030 w 1768979"/>
                <a:gd name="csY48" fmla="*/ 461473 h 640934"/>
                <a:gd name="csX49" fmla="*/ 726393 w 1768979"/>
                <a:gd name="csY49" fmla="*/ 470018 h 640934"/>
                <a:gd name="csX50" fmla="*/ 606751 w 1768979"/>
                <a:gd name="csY50" fmla="*/ 487110 h 640934"/>
                <a:gd name="csX51" fmla="*/ 478564 w 1768979"/>
                <a:gd name="csY51" fmla="*/ 529839 h 640934"/>
                <a:gd name="csX52" fmla="*/ 444381 w 1768979"/>
                <a:gd name="csY52" fmla="*/ 555476 h 640934"/>
                <a:gd name="csX53" fmla="*/ 393107 w 1768979"/>
                <a:gd name="csY53" fmla="*/ 572568 h 640934"/>
                <a:gd name="csX54" fmla="*/ 324740 w 1768979"/>
                <a:gd name="csY54" fmla="*/ 589660 h 640934"/>
                <a:gd name="csX55" fmla="*/ 256374 w 1768979"/>
                <a:gd name="csY55" fmla="*/ 615297 h 640934"/>
                <a:gd name="csX56" fmla="*/ 179462 w 1768979"/>
                <a:gd name="csY56" fmla="*/ 640934 h 640934"/>
                <a:gd name="csX57" fmla="*/ 51275 w 1768979"/>
                <a:gd name="csY57" fmla="*/ 623843 h 640934"/>
                <a:gd name="csX58" fmla="*/ 0 w 1768979"/>
                <a:gd name="csY58" fmla="*/ 589660 h 640934"/>
                <a:gd name="csX59" fmla="*/ 8546 w 1768979"/>
                <a:gd name="csY59" fmla="*/ 529839 h 640934"/>
                <a:gd name="csX60" fmla="*/ 51275 w 1768979"/>
                <a:gd name="csY60" fmla="*/ 487110 h 640934"/>
                <a:gd name="csX61" fmla="*/ 51275 w 1768979"/>
                <a:gd name="csY61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05099 w 1768979"/>
                <a:gd name="csY6" fmla="*/ 299103 h 640934"/>
                <a:gd name="csX7" fmla="*/ 299103 w 1768979"/>
                <a:gd name="csY7" fmla="*/ 213645 h 640934"/>
                <a:gd name="csX8" fmla="*/ 341832 w 1768979"/>
                <a:gd name="csY8" fmla="*/ 222190 h 640934"/>
                <a:gd name="csX9" fmla="*/ 367469 w 1768979"/>
                <a:gd name="csY9" fmla="*/ 230736 h 640934"/>
                <a:gd name="csX10" fmla="*/ 401652 w 1768979"/>
                <a:gd name="csY10" fmla="*/ 239282 h 640934"/>
                <a:gd name="csX11" fmla="*/ 452927 w 1768979"/>
                <a:gd name="csY11" fmla="*/ 264919 h 640934"/>
                <a:gd name="csX12" fmla="*/ 495656 w 1768979"/>
                <a:gd name="csY12" fmla="*/ 282011 h 640934"/>
                <a:gd name="csX13" fmla="*/ 500131 w 1768979"/>
                <a:gd name="csY13" fmla="*/ 222157 h 640934"/>
                <a:gd name="csX14" fmla="*/ 468606 w 1768979"/>
                <a:gd name="csY14" fmla="*/ 102011 h 640934"/>
                <a:gd name="csX15" fmla="*/ 581080 w 1768979"/>
                <a:gd name="csY15" fmla="*/ 198336 h 640934"/>
                <a:gd name="csX16" fmla="*/ 675118 w 1768979"/>
                <a:gd name="csY16" fmla="*/ 179461 h 640934"/>
                <a:gd name="csX17" fmla="*/ 700755 w 1768979"/>
                <a:gd name="csY17" fmla="*/ 162370 h 640934"/>
                <a:gd name="csX18" fmla="*/ 803305 w 1768979"/>
                <a:gd name="csY18" fmla="*/ 145278 h 640934"/>
                <a:gd name="csX19" fmla="*/ 940037 w 1768979"/>
                <a:gd name="csY19" fmla="*/ 136732 h 640934"/>
                <a:gd name="csX20" fmla="*/ 1059678 w 1768979"/>
                <a:gd name="csY20" fmla="*/ 68366 h 640934"/>
                <a:gd name="csX21" fmla="*/ 1102407 w 1768979"/>
                <a:gd name="csY21" fmla="*/ 42729 h 640934"/>
                <a:gd name="csX22" fmla="*/ 1153682 w 1768979"/>
                <a:gd name="csY22" fmla="*/ 25637 h 640934"/>
                <a:gd name="csX23" fmla="*/ 1179320 w 1768979"/>
                <a:gd name="csY23" fmla="*/ 17091 h 640934"/>
                <a:gd name="csX24" fmla="*/ 1204957 w 1768979"/>
                <a:gd name="csY24" fmla="*/ 0 h 640934"/>
                <a:gd name="csX25" fmla="*/ 1298961 w 1768979"/>
                <a:gd name="csY25" fmla="*/ 8546 h 640934"/>
                <a:gd name="csX26" fmla="*/ 1333144 w 1768979"/>
                <a:gd name="csY26" fmla="*/ 25637 h 640934"/>
                <a:gd name="csX27" fmla="*/ 1367327 w 1768979"/>
                <a:gd name="csY27" fmla="*/ 34183 h 640934"/>
                <a:gd name="csX28" fmla="*/ 1444239 w 1768979"/>
                <a:gd name="csY28" fmla="*/ 25637 h 640934"/>
                <a:gd name="csX29" fmla="*/ 1469877 w 1768979"/>
                <a:gd name="csY29" fmla="*/ 17091 h 640934"/>
                <a:gd name="csX30" fmla="*/ 1623701 w 1768979"/>
                <a:gd name="csY30" fmla="*/ 8546 h 640934"/>
                <a:gd name="csX31" fmla="*/ 1717705 w 1768979"/>
                <a:gd name="csY31" fmla="*/ 17091 h 640934"/>
                <a:gd name="csX32" fmla="*/ 1734796 w 1768979"/>
                <a:gd name="csY32" fmla="*/ 42729 h 640934"/>
                <a:gd name="csX33" fmla="*/ 1760434 w 1768979"/>
                <a:gd name="csY33" fmla="*/ 128187 h 640934"/>
                <a:gd name="csX34" fmla="*/ 1768979 w 1768979"/>
                <a:gd name="csY34" fmla="*/ 153824 h 640934"/>
                <a:gd name="csX35" fmla="*/ 1751888 w 1768979"/>
                <a:gd name="csY35" fmla="*/ 247828 h 640934"/>
                <a:gd name="csX36" fmla="*/ 1692067 w 1768979"/>
                <a:gd name="csY36" fmla="*/ 290557 h 640934"/>
                <a:gd name="csX37" fmla="*/ 1657884 w 1768979"/>
                <a:gd name="csY37" fmla="*/ 299103 h 640934"/>
                <a:gd name="csX38" fmla="*/ 1632247 w 1768979"/>
                <a:gd name="csY38" fmla="*/ 316194 h 640934"/>
                <a:gd name="csX39" fmla="*/ 1538243 w 1768979"/>
                <a:gd name="csY39" fmla="*/ 333286 h 640934"/>
                <a:gd name="csX40" fmla="*/ 1128045 w 1768979"/>
                <a:gd name="csY40" fmla="*/ 341832 h 640934"/>
                <a:gd name="csX41" fmla="*/ 1102407 w 1768979"/>
                <a:gd name="csY41" fmla="*/ 350377 h 640934"/>
                <a:gd name="csX42" fmla="*/ 1016950 w 1768979"/>
                <a:gd name="csY42" fmla="*/ 367469 h 640934"/>
                <a:gd name="csX43" fmla="*/ 991312 w 1768979"/>
                <a:gd name="csY43" fmla="*/ 376015 h 640934"/>
                <a:gd name="csX44" fmla="*/ 922946 w 1768979"/>
                <a:gd name="csY44" fmla="*/ 393106 h 640934"/>
                <a:gd name="csX45" fmla="*/ 888763 w 1768979"/>
                <a:gd name="csY45" fmla="*/ 401652 h 640934"/>
                <a:gd name="csX46" fmla="*/ 846034 w 1768979"/>
                <a:gd name="csY46" fmla="*/ 410198 h 640934"/>
                <a:gd name="csX47" fmla="*/ 777667 w 1768979"/>
                <a:gd name="csY47" fmla="*/ 444381 h 640934"/>
                <a:gd name="csX48" fmla="*/ 752030 w 1768979"/>
                <a:gd name="csY48" fmla="*/ 461473 h 640934"/>
                <a:gd name="csX49" fmla="*/ 726393 w 1768979"/>
                <a:gd name="csY49" fmla="*/ 470018 h 640934"/>
                <a:gd name="csX50" fmla="*/ 606751 w 1768979"/>
                <a:gd name="csY50" fmla="*/ 487110 h 640934"/>
                <a:gd name="csX51" fmla="*/ 478564 w 1768979"/>
                <a:gd name="csY51" fmla="*/ 529839 h 640934"/>
                <a:gd name="csX52" fmla="*/ 444381 w 1768979"/>
                <a:gd name="csY52" fmla="*/ 555476 h 640934"/>
                <a:gd name="csX53" fmla="*/ 393107 w 1768979"/>
                <a:gd name="csY53" fmla="*/ 572568 h 640934"/>
                <a:gd name="csX54" fmla="*/ 324740 w 1768979"/>
                <a:gd name="csY54" fmla="*/ 589660 h 640934"/>
                <a:gd name="csX55" fmla="*/ 256374 w 1768979"/>
                <a:gd name="csY55" fmla="*/ 615297 h 640934"/>
                <a:gd name="csX56" fmla="*/ 179462 w 1768979"/>
                <a:gd name="csY56" fmla="*/ 640934 h 640934"/>
                <a:gd name="csX57" fmla="*/ 51275 w 1768979"/>
                <a:gd name="csY57" fmla="*/ 623843 h 640934"/>
                <a:gd name="csX58" fmla="*/ 0 w 1768979"/>
                <a:gd name="csY58" fmla="*/ 589660 h 640934"/>
                <a:gd name="csX59" fmla="*/ 8546 w 1768979"/>
                <a:gd name="csY59" fmla="*/ 529839 h 640934"/>
                <a:gd name="csX60" fmla="*/ 51275 w 1768979"/>
                <a:gd name="csY60" fmla="*/ 487110 h 640934"/>
                <a:gd name="csX61" fmla="*/ 51275 w 1768979"/>
                <a:gd name="csY61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05099 w 1768979"/>
                <a:gd name="csY6" fmla="*/ 299103 h 640934"/>
                <a:gd name="csX7" fmla="*/ 299103 w 1768979"/>
                <a:gd name="csY7" fmla="*/ 213645 h 640934"/>
                <a:gd name="csX8" fmla="*/ 341832 w 1768979"/>
                <a:gd name="csY8" fmla="*/ 222190 h 640934"/>
                <a:gd name="csX9" fmla="*/ 367469 w 1768979"/>
                <a:gd name="csY9" fmla="*/ 230736 h 640934"/>
                <a:gd name="csX10" fmla="*/ 401652 w 1768979"/>
                <a:gd name="csY10" fmla="*/ 239282 h 640934"/>
                <a:gd name="csX11" fmla="*/ 452927 w 1768979"/>
                <a:gd name="csY11" fmla="*/ 264919 h 640934"/>
                <a:gd name="csX12" fmla="*/ 495656 w 1768979"/>
                <a:gd name="csY12" fmla="*/ 282011 h 640934"/>
                <a:gd name="csX13" fmla="*/ 500131 w 1768979"/>
                <a:gd name="csY13" fmla="*/ 222157 h 640934"/>
                <a:gd name="csX14" fmla="*/ 468606 w 1768979"/>
                <a:gd name="csY14" fmla="*/ 102011 h 640934"/>
                <a:gd name="csX15" fmla="*/ 581080 w 1768979"/>
                <a:gd name="csY15" fmla="*/ 198336 h 640934"/>
                <a:gd name="csX16" fmla="*/ 675118 w 1768979"/>
                <a:gd name="csY16" fmla="*/ 179461 h 640934"/>
                <a:gd name="csX17" fmla="*/ 689955 w 1768979"/>
                <a:gd name="csY17" fmla="*/ 259570 h 640934"/>
                <a:gd name="csX18" fmla="*/ 803305 w 1768979"/>
                <a:gd name="csY18" fmla="*/ 145278 h 640934"/>
                <a:gd name="csX19" fmla="*/ 940037 w 1768979"/>
                <a:gd name="csY19" fmla="*/ 136732 h 640934"/>
                <a:gd name="csX20" fmla="*/ 1059678 w 1768979"/>
                <a:gd name="csY20" fmla="*/ 68366 h 640934"/>
                <a:gd name="csX21" fmla="*/ 1102407 w 1768979"/>
                <a:gd name="csY21" fmla="*/ 42729 h 640934"/>
                <a:gd name="csX22" fmla="*/ 1153682 w 1768979"/>
                <a:gd name="csY22" fmla="*/ 25637 h 640934"/>
                <a:gd name="csX23" fmla="*/ 1179320 w 1768979"/>
                <a:gd name="csY23" fmla="*/ 17091 h 640934"/>
                <a:gd name="csX24" fmla="*/ 1204957 w 1768979"/>
                <a:gd name="csY24" fmla="*/ 0 h 640934"/>
                <a:gd name="csX25" fmla="*/ 1298961 w 1768979"/>
                <a:gd name="csY25" fmla="*/ 8546 h 640934"/>
                <a:gd name="csX26" fmla="*/ 1333144 w 1768979"/>
                <a:gd name="csY26" fmla="*/ 25637 h 640934"/>
                <a:gd name="csX27" fmla="*/ 1367327 w 1768979"/>
                <a:gd name="csY27" fmla="*/ 34183 h 640934"/>
                <a:gd name="csX28" fmla="*/ 1444239 w 1768979"/>
                <a:gd name="csY28" fmla="*/ 25637 h 640934"/>
                <a:gd name="csX29" fmla="*/ 1469877 w 1768979"/>
                <a:gd name="csY29" fmla="*/ 17091 h 640934"/>
                <a:gd name="csX30" fmla="*/ 1623701 w 1768979"/>
                <a:gd name="csY30" fmla="*/ 8546 h 640934"/>
                <a:gd name="csX31" fmla="*/ 1717705 w 1768979"/>
                <a:gd name="csY31" fmla="*/ 17091 h 640934"/>
                <a:gd name="csX32" fmla="*/ 1734796 w 1768979"/>
                <a:gd name="csY32" fmla="*/ 42729 h 640934"/>
                <a:gd name="csX33" fmla="*/ 1760434 w 1768979"/>
                <a:gd name="csY33" fmla="*/ 128187 h 640934"/>
                <a:gd name="csX34" fmla="*/ 1768979 w 1768979"/>
                <a:gd name="csY34" fmla="*/ 153824 h 640934"/>
                <a:gd name="csX35" fmla="*/ 1751888 w 1768979"/>
                <a:gd name="csY35" fmla="*/ 247828 h 640934"/>
                <a:gd name="csX36" fmla="*/ 1692067 w 1768979"/>
                <a:gd name="csY36" fmla="*/ 290557 h 640934"/>
                <a:gd name="csX37" fmla="*/ 1657884 w 1768979"/>
                <a:gd name="csY37" fmla="*/ 299103 h 640934"/>
                <a:gd name="csX38" fmla="*/ 1632247 w 1768979"/>
                <a:gd name="csY38" fmla="*/ 316194 h 640934"/>
                <a:gd name="csX39" fmla="*/ 1538243 w 1768979"/>
                <a:gd name="csY39" fmla="*/ 333286 h 640934"/>
                <a:gd name="csX40" fmla="*/ 1128045 w 1768979"/>
                <a:gd name="csY40" fmla="*/ 341832 h 640934"/>
                <a:gd name="csX41" fmla="*/ 1102407 w 1768979"/>
                <a:gd name="csY41" fmla="*/ 350377 h 640934"/>
                <a:gd name="csX42" fmla="*/ 1016950 w 1768979"/>
                <a:gd name="csY42" fmla="*/ 367469 h 640934"/>
                <a:gd name="csX43" fmla="*/ 991312 w 1768979"/>
                <a:gd name="csY43" fmla="*/ 376015 h 640934"/>
                <a:gd name="csX44" fmla="*/ 922946 w 1768979"/>
                <a:gd name="csY44" fmla="*/ 393106 h 640934"/>
                <a:gd name="csX45" fmla="*/ 888763 w 1768979"/>
                <a:gd name="csY45" fmla="*/ 401652 h 640934"/>
                <a:gd name="csX46" fmla="*/ 846034 w 1768979"/>
                <a:gd name="csY46" fmla="*/ 410198 h 640934"/>
                <a:gd name="csX47" fmla="*/ 777667 w 1768979"/>
                <a:gd name="csY47" fmla="*/ 444381 h 640934"/>
                <a:gd name="csX48" fmla="*/ 752030 w 1768979"/>
                <a:gd name="csY48" fmla="*/ 461473 h 640934"/>
                <a:gd name="csX49" fmla="*/ 726393 w 1768979"/>
                <a:gd name="csY49" fmla="*/ 470018 h 640934"/>
                <a:gd name="csX50" fmla="*/ 606751 w 1768979"/>
                <a:gd name="csY50" fmla="*/ 487110 h 640934"/>
                <a:gd name="csX51" fmla="*/ 478564 w 1768979"/>
                <a:gd name="csY51" fmla="*/ 529839 h 640934"/>
                <a:gd name="csX52" fmla="*/ 444381 w 1768979"/>
                <a:gd name="csY52" fmla="*/ 555476 h 640934"/>
                <a:gd name="csX53" fmla="*/ 393107 w 1768979"/>
                <a:gd name="csY53" fmla="*/ 572568 h 640934"/>
                <a:gd name="csX54" fmla="*/ 324740 w 1768979"/>
                <a:gd name="csY54" fmla="*/ 589660 h 640934"/>
                <a:gd name="csX55" fmla="*/ 256374 w 1768979"/>
                <a:gd name="csY55" fmla="*/ 615297 h 640934"/>
                <a:gd name="csX56" fmla="*/ 179462 w 1768979"/>
                <a:gd name="csY56" fmla="*/ 640934 h 640934"/>
                <a:gd name="csX57" fmla="*/ 51275 w 1768979"/>
                <a:gd name="csY57" fmla="*/ 623843 h 640934"/>
                <a:gd name="csX58" fmla="*/ 0 w 1768979"/>
                <a:gd name="csY58" fmla="*/ 589660 h 640934"/>
                <a:gd name="csX59" fmla="*/ 8546 w 1768979"/>
                <a:gd name="csY59" fmla="*/ 529839 h 640934"/>
                <a:gd name="csX60" fmla="*/ 51275 w 1768979"/>
                <a:gd name="csY60" fmla="*/ 487110 h 640934"/>
                <a:gd name="csX61" fmla="*/ 51275 w 1768979"/>
                <a:gd name="csY61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05099 w 1768979"/>
                <a:gd name="csY6" fmla="*/ 299103 h 640934"/>
                <a:gd name="csX7" fmla="*/ 299103 w 1768979"/>
                <a:gd name="csY7" fmla="*/ 213645 h 640934"/>
                <a:gd name="csX8" fmla="*/ 341832 w 1768979"/>
                <a:gd name="csY8" fmla="*/ 222190 h 640934"/>
                <a:gd name="csX9" fmla="*/ 367469 w 1768979"/>
                <a:gd name="csY9" fmla="*/ 230736 h 640934"/>
                <a:gd name="csX10" fmla="*/ 401652 w 1768979"/>
                <a:gd name="csY10" fmla="*/ 239282 h 640934"/>
                <a:gd name="csX11" fmla="*/ 452927 w 1768979"/>
                <a:gd name="csY11" fmla="*/ 264919 h 640934"/>
                <a:gd name="csX12" fmla="*/ 495656 w 1768979"/>
                <a:gd name="csY12" fmla="*/ 282011 h 640934"/>
                <a:gd name="csX13" fmla="*/ 500131 w 1768979"/>
                <a:gd name="csY13" fmla="*/ 222157 h 640934"/>
                <a:gd name="csX14" fmla="*/ 468606 w 1768979"/>
                <a:gd name="csY14" fmla="*/ 102011 h 640934"/>
                <a:gd name="csX15" fmla="*/ 581080 w 1768979"/>
                <a:gd name="csY15" fmla="*/ 198336 h 640934"/>
                <a:gd name="csX16" fmla="*/ 639118 w 1768979"/>
                <a:gd name="csY16" fmla="*/ 262261 h 640934"/>
                <a:gd name="csX17" fmla="*/ 689955 w 1768979"/>
                <a:gd name="csY17" fmla="*/ 259570 h 640934"/>
                <a:gd name="csX18" fmla="*/ 803305 w 1768979"/>
                <a:gd name="csY18" fmla="*/ 145278 h 640934"/>
                <a:gd name="csX19" fmla="*/ 940037 w 1768979"/>
                <a:gd name="csY19" fmla="*/ 136732 h 640934"/>
                <a:gd name="csX20" fmla="*/ 1059678 w 1768979"/>
                <a:gd name="csY20" fmla="*/ 68366 h 640934"/>
                <a:gd name="csX21" fmla="*/ 1102407 w 1768979"/>
                <a:gd name="csY21" fmla="*/ 42729 h 640934"/>
                <a:gd name="csX22" fmla="*/ 1153682 w 1768979"/>
                <a:gd name="csY22" fmla="*/ 25637 h 640934"/>
                <a:gd name="csX23" fmla="*/ 1179320 w 1768979"/>
                <a:gd name="csY23" fmla="*/ 17091 h 640934"/>
                <a:gd name="csX24" fmla="*/ 1204957 w 1768979"/>
                <a:gd name="csY24" fmla="*/ 0 h 640934"/>
                <a:gd name="csX25" fmla="*/ 1298961 w 1768979"/>
                <a:gd name="csY25" fmla="*/ 8546 h 640934"/>
                <a:gd name="csX26" fmla="*/ 1333144 w 1768979"/>
                <a:gd name="csY26" fmla="*/ 25637 h 640934"/>
                <a:gd name="csX27" fmla="*/ 1367327 w 1768979"/>
                <a:gd name="csY27" fmla="*/ 34183 h 640934"/>
                <a:gd name="csX28" fmla="*/ 1444239 w 1768979"/>
                <a:gd name="csY28" fmla="*/ 25637 h 640934"/>
                <a:gd name="csX29" fmla="*/ 1469877 w 1768979"/>
                <a:gd name="csY29" fmla="*/ 17091 h 640934"/>
                <a:gd name="csX30" fmla="*/ 1623701 w 1768979"/>
                <a:gd name="csY30" fmla="*/ 8546 h 640934"/>
                <a:gd name="csX31" fmla="*/ 1717705 w 1768979"/>
                <a:gd name="csY31" fmla="*/ 17091 h 640934"/>
                <a:gd name="csX32" fmla="*/ 1734796 w 1768979"/>
                <a:gd name="csY32" fmla="*/ 42729 h 640934"/>
                <a:gd name="csX33" fmla="*/ 1760434 w 1768979"/>
                <a:gd name="csY33" fmla="*/ 128187 h 640934"/>
                <a:gd name="csX34" fmla="*/ 1768979 w 1768979"/>
                <a:gd name="csY34" fmla="*/ 153824 h 640934"/>
                <a:gd name="csX35" fmla="*/ 1751888 w 1768979"/>
                <a:gd name="csY35" fmla="*/ 247828 h 640934"/>
                <a:gd name="csX36" fmla="*/ 1692067 w 1768979"/>
                <a:gd name="csY36" fmla="*/ 290557 h 640934"/>
                <a:gd name="csX37" fmla="*/ 1657884 w 1768979"/>
                <a:gd name="csY37" fmla="*/ 299103 h 640934"/>
                <a:gd name="csX38" fmla="*/ 1632247 w 1768979"/>
                <a:gd name="csY38" fmla="*/ 316194 h 640934"/>
                <a:gd name="csX39" fmla="*/ 1538243 w 1768979"/>
                <a:gd name="csY39" fmla="*/ 333286 h 640934"/>
                <a:gd name="csX40" fmla="*/ 1128045 w 1768979"/>
                <a:gd name="csY40" fmla="*/ 341832 h 640934"/>
                <a:gd name="csX41" fmla="*/ 1102407 w 1768979"/>
                <a:gd name="csY41" fmla="*/ 350377 h 640934"/>
                <a:gd name="csX42" fmla="*/ 1016950 w 1768979"/>
                <a:gd name="csY42" fmla="*/ 367469 h 640934"/>
                <a:gd name="csX43" fmla="*/ 991312 w 1768979"/>
                <a:gd name="csY43" fmla="*/ 376015 h 640934"/>
                <a:gd name="csX44" fmla="*/ 922946 w 1768979"/>
                <a:gd name="csY44" fmla="*/ 393106 h 640934"/>
                <a:gd name="csX45" fmla="*/ 888763 w 1768979"/>
                <a:gd name="csY45" fmla="*/ 401652 h 640934"/>
                <a:gd name="csX46" fmla="*/ 846034 w 1768979"/>
                <a:gd name="csY46" fmla="*/ 410198 h 640934"/>
                <a:gd name="csX47" fmla="*/ 777667 w 1768979"/>
                <a:gd name="csY47" fmla="*/ 444381 h 640934"/>
                <a:gd name="csX48" fmla="*/ 752030 w 1768979"/>
                <a:gd name="csY48" fmla="*/ 461473 h 640934"/>
                <a:gd name="csX49" fmla="*/ 726393 w 1768979"/>
                <a:gd name="csY49" fmla="*/ 470018 h 640934"/>
                <a:gd name="csX50" fmla="*/ 606751 w 1768979"/>
                <a:gd name="csY50" fmla="*/ 487110 h 640934"/>
                <a:gd name="csX51" fmla="*/ 478564 w 1768979"/>
                <a:gd name="csY51" fmla="*/ 529839 h 640934"/>
                <a:gd name="csX52" fmla="*/ 444381 w 1768979"/>
                <a:gd name="csY52" fmla="*/ 555476 h 640934"/>
                <a:gd name="csX53" fmla="*/ 393107 w 1768979"/>
                <a:gd name="csY53" fmla="*/ 572568 h 640934"/>
                <a:gd name="csX54" fmla="*/ 324740 w 1768979"/>
                <a:gd name="csY54" fmla="*/ 589660 h 640934"/>
                <a:gd name="csX55" fmla="*/ 256374 w 1768979"/>
                <a:gd name="csY55" fmla="*/ 615297 h 640934"/>
                <a:gd name="csX56" fmla="*/ 179462 w 1768979"/>
                <a:gd name="csY56" fmla="*/ 640934 h 640934"/>
                <a:gd name="csX57" fmla="*/ 51275 w 1768979"/>
                <a:gd name="csY57" fmla="*/ 623843 h 640934"/>
                <a:gd name="csX58" fmla="*/ 0 w 1768979"/>
                <a:gd name="csY58" fmla="*/ 589660 h 640934"/>
                <a:gd name="csX59" fmla="*/ 8546 w 1768979"/>
                <a:gd name="csY59" fmla="*/ 529839 h 640934"/>
                <a:gd name="csX60" fmla="*/ 51275 w 1768979"/>
                <a:gd name="csY60" fmla="*/ 487110 h 640934"/>
                <a:gd name="csX61" fmla="*/ 51275 w 1768979"/>
                <a:gd name="csY61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05099 w 1768979"/>
                <a:gd name="csY6" fmla="*/ 299103 h 640934"/>
                <a:gd name="csX7" fmla="*/ 299103 w 1768979"/>
                <a:gd name="csY7" fmla="*/ 213645 h 640934"/>
                <a:gd name="csX8" fmla="*/ 341832 w 1768979"/>
                <a:gd name="csY8" fmla="*/ 222190 h 640934"/>
                <a:gd name="csX9" fmla="*/ 367469 w 1768979"/>
                <a:gd name="csY9" fmla="*/ 230736 h 640934"/>
                <a:gd name="csX10" fmla="*/ 401652 w 1768979"/>
                <a:gd name="csY10" fmla="*/ 239282 h 640934"/>
                <a:gd name="csX11" fmla="*/ 452927 w 1768979"/>
                <a:gd name="csY11" fmla="*/ 264919 h 640934"/>
                <a:gd name="csX12" fmla="*/ 495656 w 1768979"/>
                <a:gd name="csY12" fmla="*/ 282011 h 640934"/>
                <a:gd name="csX13" fmla="*/ 500131 w 1768979"/>
                <a:gd name="csY13" fmla="*/ 222157 h 640934"/>
                <a:gd name="csX14" fmla="*/ 468606 w 1768979"/>
                <a:gd name="csY14" fmla="*/ 102011 h 640934"/>
                <a:gd name="csX15" fmla="*/ 581080 w 1768979"/>
                <a:gd name="csY15" fmla="*/ 198336 h 640934"/>
                <a:gd name="csX16" fmla="*/ 639118 w 1768979"/>
                <a:gd name="csY16" fmla="*/ 262261 h 640934"/>
                <a:gd name="csX17" fmla="*/ 689955 w 1768979"/>
                <a:gd name="csY17" fmla="*/ 259570 h 640934"/>
                <a:gd name="csX18" fmla="*/ 860905 w 1768979"/>
                <a:gd name="csY18" fmla="*/ 192078 h 640934"/>
                <a:gd name="csX19" fmla="*/ 940037 w 1768979"/>
                <a:gd name="csY19" fmla="*/ 136732 h 640934"/>
                <a:gd name="csX20" fmla="*/ 1059678 w 1768979"/>
                <a:gd name="csY20" fmla="*/ 68366 h 640934"/>
                <a:gd name="csX21" fmla="*/ 1102407 w 1768979"/>
                <a:gd name="csY21" fmla="*/ 42729 h 640934"/>
                <a:gd name="csX22" fmla="*/ 1153682 w 1768979"/>
                <a:gd name="csY22" fmla="*/ 25637 h 640934"/>
                <a:gd name="csX23" fmla="*/ 1179320 w 1768979"/>
                <a:gd name="csY23" fmla="*/ 17091 h 640934"/>
                <a:gd name="csX24" fmla="*/ 1204957 w 1768979"/>
                <a:gd name="csY24" fmla="*/ 0 h 640934"/>
                <a:gd name="csX25" fmla="*/ 1298961 w 1768979"/>
                <a:gd name="csY25" fmla="*/ 8546 h 640934"/>
                <a:gd name="csX26" fmla="*/ 1333144 w 1768979"/>
                <a:gd name="csY26" fmla="*/ 25637 h 640934"/>
                <a:gd name="csX27" fmla="*/ 1367327 w 1768979"/>
                <a:gd name="csY27" fmla="*/ 34183 h 640934"/>
                <a:gd name="csX28" fmla="*/ 1444239 w 1768979"/>
                <a:gd name="csY28" fmla="*/ 25637 h 640934"/>
                <a:gd name="csX29" fmla="*/ 1469877 w 1768979"/>
                <a:gd name="csY29" fmla="*/ 17091 h 640934"/>
                <a:gd name="csX30" fmla="*/ 1623701 w 1768979"/>
                <a:gd name="csY30" fmla="*/ 8546 h 640934"/>
                <a:gd name="csX31" fmla="*/ 1717705 w 1768979"/>
                <a:gd name="csY31" fmla="*/ 17091 h 640934"/>
                <a:gd name="csX32" fmla="*/ 1734796 w 1768979"/>
                <a:gd name="csY32" fmla="*/ 42729 h 640934"/>
                <a:gd name="csX33" fmla="*/ 1760434 w 1768979"/>
                <a:gd name="csY33" fmla="*/ 128187 h 640934"/>
                <a:gd name="csX34" fmla="*/ 1768979 w 1768979"/>
                <a:gd name="csY34" fmla="*/ 153824 h 640934"/>
                <a:gd name="csX35" fmla="*/ 1751888 w 1768979"/>
                <a:gd name="csY35" fmla="*/ 247828 h 640934"/>
                <a:gd name="csX36" fmla="*/ 1692067 w 1768979"/>
                <a:gd name="csY36" fmla="*/ 290557 h 640934"/>
                <a:gd name="csX37" fmla="*/ 1657884 w 1768979"/>
                <a:gd name="csY37" fmla="*/ 299103 h 640934"/>
                <a:gd name="csX38" fmla="*/ 1632247 w 1768979"/>
                <a:gd name="csY38" fmla="*/ 316194 h 640934"/>
                <a:gd name="csX39" fmla="*/ 1538243 w 1768979"/>
                <a:gd name="csY39" fmla="*/ 333286 h 640934"/>
                <a:gd name="csX40" fmla="*/ 1128045 w 1768979"/>
                <a:gd name="csY40" fmla="*/ 341832 h 640934"/>
                <a:gd name="csX41" fmla="*/ 1102407 w 1768979"/>
                <a:gd name="csY41" fmla="*/ 350377 h 640934"/>
                <a:gd name="csX42" fmla="*/ 1016950 w 1768979"/>
                <a:gd name="csY42" fmla="*/ 367469 h 640934"/>
                <a:gd name="csX43" fmla="*/ 991312 w 1768979"/>
                <a:gd name="csY43" fmla="*/ 376015 h 640934"/>
                <a:gd name="csX44" fmla="*/ 922946 w 1768979"/>
                <a:gd name="csY44" fmla="*/ 393106 h 640934"/>
                <a:gd name="csX45" fmla="*/ 888763 w 1768979"/>
                <a:gd name="csY45" fmla="*/ 401652 h 640934"/>
                <a:gd name="csX46" fmla="*/ 846034 w 1768979"/>
                <a:gd name="csY46" fmla="*/ 410198 h 640934"/>
                <a:gd name="csX47" fmla="*/ 777667 w 1768979"/>
                <a:gd name="csY47" fmla="*/ 444381 h 640934"/>
                <a:gd name="csX48" fmla="*/ 752030 w 1768979"/>
                <a:gd name="csY48" fmla="*/ 461473 h 640934"/>
                <a:gd name="csX49" fmla="*/ 726393 w 1768979"/>
                <a:gd name="csY49" fmla="*/ 470018 h 640934"/>
                <a:gd name="csX50" fmla="*/ 606751 w 1768979"/>
                <a:gd name="csY50" fmla="*/ 487110 h 640934"/>
                <a:gd name="csX51" fmla="*/ 478564 w 1768979"/>
                <a:gd name="csY51" fmla="*/ 529839 h 640934"/>
                <a:gd name="csX52" fmla="*/ 444381 w 1768979"/>
                <a:gd name="csY52" fmla="*/ 555476 h 640934"/>
                <a:gd name="csX53" fmla="*/ 393107 w 1768979"/>
                <a:gd name="csY53" fmla="*/ 572568 h 640934"/>
                <a:gd name="csX54" fmla="*/ 324740 w 1768979"/>
                <a:gd name="csY54" fmla="*/ 589660 h 640934"/>
                <a:gd name="csX55" fmla="*/ 256374 w 1768979"/>
                <a:gd name="csY55" fmla="*/ 615297 h 640934"/>
                <a:gd name="csX56" fmla="*/ 179462 w 1768979"/>
                <a:gd name="csY56" fmla="*/ 640934 h 640934"/>
                <a:gd name="csX57" fmla="*/ 51275 w 1768979"/>
                <a:gd name="csY57" fmla="*/ 623843 h 640934"/>
                <a:gd name="csX58" fmla="*/ 0 w 1768979"/>
                <a:gd name="csY58" fmla="*/ 589660 h 640934"/>
                <a:gd name="csX59" fmla="*/ 8546 w 1768979"/>
                <a:gd name="csY59" fmla="*/ 529839 h 640934"/>
                <a:gd name="csX60" fmla="*/ 51275 w 1768979"/>
                <a:gd name="csY60" fmla="*/ 487110 h 640934"/>
                <a:gd name="csX61" fmla="*/ 51275 w 1768979"/>
                <a:gd name="csY61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73499 w 1768979"/>
                <a:gd name="csY6" fmla="*/ 309903 h 640934"/>
                <a:gd name="csX7" fmla="*/ 299103 w 1768979"/>
                <a:gd name="csY7" fmla="*/ 213645 h 640934"/>
                <a:gd name="csX8" fmla="*/ 341832 w 1768979"/>
                <a:gd name="csY8" fmla="*/ 222190 h 640934"/>
                <a:gd name="csX9" fmla="*/ 367469 w 1768979"/>
                <a:gd name="csY9" fmla="*/ 230736 h 640934"/>
                <a:gd name="csX10" fmla="*/ 401652 w 1768979"/>
                <a:gd name="csY10" fmla="*/ 239282 h 640934"/>
                <a:gd name="csX11" fmla="*/ 452927 w 1768979"/>
                <a:gd name="csY11" fmla="*/ 264919 h 640934"/>
                <a:gd name="csX12" fmla="*/ 495656 w 1768979"/>
                <a:gd name="csY12" fmla="*/ 282011 h 640934"/>
                <a:gd name="csX13" fmla="*/ 500131 w 1768979"/>
                <a:gd name="csY13" fmla="*/ 222157 h 640934"/>
                <a:gd name="csX14" fmla="*/ 468606 w 1768979"/>
                <a:gd name="csY14" fmla="*/ 102011 h 640934"/>
                <a:gd name="csX15" fmla="*/ 581080 w 1768979"/>
                <a:gd name="csY15" fmla="*/ 198336 h 640934"/>
                <a:gd name="csX16" fmla="*/ 639118 w 1768979"/>
                <a:gd name="csY16" fmla="*/ 262261 h 640934"/>
                <a:gd name="csX17" fmla="*/ 689955 w 1768979"/>
                <a:gd name="csY17" fmla="*/ 259570 h 640934"/>
                <a:gd name="csX18" fmla="*/ 860905 w 1768979"/>
                <a:gd name="csY18" fmla="*/ 192078 h 640934"/>
                <a:gd name="csX19" fmla="*/ 940037 w 1768979"/>
                <a:gd name="csY19" fmla="*/ 136732 h 640934"/>
                <a:gd name="csX20" fmla="*/ 1059678 w 1768979"/>
                <a:gd name="csY20" fmla="*/ 68366 h 640934"/>
                <a:gd name="csX21" fmla="*/ 1102407 w 1768979"/>
                <a:gd name="csY21" fmla="*/ 42729 h 640934"/>
                <a:gd name="csX22" fmla="*/ 1153682 w 1768979"/>
                <a:gd name="csY22" fmla="*/ 25637 h 640934"/>
                <a:gd name="csX23" fmla="*/ 1179320 w 1768979"/>
                <a:gd name="csY23" fmla="*/ 17091 h 640934"/>
                <a:gd name="csX24" fmla="*/ 1204957 w 1768979"/>
                <a:gd name="csY24" fmla="*/ 0 h 640934"/>
                <a:gd name="csX25" fmla="*/ 1298961 w 1768979"/>
                <a:gd name="csY25" fmla="*/ 8546 h 640934"/>
                <a:gd name="csX26" fmla="*/ 1333144 w 1768979"/>
                <a:gd name="csY26" fmla="*/ 25637 h 640934"/>
                <a:gd name="csX27" fmla="*/ 1367327 w 1768979"/>
                <a:gd name="csY27" fmla="*/ 34183 h 640934"/>
                <a:gd name="csX28" fmla="*/ 1444239 w 1768979"/>
                <a:gd name="csY28" fmla="*/ 25637 h 640934"/>
                <a:gd name="csX29" fmla="*/ 1469877 w 1768979"/>
                <a:gd name="csY29" fmla="*/ 17091 h 640934"/>
                <a:gd name="csX30" fmla="*/ 1623701 w 1768979"/>
                <a:gd name="csY30" fmla="*/ 8546 h 640934"/>
                <a:gd name="csX31" fmla="*/ 1717705 w 1768979"/>
                <a:gd name="csY31" fmla="*/ 17091 h 640934"/>
                <a:gd name="csX32" fmla="*/ 1734796 w 1768979"/>
                <a:gd name="csY32" fmla="*/ 42729 h 640934"/>
                <a:gd name="csX33" fmla="*/ 1760434 w 1768979"/>
                <a:gd name="csY33" fmla="*/ 128187 h 640934"/>
                <a:gd name="csX34" fmla="*/ 1768979 w 1768979"/>
                <a:gd name="csY34" fmla="*/ 153824 h 640934"/>
                <a:gd name="csX35" fmla="*/ 1751888 w 1768979"/>
                <a:gd name="csY35" fmla="*/ 247828 h 640934"/>
                <a:gd name="csX36" fmla="*/ 1692067 w 1768979"/>
                <a:gd name="csY36" fmla="*/ 290557 h 640934"/>
                <a:gd name="csX37" fmla="*/ 1657884 w 1768979"/>
                <a:gd name="csY37" fmla="*/ 299103 h 640934"/>
                <a:gd name="csX38" fmla="*/ 1632247 w 1768979"/>
                <a:gd name="csY38" fmla="*/ 316194 h 640934"/>
                <a:gd name="csX39" fmla="*/ 1538243 w 1768979"/>
                <a:gd name="csY39" fmla="*/ 333286 h 640934"/>
                <a:gd name="csX40" fmla="*/ 1128045 w 1768979"/>
                <a:gd name="csY40" fmla="*/ 341832 h 640934"/>
                <a:gd name="csX41" fmla="*/ 1102407 w 1768979"/>
                <a:gd name="csY41" fmla="*/ 350377 h 640934"/>
                <a:gd name="csX42" fmla="*/ 1016950 w 1768979"/>
                <a:gd name="csY42" fmla="*/ 367469 h 640934"/>
                <a:gd name="csX43" fmla="*/ 991312 w 1768979"/>
                <a:gd name="csY43" fmla="*/ 376015 h 640934"/>
                <a:gd name="csX44" fmla="*/ 922946 w 1768979"/>
                <a:gd name="csY44" fmla="*/ 393106 h 640934"/>
                <a:gd name="csX45" fmla="*/ 888763 w 1768979"/>
                <a:gd name="csY45" fmla="*/ 401652 h 640934"/>
                <a:gd name="csX46" fmla="*/ 846034 w 1768979"/>
                <a:gd name="csY46" fmla="*/ 410198 h 640934"/>
                <a:gd name="csX47" fmla="*/ 777667 w 1768979"/>
                <a:gd name="csY47" fmla="*/ 444381 h 640934"/>
                <a:gd name="csX48" fmla="*/ 752030 w 1768979"/>
                <a:gd name="csY48" fmla="*/ 461473 h 640934"/>
                <a:gd name="csX49" fmla="*/ 726393 w 1768979"/>
                <a:gd name="csY49" fmla="*/ 470018 h 640934"/>
                <a:gd name="csX50" fmla="*/ 606751 w 1768979"/>
                <a:gd name="csY50" fmla="*/ 487110 h 640934"/>
                <a:gd name="csX51" fmla="*/ 478564 w 1768979"/>
                <a:gd name="csY51" fmla="*/ 529839 h 640934"/>
                <a:gd name="csX52" fmla="*/ 444381 w 1768979"/>
                <a:gd name="csY52" fmla="*/ 555476 h 640934"/>
                <a:gd name="csX53" fmla="*/ 393107 w 1768979"/>
                <a:gd name="csY53" fmla="*/ 572568 h 640934"/>
                <a:gd name="csX54" fmla="*/ 324740 w 1768979"/>
                <a:gd name="csY54" fmla="*/ 589660 h 640934"/>
                <a:gd name="csX55" fmla="*/ 256374 w 1768979"/>
                <a:gd name="csY55" fmla="*/ 615297 h 640934"/>
                <a:gd name="csX56" fmla="*/ 179462 w 1768979"/>
                <a:gd name="csY56" fmla="*/ 640934 h 640934"/>
                <a:gd name="csX57" fmla="*/ 51275 w 1768979"/>
                <a:gd name="csY57" fmla="*/ 623843 h 640934"/>
                <a:gd name="csX58" fmla="*/ 0 w 1768979"/>
                <a:gd name="csY58" fmla="*/ 589660 h 640934"/>
                <a:gd name="csX59" fmla="*/ 8546 w 1768979"/>
                <a:gd name="csY59" fmla="*/ 529839 h 640934"/>
                <a:gd name="csX60" fmla="*/ 51275 w 1768979"/>
                <a:gd name="csY60" fmla="*/ 487110 h 640934"/>
                <a:gd name="csX61" fmla="*/ 51275 w 1768979"/>
                <a:gd name="csY61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73499 w 1768979"/>
                <a:gd name="csY6" fmla="*/ 309903 h 640934"/>
                <a:gd name="csX7" fmla="*/ 331503 w 1768979"/>
                <a:gd name="csY7" fmla="*/ 282045 h 640934"/>
                <a:gd name="csX8" fmla="*/ 341832 w 1768979"/>
                <a:gd name="csY8" fmla="*/ 222190 h 640934"/>
                <a:gd name="csX9" fmla="*/ 367469 w 1768979"/>
                <a:gd name="csY9" fmla="*/ 230736 h 640934"/>
                <a:gd name="csX10" fmla="*/ 401652 w 1768979"/>
                <a:gd name="csY10" fmla="*/ 239282 h 640934"/>
                <a:gd name="csX11" fmla="*/ 452927 w 1768979"/>
                <a:gd name="csY11" fmla="*/ 264919 h 640934"/>
                <a:gd name="csX12" fmla="*/ 495656 w 1768979"/>
                <a:gd name="csY12" fmla="*/ 282011 h 640934"/>
                <a:gd name="csX13" fmla="*/ 500131 w 1768979"/>
                <a:gd name="csY13" fmla="*/ 222157 h 640934"/>
                <a:gd name="csX14" fmla="*/ 468606 w 1768979"/>
                <a:gd name="csY14" fmla="*/ 102011 h 640934"/>
                <a:gd name="csX15" fmla="*/ 581080 w 1768979"/>
                <a:gd name="csY15" fmla="*/ 198336 h 640934"/>
                <a:gd name="csX16" fmla="*/ 639118 w 1768979"/>
                <a:gd name="csY16" fmla="*/ 262261 h 640934"/>
                <a:gd name="csX17" fmla="*/ 689955 w 1768979"/>
                <a:gd name="csY17" fmla="*/ 259570 h 640934"/>
                <a:gd name="csX18" fmla="*/ 860905 w 1768979"/>
                <a:gd name="csY18" fmla="*/ 192078 h 640934"/>
                <a:gd name="csX19" fmla="*/ 940037 w 1768979"/>
                <a:gd name="csY19" fmla="*/ 136732 h 640934"/>
                <a:gd name="csX20" fmla="*/ 1059678 w 1768979"/>
                <a:gd name="csY20" fmla="*/ 68366 h 640934"/>
                <a:gd name="csX21" fmla="*/ 1102407 w 1768979"/>
                <a:gd name="csY21" fmla="*/ 42729 h 640934"/>
                <a:gd name="csX22" fmla="*/ 1153682 w 1768979"/>
                <a:gd name="csY22" fmla="*/ 25637 h 640934"/>
                <a:gd name="csX23" fmla="*/ 1179320 w 1768979"/>
                <a:gd name="csY23" fmla="*/ 17091 h 640934"/>
                <a:gd name="csX24" fmla="*/ 1204957 w 1768979"/>
                <a:gd name="csY24" fmla="*/ 0 h 640934"/>
                <a:gd name="csX25" fmla="*/ 1298961 w 1768979"/>
                <a:gd name="csY25" fmla="*/ 8546 h 640934"/>
                <a:gd name="csX26" fmla="*/ 1333144 w 1768979"/>
                <a:gd name="csY26" fmla="*/ 25637 h 640934"/>
                <a:gd name="csX27" fmla="*/ 1367327 w 1768979"/>
                <a:gd name="csY27" fmla="*/ 34183 h 640934"/>
                <a:gd name="csX28" fmla="*/ 1444239 w 1768979"/>
                <a:gd name="csY28" fmla="*/ 25637 h 640934"/>
                <a:gd name="csX29" fmla="*/ 1469877 w 1768979"/>
                <a:gd name="csY29" fmla="*/ 17091 h 640934"/>
                <a:gd name="csX30" fmla="*/ 1623701 w 1768979"/>
                <a:gd name="csY30" fmla="*/ 8546 h 640934"/>
                <a:gd name="csX31" fmla="*/ 1717705 w 1768979"/>
                <a:gd name="csY31" fmla="*/ 17091 h 640934"/>
                <a:gd name="csX32" fmla="*/ 1734796 w 1768979"/>
                <a:gd name="csY32" fmla="*/ 42729 h 640934"/>
                <a:gd name="csX33" fmla="*/ 1760434 w 1768979"/>
                <a:gd name="csY33" fmla="*/ 128187 h 640934"/>
                <a:gd name="csX34" fmla="*/ 1768979 w 1768979"/>
                <a:gd name="csY34" fmla="*/ 153824 h 640934"/>
                <a:gd name="csX35" fmla="*/ 1751888 w 1768979"/>
                <a:gd name="csY35" fmla="*/ 247828 h 640934"/>
                <a:gd name="csX36" fmla="*/ 1692067 w 1768979"/>
                <a:gd name="csY36" fmla="*/ 290557 h 640934"/>
                <a:gd name="csX37" fmla="*/ 1657884 w 1768979"/>
                <a:gd name="csY37" fmla="*/ 299103 h 640934"/>
                <a:gd name="csX38" fmla="*/ 1632247 w 1768979"/>
                <a:gd name="csY38" fmla="*/ 316194 h 640934"/>
                <a:gd name="csX39" fmla="*/ 1538243 w 1768979"/>
                <a:gd name="csY39" fmla="*/ 333286 h 640934"/>
                <a:gd name="csX40" fmla="*/ 1128045 w 1768979"/>
                <a:gd name="csY40" fmla="*/ 341832 h 640934"/>
                <a:gd name="csX41" fmla="*/ 1102407 w 1768979"/>
                <a:gd name="csY41" fmla="*/ 350377 h 640934"/>
                <a:gd name="csX42" fmla="*/ 1016950 w 1768979"/>
                <a:gd name="csY42" fmla="*/ 367469 h 640934"/>
                <a:gd name="csX43" fmla="*/ 991312 w 1768979"/>
                <a:gd name="csY43" fmla="*/ 376015 h 640934"/>
                <a:gd name="csX44" fmla="*/ 922946 w 1768979"/>
                <a:gd name="csY44" fmla="*/ 393106 h 640934"/>
                <a:gd name="csX45" fmla="*/ 888763 w 1768979"/>
                <a:gd name="csY45" fmla="*/ 401652 h 640934"/>
                <a:gd name="csX46" fmla="*/ 846034 w 1768979"/>
                <a:gd name="csY46" fmla="*/ 410198 h 640934"/>
                <a:gd name="csX47" fmla="*/ 777667 w 1768979"/>
                <a:gd name="csY47" fmla="*/ 444381 h 640934"/>
                <a:gd name="csX48" fmla="*/ 752030 w 1768979"/>
                <a:gd name="csY48" fmla="*/ 461473 h 640934"/>
                <a:gd name="csX49" fmla="*/ 726393 w 1768979"/>
                <a:gd name="csY49" fmla="*/ 470018 h 640934"/>
                <a:gd name="csX50" fmla="*/ 606751 w 1768979"/>
                <a:gd name="csY50" fmla="*/ 487110 h 640934"/>
                <a:gd name="csX51" fmla="*/ 478564 w 1768979"/>
                <a:gd name="csY51" fmla="*/ 529839 h 640934"/>
                <a:gd name="csX52" fmla="*/ 444381 w 1768979"/>
                <a:gd name="csY52" fmla="*/ 555476 h 640934"/>
                <a:gd name="csX53" fmla="*/ 393107 w 1768979"/>
                <a:gd name="csY53" fmla="*/ 572568 h 640934"/>
                <a:gd name="csX54" fmla="*/ 324740 w 1768979"/>
                <a:gd name="csY54" fmla="*/ 589660 h 640934"/>
                <a:gd name="csX55" fmla="*/ 256374 w 1768979"/>
                <a:gd name="csY55" fmla="*/ 615297 h 640934"/>
                <a:gd name="csX56" fmla="*/ 179462 w 1768979"/>
                <a:gd name="csY56" fmla="*/ 640934 h 640934"/>
                <a:gd name="csX57" fmla="*/ 51275 w 1768979"/>
                <a:gd name="csY57" fmla="*/ 623843 h 640934"/>
                <a:gd name="csX58" fmla="*/ 0 w 1768979"/>
                <a:gd name="csY58" fmla="*/ 589660 h 640934"/>
                <a:gd name="csX59" fmla="*/ 8546 w 1768979"/>
                <a:gd name="csY59" fmla="*/ 529839 h 640934"/>
                <a:gd name="csX60" fmla="*/ 51275 w 1768979"/>
                <a:gd name="csY60" fmla="*/ 487110 h 640934"/>
                <a:gd name="csX61" fmla="*/ 51275 w 1768979"/>
                <a:gd name="csY61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73499 w 1768979"/>
                <a:gd name="csY6" fmla="*/ 309903 h 640934"/>
                <a:gd name="csX7" fmla="*/ 331503 w 1768979"/>
                <a:gd name="csY7" fmla="*/ 282045 h 640934"/>
                <a:gd name="csX8" fmla="*/ 341832 w 1768979"/>
                <a:gd name="csY8" fmla="*/ 222190 h 640934"/>
                <a:gd name="csX9" fmla="*/ 401652 w 1768979"/>
                <a:gd name="csY9" fmla="*/ 239282 h 640934"/>
                <a:gd name="csX10" fmla="*/ 452927 w 1768979"/>
                <a:gd name="csY10" fmla="*/ 264919 h 640934"/>
                <a:gd name="csX11" fmla="*/ 495656 w 1768979"/>
                <a:gd name="csY11" fmla="*/ 282011 h 640934"/>
                <a:gd name="csX12" fmla="*/ 500131 w 1768979"/>
                <a:gd name="csY12" fmla="*/ 222157 h 640934"/>
                <a:gd name="csX13" fmla="*/ 468606 w 1768979"/>
                <a:gd name="csY13" fmla="*/ 102011 h 640934"/>
                <a:gd name="csX14" fmla="*/ 581080 w 1768979"/>
                <a:gd name="csY14" fmla="*/ 198336 h 640934"/>
                <a:gd name="csX15" fmla="*/ 639118 w 1768979"/>
                <a:gd name="csY15" fmla="*/ 262261 h 640934"/>
                <a:gd name="csX16" fmla="*/ 689955 w 1768979"/>
                <a:gd name="csY16" fmla="*/ 259570 h 640934"/>
                <a:gd name="csX17" fmla="*/ 860905 w 1768979"/>
                <a:gd name="csY17" fmla="*/ 192078 h 640934"/>
                <a:gd name="csX18" fmla="*/ 940037 w 1768979"/>
                <a:gd name="csY18" fmla="*/ 136732 h 640934"/>
                <a:gd name="csX19" fmla="*/ 1059678 w 1768979"/>
                <a:gd name="csY19" fmla="*/ 68366 h 640934"/>
                <a:gd name="csX20" fmla="*/ 1102407 w 1768979"/>
                <a:gd name="csY20" fmla="*/ 42729 h 640934"/>
                <a:gd name="csX21" fmla="*/ 1153682 w 1768979"/>
                <a:gd name="csY21" fmla="*/ 25637 h 640934"/>
                <a:gd name="csX22" fmla="*/ 1179320 w 1768979"/>
                <a:gd name="csY22" fmla="*/ 17091 h 640934"/>
                <a:gd name="csX23" fmla="*/ 1204957 w 1768979"/>
                <a:gd name="csY23" fmla="*/ 0 h 640934"/>
                <a:gd name="csX24" fmla="*/ 1298961 w 1768979"/>
                <a:gd name="csY24" fmla="*/ 8546 h 640934"/>
                <a:gd name="csX25" fmla="*/ 1333144 w 1768979"/>
                <a:gd name="csY25" fmla="*/ 25637 h 640934"/>
                <a:gd name="csX26" fmla="*/ 1367327 w 1768979"/>
                <a:gd name="csY26" fmla="*/ 34183 h 640934"/>
                <a:gd name="csX27" fmla="*/ 1444239 w 1768979"/>
                <a:gd name="csY27" fmla="*/ 25637 h 640934"/>
                <a:gd name="csX28" fmla="*/ 1469877 w 1768979"/>
                <a:gd name="csY28" fmla="*/ 17091 h 640934"/>
                <a:gd name="csX29" fmla="*/ 1623701 w 1768979"/>
                <a:gd name="csY29" fmla="*/ 8546 h 640934"/>
                <a:gd name="csX30" fmla="*/ 1717705 w 1768979"/>
                <a:gd name="csY30" fmla="*/ 17091 h 640934"/>
                <a:gd name="csX31" fmla="*/ 1734796 w 1768979"/>
                <a:gd name="csY31" fmla="*/ 42729 h 640934"/>
                <a:gd name="csX32" fmla="*/ 1760434 w 1768979"/>
                <a:gd name="csY32" fmla="*/ 128187 h 640934"/>
                <a:gd name="csX33" fmla="*/ 1768979 w 1768979"/>
                <a:gd name="csY33" fmla="*/ 153824 h 640934"/>
                <a:gd name="csX34" fmla="*/ 1751888 w 1768979"/>
                <a:gd name="csY34" fmla="*/ 247828 h 640934"/>
                <a:gd name="csX35" fmla="*/ 1692067 w 1768979"/>
                <a:gd name="csY35" fmla="*/ 290557 h 640934"/>
                <a:gd name="csX36" fmla="*/ 1657884 w 1768979"/>
                <a:gd name="csY36" fmla="*/ 299103 h 640934"/>
                <a:gd name="csX37" fmla="*/ 1632247 w 1768979"/>
                <a:gd name="csY37" fmla="*/ 316194 h 640934"/>
                <a:gd name="csX38" fmla="*/ 1538243 w 1768979"/>
                <a:gd name="csY38" fmla="*/ 333286 h 640934"/>
                <a:gd name="csX39" fmla="*/ 1128045 w 1768979"/>
                <a:gd name="csY39" fmla="*/ 341832 h 640934"/>
                <a:gd name="csX40" fmla="*/ 1102407 w 1768979"/>
                <a:gd name="csY40" fmla="*/ 350377 h 640934"/>
                <a:gd name="csX41" fmla="*/ 1016950 w 1768979"/>
                <a:gd name="csY41" fmla="*/ 367469 h 640934"/>
                <a:gd name="csX42" fmla="*/ 991312 w 1768979"/>
                <a:gd name="csY42" fmla="*/ 376015 h 640934"/>
                <a:gd name="csX43" fmla="*/ 922946 w 1768979"/>
                <a:gd name="csY43" fmla="*/ 393106 h 640934"/>
                <a:gd name="csX44" fmla="*/ 888763 w 1768979"/>
                <a:gd name="csY44" fmla="*/ 401652 h 640934"/>
                <a:gd name="csX45" fmla="*/ 846034 w 1768979"/>
                <a:gd name="csY45" fmla="*/ 410198 h 640934"/>
                <a:gd name="csX46" fmla="*/ 777667 w 1768979"/>
                <a:gd name="csY46" fmla="*/ 444381 h 640934"/>
                <a:gd name="csX47" fmla="*/ 752030 w 1768979"/>
                <a:gd name="csY47" fmla="*/ 461473 h 640934"/>
                <a:gd name="csX48" fmla="*/ 726393 w 1768979"/>
                <a:gd name="csY48" fmla="*/ 470018 h 640934"/>
                <a:gd name="csX49" fmla="*/ 606751 w 1768979"/>
                <a:gd name="csY49" fmla="*/ 487110 h 640934"/>
                <a:gd name="csX50" fmla="*/ 478564 w 1768979"/>
                <a:gd name="csY50" fmla="*/ 529839 h 640934"/>
                <a:gd name="csX51" fmla="*/ 444381 w 1768979"/>
                <a:gd name="csY51" fmla="*/ 555476 h 640934"/>
                <a:gd name="csX52" fmla="*/ 393107 w 1768979"/>
                <a:gd name="csY52" fmla="*/ 572568 h 640934"/>
                <a:gd name="csX53" fmla="*/ 324740 w 1768979"/>
                <a:gd name="csY53" fmla="*/ 589660 h 640934"/>
                <a:gd name="csX54" fmla="*/ 256374 w 1768979"/>
                <a:gd name="csY54" fmla="*/ 615297 h 640934"/>
                <a:gd name="csX55" fmla="*/ 179462 w 1768979"/>
                <a:gd name="csY55" fmla="*/ 640934 h 640934"/>
                <a:gd name="csX56" fmla="*/ 51275 w 1768979"/>
                <a:gd name="csY56" fmla="*/ 623843 h 640934"/>
                <a:gd name="csX57" fmla="*/ 0 w 1768979"/>
                <a:gd name="csY57" fmla="*/ 589660 h 640934"/>
                <a:gd name="csX58" fmla="*/ 8546 w 1768979"/>
                <a:gd name="csY58" fmla="*/ 529839 h 640934"/>
                <a:gd name="csX59" fmla="*/ 51275 w 1768979"/>
                <a:gd name="csY59" fmla="*/ 487110 h 640934"/>
                <a:gd name="csX60" fmla="*/ 51275 w 1768979"/>
                <a:gd name="csY60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73499 w 1768979"/>
                <a:gd name="csY6" fmla="*/ 309903 h 640934"/>
                <a:gd name="csX7" fmla="*/ 331503 w 1768979"/>
                <a:gd name="csY7" fmla="*/ 282045 h 640934"/>
                <a:gd name="csX8" fmla="*/ 401652 w 1768979"/>
                <a:gd name="csY8" fmla="*/ 239282 h 640934"/>
                <a:gd name="csX9" fmla="*/ 452927 w 1768979"/>
                <a:gd name="csY9" fmla="*/ 264919 h 640934"/>
                <a:gd name="csX10" fmla="*/ 495656 w 1768979"/>
                <a:gd name="csY10" fmla="*/ 282011 h 640934"/>
                <a:gd name="csX11" fmla="*/ 500131 w 1768979"/>
                <a:gd name="csY11" fmla="*/ 222157 h 640934"/>
                <a:gd name="csX12" fmla="*/ 468606 w 1768979"/>
                <a:gd name="csY12" fmla="*/ 102011 h 640934"/>
                <a:gd name="csX13" fmla="*/ 581080 w 1768979"/>
                <a:gd name="csY13" fmla="*/ 198336 h 640934"/>
                <a:gd name="csX14" fmla="*/ 639118 w 1768979"/>
                <a:gd name="csY14" fmla="*/ 262261 h 640934"/>
                <a:gd name="csX15" fmla="*/ 689955 w 1768979"/>
                <a:gd name="csY15" fmla="*/ 259570 h 640934"/>
                <a:gd name="csX16" fmla="*/ 860905 w 1768979"/>
                <a:gd name="csY16" fmla="*/ 192078 h 640934"/>
                <a:gd name="csX17" fmla="*/ 940037 w 1768979"/>
                <a:gd name="csY17" fmla="*/ 136732 h 640934"/>
                <a:gd name="csX18" fmla="*/ 1059678 w 1768979"/>
                <a:gd name="csY18" fmla="*/ 68366 h 640934"/>
                <a:gd name="csX19" fmla="*/ 1102407 w 1768979"/>
                <a:gd name="csY19" fmla="*/ 42729 h 640934"/>
                <a:gd name="csX20" fmla="*/ 1153682 w 1768979"/>
                <a:gd name="csY20" fmla="*/ 25637 h 640934"/>
                <a:gd name="csX21" fmla="*/ 1179320 w 1768979"/>
                <a:gd name="csY21" fmla="*/ 17091 h 640934"/>
                <a:gd name="csX22" fmla="*/ 1204957 w 1768979"/>
                <a:gd name="csY22" fmla="*/ 0 h 640934"/>
                <a:gd name="csX23" fmla="*/ 1298961 w 1768979"/>
                <a:gd name="csY23" fmla="*/ 8546 h 640934"/>
                <a:gd name="csX24" fmla="*/ 1333144 w 1768979"/>
                <a:gd name="csY24" fmla="*/ 25637 h 640934"/>
                <a:gd name="csX25" fmla="*/ 1367327 w 1768979"/>
                <a:gd name="csY25" fmla="*/ 34183 h 640934"/>
                <a:gd name="csX26" fmla="*/ 1444239 w 1768979"/>
                <a:gd name="csY26" fmla="*/ 25637 h 640934"/>
                <a:gd name="csX27" fmla="*/ 1469877 w 1768979"/>
                <a:gd name="csY27" fmla="*/ 17091 h 640934"/>
                <a:gd name="csX28" fmla="*/ 1623701 w 1768979"/>
                <a:gd name="csY28" fmla="*/ 8546 h 640934"/>
                <a:gd name="csX29" fmla="*/ 1717705 w 1768979"/>
                <a:gd name="csY29" fmla="*/ 17091 h 640934"/>
                <a:gd name="csX30" fmla="*/ 1734796 w 1768979"/>
                <a:gd name="csY30" fmla="*/ 42729 h 640934"/>
                <a:gd name="csX31" fmla="*/ 1760434 w 1768979"/>
                <a:gd name="csY31" fmla="*/ 128187 h 640934"/>
                <a:gd name="csX32" fmla="*/ 1768979 w 1768979"/>
                <a:gd name="csY32" fmla="*/ 153824 h 640934"/>
                <a:gd name="csX33" fmla="*/ 1751888 w 1768979"/>
                <a:gd name="csY33" fmla="*/ 247828 h 640934"/>
                <a:gd name="csX34" fmla="*/ 1692067 w 1768979"/>
                <a:gd name="csY34" fmla="*/ 290557 h 640934"/>
                <a:gd name="csX35" fmla="*/ 1657884 w 1768979"/>
                <a:gd name="csY35" fmla="*/ 299103 h 640934"/>
                <a:gd name="csX36" fmla="*/ 1632247 w 1768979"/>
                <a:gd name="csY36" fmla="*/ 316194 h 640934"/>
                <a:gd name="csX37" fmla="*/ 1538243 w 1768979"/>
                <a:gd name="csY37" fmla="*/ 333286 h 640934"/>
                <a:gd name="csX38" fmla="*/ 1128045 w 1768979"/>
                <a:gd name="csY38" fmla="*/ 341832 h 640934"/>
                <a:gd name="csX39" fmla="*/ 1102407 w 1768979"/>
                <a:gd name="csY39" fmla="*/ 350377 h 640934"/>
                <a:gd name="csX40" fmla="*/ 1016950 w 1768979"/>
                <a:gd name="csY40" fmla="*/ 367469 h 640934"/>
                <a:gd name="csX41" fmla="*/ 991312 w 1768979"/>
                <a:gd name="csY41" fmla="*/ 376015 h 640934"/>
                <a:gd name="csX42" fmla="*/ 922946 w 1768979"/>
                <a:gd name="csY42" fmla="*/ 393106 h 640934"/>
                <a:gd name="csX43" fmla="*/ 888763 w 1768979"/>
                <a:gd name="csY43" fmla="*/ 401652 h 640934"/>
                <a:gd name="csX44" fmla="*/ 846034 w 1768979"/>
                <a:gd name="csY44" fmla="*/ 410198 h 640934"/>
                <a:gd name="csX45" fmla="*/ 777667 w 1768979"/>
                <a:gd name="csY45" fmla="*/ 444381 h 640934"/>
                <a:gd name="csX46" fmla="*/ 752030 w 1768979"/>
                <a:gd name="csY46" fmla="*/ 461473 h 640934"/>
                <a:gd name="csX47" fmla="*/ 726393 w 1768979"/>
                <a:gd name="csY47" fmla="*/ 470018 h 640934"/>
                <a:gd name="csX48" fmla="*/ 606751 w 1768979"/>
                <a:gd name="csY48" fmla="*/ 487110 h 640934"/>
                <a:gd name="csX49" fmla="*/ 478564 w 1768979"/>
                <a:gd name="csY49" fmla="*/ 529839 h 640934"/>
                <a:gd name="csX50" fmla="*/ 444381 w 1768979"/>
                <a:gd name="csY50" fmla="*/ 555476 h 640934"/>
                <a:gd name="csX51" fmla="*/ 393107 w 1768979"/>
                <a:gd name="csY51" fmla="*/ 572568 h 640934"/>
                <a:gd name="csX52" fmla="*/ 324740 w 1768979"/>
                <a:gd name="csY52" fmla="*/ 589660 h 640934"/>
                <a:gd name="csX53" fmla="*/ 256374 w 1768979"/>
                <a:gd name="csY53" fmla="*/ 615297 h 640934"/>
                <a:gd name="csX54" fmla="*/ 179462 w 1768979"/>
                <a:gd name="csY54" fmla="*/ 640934 h 640934"/>
                <a:gd name="csX55" fmla="*/ 51275 w 1768979"/>
                <a:gd name="csY55" fmla="*/ 623843 h 640934"/>
                <a:gd name="csX56" fmla="*/ 0 w 1768979"/>
                <a:gd name="csY56" fmla="*/ 589660 h 640934"/>
                <a:gd name="csX57" fmla="*/ 8546 w 1768979"/>
                <a:gd name="csY57" fmla="*/ 529839 h 640934"/>
                <a:gd name="csX58" fmla="*/ 51275 w 1768979"/>
                <a:gd name="csY58" fmla="*/ 487110 h 640934"/>
                <a:gd name="csX59" fmla="*/ 51275 w 1768979"/>
                <a:gd name="csY59" fmla="*/ 452927 h 640934"/>
                <a:gd name="csX0" fmla="*/ 51275 w 1768979"/>
                <a:gd name="csY0" fmla="*/ 4529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73499 w 1768979"/>
                <a:gd name="csY6" fmla="*/ 309903 h 640934"/>
                <a:gd name="csX7" fmla="*/ 331503 w 1768979"/>
                <a:gd name="csY7" fmla="*/ 282045 h 640934"/>
                <a:gd name="csX8" fmla="*/ 452927 w 1768979"/>
                <a:gd name="csY8" fmla="*/ 264919 h 640934"/>
                <a:gd name="csX9" fmla="*/ 495656 w 1768979"/>
                <a:gd name="csY9" fmla="*/ 282011 h 640934"/>
                <a:gd name="csX10" fmla="*/ 500131 w 1768979"/>
                <a:gd name="csY10" fmla="*/ 222157 h 640934"/>
                <a:gd name="csX11" fmla="*/ 468606 w 1768979"/>
                <a:gd name="csY11" fmla="*/ 102011 h 640934"/>
                <a:gd name="csX12" fmla="*/ 581080 w 1768979"/>
                <a:gd name="csY12" fmla="*/ 198336 h 640934"/>
                <a:gd name="csX13" fmla="*/ 639118 w 1768979"/>
                <a:gd name="csY13" fmla="*/ 262261 h 640934"/>
                <a:gd name="csX14" fmla="*/ 689955 w 1768979"/>
                <a:gd name="csY14" fmla="*/ 259570 h 640934"/>
                <a:gd name="csX15" fmla="*/ 860905 w 1768979"/>
                <a:gd name="csY15" fmla="*/ 192078 h 640934"/>
                <a:gd name="csX16" fmla="*/ 940037 w 1768979"/>
                <a:gd name="csY16" fmla="*/ 136732 h 640934"/>
                <a:gd name="csX17" fmla="*/ 1059678 w 1768979"/>
                <a:gd name="csY17" fmla="*/ 68366 h 640934"/>
                <a:gd name="csX18" fmla="*/ 1102407 w 1768979"/>
                <a:gd name="csY18" fmla="*/ 42729 h 640934"/>
                <a:gd name="csX19" fmla="*/ 1153682 w 1768979"/>
                <a:gd name="csY19" fmla="*/ 25637 h 640934"/>
                <a:gd name="csX20" fmla="*/ 1179320 w 1768979"/>
                <a:gd name="csY20" fmla="*/ 17091 h 640934"/>
                <a:gd name="csX21" fmla="*/ 1204957 w 1768979"/>
                <a:gd name="csY21" fmla="*/ 0 h 640934"/>
                <a:gd name="csX22" fmla="*/ 1298961 w 1768979"/>
                <a:gd name="csY22" fmla="*/ 8546 h 640934"/>
                <a:gd name="csX23" fmla="*/ 1333144 w 1768979"/>
                <a:gd name="csY23" fmla="*/ 25637 h 640934"/>
                <a:gd name="csX24" fmla="*/ 1367327 w 1768979"/>
                <a:gd name="csY24" fmla="*/ 34183 h 640934"/>
                <a:gd name="csX25" fmla="*/ 1444239 w 1768979"/>
                <a:gd name="csY25" fmla="*/ 25637 h 640934"/>
                <a:gd name="csX26" fmla="*/ 1469877 w 1768979"/>
                <a:gd name="csY26" fmla="*/ 17091 h 640934"/>
                <a:gd name="csX27" fmla="*/ 1623701 w 1768979"/>
                <a:gd name="csY27" fmla="*/ 8546 h 640934"/>
                <a:gd name="csX28" fmla="*/ 1717705 w 1768979"/>
                <a:gd name="csY28" fmla="*/ 17091 h 640934"/>
                <a:gd name="csX29" fmla="*/ 1734796 w 1768979"/>
                <a:gd name="csY29" fmla="*/ 42729 h 640934"/>
                <a:gd name="csX30" fmla="*/ 1760434 w 1768979"/>
                <a:gd name="csY30" fmla="*/ 128187 h 640934"/>
                <a:gd name="csX31" fmla="*/ 1768979 w 1768979"/>
                <a:gd name="csY31" fmla="*/ 153824 h 640934"/>
                <a:gd name="csX32" fmla="*/ 1751888 w 1768979"/>
                <a:gd name="csY32" fmla="*/ 247828 h 640934"/>
                <a:gd name="csX33" fmla="*/ 1692067 w 1768979"/>
                <a:gd name="csY33" fmla="*/ 290557 h 640934"/>
                <a:gd name="csX34" fmla="*/ 1657884 w 1768979"/>
                <a:gd name="csY34" fmla="*/ 299103 h 640934"/>
                <a:gd name="csX35" fmla="*/ 1632247 w 1768979"/>
                <a:gd name="csY35" fmla="*/ 316194 h 640934"/>
                <a:gd name="csX36" fmla="*/ 1538243 w 1768979"/>
                <a:gd name="csY36" fmla="*/ 333286 h 640934"/>
                <a:gd name="csX37" fmla="*/ 1128045 w 1768979"/>
                <a:gd name="csY37" fmla="*/ 341832 h 640934"/>
                <a:gd name="csX38" fmla="*/ 1102407 w 1768979"/>
                <a:gd name="csY38" fmla="*/ 350377 h 640934"/>
                <a:gd name="csX39" fmla="*/ 1016950 w 1768979"/>
                <a:gd name="csY39" fmla="*/ 367469 h 640934"/>
                <a:gd name="csX40" fmla="*/ 991312 w 1768979"/>
                <a:gd name="csY40" fmla="*/ 376015 h 640934"/>
                <a:gd name="csX41" fmla="*/ 922946 w 1768979"/>
                <a:gd name="csY41" fmla="*/ 393106 h 640934"/>
                <a:gd name="csX42" fmla="*/ 888763 w 1768979"/>
                <a:gd name="csY42" fmla="*/ 401652 h 640934"/>
                <a:gd name="csX43" fmla="*/ 846034 w 1768979"/>
                <a:gd name="csY43" fmla="*/ 410198 h 640934"/>
                <a:gd name="csX44" fmla="*/ 777667 w 1768979"/>
                <a:gd name="csY44" fmla="*/ 444381 h 640934"/>
                <a:gd name="csX45" fmla="*/ 752030 w 1768979"/>
                <a:gd name="csY45" fmla="*/ 461473 h 640934"/>
                <a:gd name="csX46" fmla="*/ 726393 w 1768979"/>
                <a:gd name="csY46" fmla="*/ 470018 h 640934"/>
                <a:gd name="csX47" fmla="*/ 606751 w 1768979"/>
                <a:gd name="csY47" fmla="*/ 487110 h 640934"/>
                <a:gd name="csX48" fmla="*/ 478564 w 1768979"/>
                <a:gd name="csY48" fmla="*/ 529839 h 640934"/>
                <a:gd name="csX49" fmla="*/ 444381 w 1768979"/>
                <a:gd name="csY49" fmla="*/ 555476 h 640934"/>
                <a:gd name="csX50" fmla="*/ 393107 w 1768979"/>
                <a:gd name="csY50" fmla="*/ 572568 h 640934"/>
                <a:gd name="csX51" fmla="*/ 324740 w 1768979"/>
                <a:gd name="csY51" fmla="*/ 589660 h 640934"/>
                <a:gd name="csX52" fmla="*/ 256374 w 1768979"/>
                <a:gd name="csY52" fmla="*/ 615297 h 640934"/>
                <a:gd name="csX53" fmla="*/ 179462 w 1768979"/>
                <a:gd name="csY53" fmla="*/ 640934 h 640934"/>
                <a:gd name="csX54" fmla="*/ 51275 w 1768979"/>
                <a:gd name="csY54" fmla="*/ 623843 h 640934"/>
                <a:gd name="csX55" fmla="*/ 0 w 1768979"/>
                <a:gd name="csY55" fmla="*/ 589660 h 640934"/>
                <a:gd name="csX56" fmla="*/ 8546 w 1768979"/>
                <a:gd name="csY56" fmla="*/ 529839 h 640934"/>
                <a:gd name="csX57" fmla="*/ 51275 w 1768979"/>
                <a:gd name="csY57" fmla="*/ 487110 h 640934"/>
                <a:gd name="csX58" fmla="*/ 51275 w 1768979"/>
                <a:gd name="csY58" fmla="*/ 452927 h 640934"/>
                <a:gd name="csX0" fmla="*/ 44075 w 1768979"/>
                <a:gd name="csY0" fmla="*/ 406127 h 640934"/>
                <a:gd name="csX1" fmla="*/ 94004 w 1768979"/>
                <a:gd name="csY1" fmla="*/ 4443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73499 w 1768979"/>
                <a:gd name="csY6" fmla="*/ 309903 h 640934"/>
                <a:gd name="csX7" fmla="*/ 331503 w 1768979"/>
                <a:gd name="csY7" fmla="*/ 282045 h 640934"/>
                <a:gd name="csX8" fmla="*/ 452927 w 1768979"/>
                <a:gd name="csY8" fmla="*/ 264919 h 640934"/>
                <a:gd name="csX9" fmla="*/ 495656 w 1768979"/>
                <a:gd name="csY9" fmla="*/ 282011 h 640934"/>
                <a:gd name="csX10" fmla="*/ 500131 w 1768979"/>
                <a:gd name="csY10" fmla="*/ 222157 h 640934"/>
                <a:gd name="csX11" fmla="*/ 468606 w 1768979"/>
                <a:gd name="csY11" fmla="*/ 102011 h 640934"/>
                <a:gd name="csX12" fmla="*/ 581080 w 1768979"/>
                <a:gd name="csY12" fmla="*/ 198336 h 640934"/>
                <a:gd name="csX13" fmla="*/ 639118 w 1768979"/>
                <a:gd name="csY13" fmla="*/ 262261 h 640934"/>
                <a:gd name="csX14" fmla="*/ 689955 w 1768979"/>
                <a:gd name="csY14" fmla="*/ 259570 h 640934"/>
                <a:gd name="csX15" fmla="*/ 860905 w 1768979"/>
                <a:gd name="csY15" fmla="*/ 192078 h 640934"/>
                <a:gd name="csX16" fmla="*/ 940037 w 1768979"/>
                <a:gd name="csY16" fmla="*/ 136732 h 640934"/>
                <a:gd name="csX17" fmla="*/ 1059678 w 1768979"/>
                <a:gd name="csY17" fmla="*/ 68366 h 640934"/>
                <a:gd name="csX18" fmla="*/ 1102407 w 1768979"/>
                <a:gd name="csY18" fmla="*/ 42729 h 640934"/>
                <a:gd name="csX19" fmla="*/ 1153682 w 1768979"/>
                <a:gd name="csY19" fmla="*/ 25637 h 640934"/>
                <a:gd name="csX20" fmla="*/ 1179320 w 1768979"/>
                <a:gd name="csY20" fmla="*/ 17091 h 640934"/>
                <a:gd name="csX21" fmla="*/ 1204957 w 1768979"/>
                <a:gd name="csY21" fmla="*/ 0 h 640934"/>
                <a:gd name="csX22" fmla="*/ 1298961 w 1768979"/>
                <a:gd name="csY22" fmla="*/ 8546 h 640934"/>
                <a:gd name="csX23" fmla="*/ 1333144 w 1768979"/>
                <a:gd name="csY23" fmla="*/ 25637 h 640934"/>
                <a:gd name="csX24" fmla="*/ 1367327 w 1768979"/>
                <a:gd name="csY24" fmla="*/ 34183 h 640934"/>
                <a:gd name="csX25" fmla="*/ 1444239 w 1768979"/>
                <a:gd name="csY25" fmla="*/ 25637 h 640934"/>
                <a:gd name="csX26" fmla="*/ 1469877 w 1768979"/>
                <a:gd name="csY26" fmla="*/ 17091 h 640934"/>
                <a:gd name="csX27" fmla="*/ 1623701 w 1768979"/>
                <a:gd name="csY27" fmla="*/ 8546 h 640934"/>
                <a:gd name="csX28" fmla="*/ 1717705 w 1768979"/>
                <a:gd name="csY28" fmla="*/ 17091 h 640934"/>
                <a:gd name="csX29" fmla="*/ 1734796 w 1768979"/>
                <a:gd name="csY29" fmla="*/ 42729 h 640934"/>
                <a:gd name="csX30" fmla="*/ 1760434 w 1768979"/>
                <a:gd name="csY30" fmla="*/ 128187 h 640934"/>
                <a:gd name="csX31" fmla="*/ 1768979 w 1768979"/>
                <a:gd name="csY31" fmla="*/ 153824 h 640934"/>
                <a:gd name="csX32" fmla="*/ 1751888 w 1768979"/>
                <a:gd name="csY32" fmla="*/ 247828 h 640934"/>
                <a:gd name="csX33" fmla="*/ 1692067 w 1768979"/>
                <a:gd name="csY33" fmla="*/ 290557 h 640934"/>
                <a:gd name="csX34" fmla="*/ 1657884 w 1768979"/>
                <a:gd name="csY34" fmla="*/ 299103 h 640934"/>
                <a:gd name="csX35" fmla="*/ 1632247 w 1768979"/>
                <a:gd name="csY35" fmla="*/ 316194 h 640934"/>
                <a:gd name="csX36" fmla="*/ 1538243 w 1768979"/>
                <a:gd name="csY36" fmla="*/ 333286 h 640934"/>
                <a:gd name="csX37" fmla="*/ 1128045 w 1768979"/>
                <a:gd name="csY37" fmla="*/ 341832 h 640934"/>
                <a:gd name="csX38" fmla="*/ 1102407 w 1768979"/>
                <a:gd name="csY38" fmla="*/ 350377 h 640934"/>
                <a:gd name="csX39" fmla="*/ 1016950 w 1768979"/>
                <a:gd name="csY39" fmla="*/ 367469 h 640934"/>
                <a:gd name="csX40" fmla="*/ 991312 w 1768979"/>
                <a:gd name="csY40" fmla="*/ 376015 h 640934"/>
                <a:gd name="csX41" fmla="*/ 922946 w 1768979"/>
                <a:gd name="csY41" fmla="*/ 393106 h 640934"/>
                <a:gd name="csX42" fmla="*/ 888763 w 1768979"/>
                <a:gd name="csY42" fmla="*/ 401652 h 640934"/>
                <a:gd name="csX43" fmla="*/ 846034 w 1768979"/>
                <a:gd name="csY43" fmla="*/ 410198 h 640934"/>
                <a:gd name="csX44" fmla="*/ 777667 w 1768979"/>
                <a:gd name="csY44" fmla="*/ 444381 h 640934"/>
                <a:gd name="csX45" fmla="*/ 752030 w 1768979"/>
                <a:gd name="csY45" fmla="*/ 461473 h 640934"/>
                <a:gd name="csX46" fmla="*/ 726393 w 1768979"/>
                <a:gd name="csY46" fmla="*/ 470018 h 640934"/>
                <a:gd name="csX47" fmla="*/ 606751 w 1768979"/>
                <a:gd name="csY47" fmla="*/ 487110 h 640934"/>
                <a:gd name="csX48" fmla="*/ 478564 w 1768979"/>
                <a:gd name="csY48" fmla="*/ 529839 h 640934"/>
                <a:gd name="csX49" fmla="*/ 444381 w 1768979"/>
                <a:gd name="csY49" fmla="*/ 555476 h 640934"/>
                <a:gd name="csX50" fmla="*/ 393107 w 1768979"/>
                <a:gd name="csY50" fmla="*/ 572568 h 640934"/>
                <a:gd name="csX51" fmla="*/ 324740 w 1768979"/>
                <a:gd name="csY51" fmla="*/ 589660 h 640934"/>
                <a:gd name="csX52" fmla="*/ 256374 w 1768979"/>
                <a:gd name="csY52" fmla="*/ 615297 h 640934"/>
                <a:gd name="csX53" fmla="*/ 179462 w 1768979"/>
                <a:gd name="csY53" fmla="*/ 640934 h 640934"/>
                <a:gd name="csX54" fmla="*/ 51275 w 1768979"/>
                <a:gd name="csY54" fmla="*/ 623843 h 640934"/>
                <a:gd name="csX55" fmla="*/ 0 w 1768979"/>
                <a:gd name="csY55" fmla="*/ 589660 h 640934"/>
                <a:gd name="csX56" fmla="*/ 8546 w 1768979"/>
                <a:gd name="csY56" fmla="*/ 529839 h 640934"/>
                <a:gd name="csX57" fmla="*/ 51275 w 1768979"/>
                <a:gd name="csY57" fmla="*/ 487110 h 640934"/>
                <a:gd name="csX58" fmla="*/ 44075 w 1768979"/>
                <a:gd name="csY58" fmla="*/ 406127 h 640934"/>
                <a:gd name="csX0" fmla="*/ 44075 w 1768979"/>
                <a:gd name="csY0" fmla="*/ 406127 h 640934"/>
                <a:gd name="csX1" fmla="*/ 94004 w 1768979"/>
                <a:gd name="csY1" fmla="*/ 379581 h 640934"/>
                <a:gd name="csX2" fmla="*/ 145278 w 1768979"/>
                <a:gd name="csY2" fmla="*/ 401652 h 640934"/>
                <a:gd name="csX3" fmla="*/ 170916 w 1768979"/>
                <a:gd name="csY3" fmla="*/ 384561 h 640934"/>
                <a:gd name="csX4" fmla="*/ 179462 w 1768979"/>
                <a:gd name="csY4" fmla="*/ 358923 h 640934"/>
                <a:gd name="csX5" fmla="*/ 196553 w 1768979"/>
                <a:gd name="csY5" fmla="*/ 333286 h 640934"/>
                <a:gd name="csX6" fmla="*/ 273499 w 1768979"/>
                <a:gd name="csY6" fmla="*/ 309903 h 640934"/>
                <a:gd name="csX7" fmla="*/ 331503 w 1768979"/>
                <a:gd name="csY7" fmla="*/ 282045 h 640934"/>
                <a:gd name="csX8" fmla="*/ 452927 w 1768979"/>
                <a:gd name="csY8" fmla="*/ 264919 h 640934"/>
                <a:gd name="csX9" fmla="*/ 495656 w 1768979"/>
                <a:gd name="csY9" fmla="*/ 282011 h 640934"/>
                <a:gd name="csX10" fmla="*/ 500131 w 1768979"/>
                <a:gd name="csY10" fmla="*/ 222157 h 640934"/>
                <a:gd name="csX11" fmla="*/ 468606 w 1768979"/>
                <a:gd name="csY11" fmla="*/ 102011 h 640934"/>
                <a:gd name="csX12" fmla="*/ 581080 w 1768979"/>
                <a:gd name="csY12" fmla="*/ 198336 h 640934"/>
                <a:gd name="csX13" fmla="*/ 639118 w 1768979"/>
                <a:gd name="csY13" fmla="*/ 262261 h 640934"/>
                <a:gd name="csX14" fmla="*/ 689955 w 1768979"/>
                <a:gd name="csY14" fmla="*/ 259570 h 640934"/>
                <a:gd name="csX15" fmla="*/ 860905 w 1768979"/>
                <a:gd name="csY15" fmla="*/ 192078 h 640934"/>
                <a:gd name="csX16" fmla="*/ 940037 w 1768979"/>
                <a:gd name="csY16" fmla="*/ 136732 h 640934"/>
                <a:gd name="csX17" fmla="*/ 1059678 w 1768979"/>
                <a:gd name="csY17" fmla="*/ 68366 h 640934"/>
                <a:gd name="csX18" fmla="*/ 1102407 w 1768979"/>
                <a:gd name="csY18" fmla="*/ 42729 h 640934"/>
                <a:gd name="csX19" fmla="*/ 1153682 w 1768979"/>
                <a:gd name="csY19" fmla="*/ 25637 h 640934"/>
                <a:gd name="csX20" fmla="*/ 1179320 w 1768979"/>
                <a:gd name="csY20" fmla="*/ 17091 h 640934"/>
                <a:gd name="csX21" fmla="*/ 1204957 w 1768979"/>
                <a:gd name="csY21" fmla="*/ 0 h 640934"/>
                <a:gd name="csX22" fmla="*/ 1298961 w 1768979"/>
                <a:gd name="csY22" fmla="*/ 8546 h 640934"/>
                <a:gd name="csX23" fmla="*/ 1333144 w 1768979"/>
                <a:gd name="csY23" fmla="*/ 25637 h 640934"/>
                <a:gd name="csX24" fmla="*/ 1367327 w 1768979"/>
                <a:gd name="csY24" fmla="*/ 34183 h 640934"/>
                <a:gd name="csX25" fmla="*/ 1444239 w 1768979"/>
                <a:gd name="csY25" fmla="*/ 25637 h 640934"/>
                <a:gd name="csX26" fmla="*/ 1469877 w 1768979"/>
                <a:gd name="csY26" fmla="*/ 17091 h 640934"/>
                <a:gd name="csX27" fmla="*/ 1623701 w 1768979"/>
                <a:gd name="csY27" fmla="*/ 8546 h 640934"/>
                <a:gd name="csX28" fmla="*/ 1717705 w 1768979"/>
                <a:gd name="csY28" fmla="*/ 17091 h 640934"/>
                <a:gd name="csX29" fmla="*/ 1734796 w 1768979"/>
                <a:gd name="csY29" fmla="*/ 42729 h 640934"/>
                <a:gd name="csX30" fmla="*/ 1760434 w 1768979"/>
                <a:gd name="csY30" fmla="*/ 128187 h 640934"/>
                <a:gd name="csX31" fmla="*/ 1768979 w 1768979"/>
                <a:gd name="csY31" fmla="*/ 153824 h 640934"/>
                <a:gd name="csX32" fmla="*/ 1751888 w 1768979"/>
                <a:gd name="csY32" fmla="*/ 247828 h 640934"/>
                <a:gd name="csX33" fmla="*/ 1692067 w 1768979"/>
                <a:gd name="csY33" fmla="*/ 290557 h 640934"/>
                <a:gd name="csX34" fmla="*/ 1657884 w 1768979"/>
                <a:gd name="csY34" fmla="*/ 299103 h 640934"/>
                <a:gd name="csX35" fmla="*/ 1632247 w 1768979"/>
                <a:gd name="csY35" fmla="*/ 316194 h 640934"/>
                <a:gd name="csX36" fmla="*/ 1538243 w 1768979"/>
                <a:gd name="csY36" fmla="*/ 333286 h 640934"/>
                <a:gd name="csX37" fmla="*/ 1128045 w 1768979"/>
                <a:gd name="csY37" fmla="*/ 341832 h 640934"/>
                <a:gd name="csX38" fmla="*/ 1102407 w 1768979"/>
                <a:gd name="csY38" fmla="*/ 350377 h 640934"/>
                <a:gd name="csX39" fmla="*/ 1016950 w 1768979"/>
                <a:gd name="csY39" fmla="*/ 367469 h 640934"/>
                <a:gd name="csX40" fmla="*/ 991312 w 1768979"/>
                <a:gd name="csY40" fmla="*/ 376015 h 640934"/>
                <a:gd name="csX41" fmla="*/ 922946 w 1768979"/>
                <a:gd name="csY41" fmla="*/ 393106 h 640934"/>
                <a:gd name="csX42" fmla="*/ 888763 w 1768979"/>
                <a:gd name="csY42" fmla="*/ 401652 h 640934"/>
                <a:gd name="csX43" fmla="*/ 846034 w 1768979"/>
                <a:gd name="csY43" fmla="*/ 410198 h 640934"/>
                <a:gd name="csX44" fmla="*/ 777667 w 1768979"/>
                <a:gd name="csY44" fmla="*/ 444381 h 640934"/>
                <a:gd name="csX45" fmla="*/ 752030 w 1768979"/>
                <a:gd name="csY45" fmla="*/ 461473 h 640934"/>
                <a:gd name="csX46" fmla="*/ 726393 w 1768979"/>
                <a:gd name="csY46" fmla="*/ 470018 h 640934"/>
                <a:gd name="csX47" fmla="*/ 606751 w 1768979"/>
                <a:gd name="csY47" fmla="*/ 487110 h 640934"/>
                <a:gd name="csX48" fmla="*/ 478564 w 1768979"/>
                <a:gd name="csY48" fmla="*/ 529839 h 640934"/>
                <a:gd name="csX49" fmla="*/ 444381 w 1768979"/>
                <a:gd name="csY49" fmla="*/ 555476 h 640934"/>
                <a:gd name="csX50" fmla="*/ 393107 w 1768979"/>
                <a:gd name="csY50" fmla="*/ 572568 h 640934"/>
                <a:gd name="csX51" fmla="*/ 324740 w 1768979"/>
                <a:gd name="csY51" fmla="*/ 589660 h 640934"/>
                <a:gd name="csX52" fmla="*/ 256374 w 1768979"/>
                <a:gd name="csY52" fmla="*/ 615297 h 640934"/>
                <a:gd name="csX53" fmla="*/ 179462 w 1768979"/>
                <a:gd name="csY53" fmla="*/ 640934 h 640934"/>
                <a:gd name="csX54" fmla="*/ 51275 w 1768979"/>
                <a:gd name="csY54" fmla="*/ 623843 h 640934"/>
                <a:gd name="csX55" fmla="*/ 0 w 1768979"/>
                <a:gd name="csY55" fmla="*/ 589660 h 640934"/>
                <a:gd name="csX56" fmla="*/ 8546 w 1768979"/>
                <a:gd name="csY56" fmla="*/ 529839 h 640934"/>
                <a:gd name="csX57" fmla="*/ 51275 w 1768979"/>
                <a:gd name="csY57" fmla="*/ 487110 h 640934"/>
                <a:gd name="csX58" fmla="*/ 44075 w 1768979"/>
                <a:gd name="csY58" fmla="*/ 406127 h 640934"/>
                <a:gd name="csX0" fmla="*/ 35529 w 1760433"/>
                <a:gd name="csY0" fmla="*/ 406127 h 640934"/>
                <a:gd name="csX1" fmla="*/ 85458 w 1760433"/>
                <a:gd name="csY1" fmla="*/ 379581 h 640934"/>
                <a:gd name="csX2" fmla="*/ 136732 w 1760433"/>
                <a:gd name="csY2" fmla="*/ 401652 h 640934"/>
                <a:gd name="csX3" fmla="*/ 162370 w 1760433"/>
                <a:gd name="csY3" fmla="*/ 384561 h 640934"/>
                <a:gd name="csX4" fmla="*/ 170916 w 1760433"/>
                <a:gd name="csY4" fmla="*/ 358923 h 640934"/>
                <a:gd name="csX5" fmla="*/ 188007 w 1760433"/>
                <a:gd name="csY5" fmla="*/ 333286 h 640934"/>
                <a:gd name="csX6" fmla="*/ 264953 w 1760433"/>
                <a:gd name="csY6" fmla="*/ 309903 h 640934"/>
                <a:gd name="csX7" fmla="*/ 322957 w 1760433"/>
                <a:gd name="csY7" fmla="*/ 282045 h 640934"/>
                <a:gd name="csX8" fmla="*/ 444381 w 1760433"/>
                <a:gd name="csY8" fmla="*/ 264919 h 640934"/>
                <a:gd name="csX9" fmla="*/ 487110 w 1760433"/>
                <a:gd name="csY9" fmla="*/ 282011 h 640934"/>
                <a:gd name="csX10" fmla="*/ 491585 w 1760433"/>
                <a:gd name="csY10" fmla="*/ 222157 h 640934"/>
                <a:gd name="csX11" fmla="*/ 460060 w 1760433"/>
                <a:gd name="csY11" fmla="*/ 102011 h 640934"/>
                <a:gd name="csX12" fmla="*/ 572534 w 1760433"/>
                <a:gd name="csY12" fmla="*/ 198336 h 640934"/>
                <a:gd name="csX13" fmla="*/ 630572 w 1760433"/>
                <a:gd name="csY13" fmla="*/ 262261 h 640934"/>
                <a:gd name="csX14" fmla="*/ 681409 w 1760433"/>
                <a:gd name="csY14" fmla="*/ 259570 h 640934"/>
                <a:gd name="csX15" fmla="*/ 852359 w 1760433"/>
                <a:gd name="csY15" fmla="*/ 192078 h 640934"/>
                <a:gd name="csX16" fmla="*/ 931491 w 1760433"/>
                <a:gd name="csY16" fmla="*/ 136732 h 640934"/>
                <a:gd name="csX17" fmla="*/ 1051132 w 1760433"/>
                <a:gd name="csY17" fmla="*/ 68366 h 640934"/>
                <a:gd name="csX18" fmla="*/ 1093861 w 1760433"/>
                <a:gd name="csY18" fmla="*/ 42729 h 640934"/>
                <a:gd name="csX19" fmla="*/ 1145136 w 1760433"/>
                <a:gd name="csY19" fmla="*/ 25637 h 640934"/>
                <a:gd name="csX20" fmla="*/ 1170774 w 1760433"/>
                <a:gd name="csY20" fmla="*/ 17091 h 640934"/>
                <a:gd name="csX21" fmla="*/ 1196411 w 1760433"/>
                <a:gd name="csY21" fmla="*/ 0 h 640934"/>
                <a:gd name="csX22" fmla="*/ 1290415 w 1760433"/>
                <a:gd name="csY22" fmla="*/ 8546 h 640934"/>
                <a:gd name="csX23" fmla="*/ 1324598 w 1760433"/>
                <a:gd name="csY23" fmla="*/ 25637 h 640934"/>
                <a:gd name="csX24" fmla="*/ 1358781 w 1760433"/>
                <a:gd name="csY24" fmla="*/ 34183 h 640934"/>
                <a:gd name="csX25" fmla="*/ 1435693 w 1760433"/>
                <a:gd name="csY25" fmla="*/ 25637 h 640934"/>
                <a:gd name="csX26" fmla="*/ 1461331 w 1760433"/>
                <a:gd name="csY26" fmla="*/ 17091 h 640934"/>
                <a:gd name="csX27" fmla="*/ 1615155 w 1760433"/>
                <a:gd name="csY27" fmla="*/ 8546 h 640934"/>
                <a:gd name="csX28" fmla="*/ 1709159 w 1760433"/>
                <a:gd name="csY28" fmla="*/ 17091 h 640934"/>
                <a:gd name="csX29" fmla="*/ 1726250 w 1760433"/>
                <a:gd name="csY29" fmla="*/ 42729 h 640934"/>
                <a:gd name="csX30" fmla="*/ 1751888 w 1760433"/>
                <a:gd name="csY30" fmla="*/ 128187 h 640934"/>
                <a:gd name="csX31" fmla="*/ 1760433 w 1760433"/>
                <a:gd name="csY31" fmla="*/ 153824 h 640934"/>
                <a:gd name="csX32" fmla="*/ 1743342 w 1760433"/>
                <a:gd name="csY32" fmla="*/ 247828 h 640934"/>
                <a:gd name="csX33" fmla="*/ 1683521 w 1760433"/>
                <a:gd name="csY33" fmla="*/ 290557 h 640934"/>
                <a:gd name="csX34" fmla="*/ 1649338 w 1760433"/>
                <a:gd name="csY34" fmla="*/ 299103 h 640934"/>
                <a:gd name="csX35" fmla="*/ 1623701 w 1760433"/>
                <a:gd name="csY35" fmla="*/ 316194 h 640934"/>
                <a:gd name="csX36" fmla="*/ 1529697 w 1760433"/>
                <a:gd name="csY36" fmla="*/ 333286 h 640934"/>
                <a:gd name="csX37" fmla="*/ 1119499 w 1760433"/>
                <a:gd name="csY37" fmla="*/ 341832 h 640934"/>
                <a:gd name="csX38" fmla="*/ 1093861 w 1760433"/>
                <a:gd name="csY38" fmla="*/ 350377 h 640934"/>
                <a:gd name="csX39" fmla="*/ 1008404 w 1760433"/>
                <a:gd name="csY39" fmla="*/ 367469 h 640934"/>
                <a:gd name="csX40" fmla="*/ 982766 w 1760433"/>
                <a:gd name="csY40" fmla="*/ 376015 h 640934"/>
                <a:gd name="csX41" fmla="*/ 914400 w 1760433"/>
                <a:gd name="csY41" fmla="*/ 393106 h 640934"/>
                <a:gd name="csX42" fmla="*/ 880217 w 1760433"/>
                <a:gd name="csY42" fmla="*/ 401652 h 640934"/>
                <a:gd name="csX43" fmla="*/ 837488 w 1760433"/>
                <a:gd name="csY43" fmla="*/ 410198 h 640934"/>
                <a:gd name="csX44" fmla="*/ 769121 w 1760433"/>
                <a:gd name="csY44" fmla="*/ 444381 h 640934"/>
                <a:gd name="csX45" fmla="*/ 743484 w 1760433"/>
                <a:gd name="csY45" fmla="*/ 461473 h 640934"/>
                <a:gd name="csX46" fmla="*/ 717847 w 1760433"/>
                <a:gd name="csY46" fmla="*/ 470018 h 640934"/>
                <a:gd name="csX47" fmla="*/ 598205 w 1760433"/>
                <a:gd name="csY47" fmla="*/ 487110 h 640934"/>
                <a:gd name="csX48" fmla="*/ 470018 w 1760433"/>
                <a:gd name="csY48" fmla="*/ 529839 h 640934"/>
                <a:gd name="csX49" fmla="*/ 435835 w 1760433"/>
                <a:gd name="csY49" fmla="*/ 555476 h 640934"/>
                <a:gd name="csX50" fmla="*/ 384561 w 1760433"/>
                <a:gd name="csY50" fmla="*/ 572568 h 640934"/>
                <a:gd name="csX51" fmla="*/ 316194 w 1760433"/>
                <a:gd name="csY51" fmla="*/ 589660 h 640934"/>
                <a:gd name="csX52" fmla="*/ 247828 w 1760433"/>
                <a:gd name="csY52" fmla="*/ 615297 h 640934"/>
                <a:gd name="csX53" fmla="*/ 170916 w 1760433"/>
                <a:gd name="csY53" fmla="*/ 640934 h 640934"/>
                <a:gd name="csX54" fmla="*/ 42729 w 1760433"/>
                <a:gd name="csY54" fmla="*/ 623843 h 640934"/>
                <a:gd name="csX55" fmla="*/ 0 w 1760433"/>
                <a:gd name="csY55" fmla="*/ 529839 h 640934"/>
                <a:gd name="csX56" fmla="*/ 42729 w 1760433"/>
                <a:gd name="csY56" fmla="*/ 487110 h 640934"/>
                <a:gd name="csX57" fmla="*/ 35529 w 1760433"/>
                <a:gd name="csY57" fmla="*/ 406127 h 640934"/>
                <a:gd name="csX0" fmla="*/ 2107 w 1727011"/>
                <a:gd name="csY0" fmla="*/ 406127 h 642039"/>
                <a:gd name="csX1" fmla="*/ 52036 w 1727011"/>
                <a:gd name="csY1" fmla="*/ 379581 h 642039"/>
                <a:gd name="csX2" fmla="*/ 103310 w 1727011"/>
                <a:gd name="csY2" fmla="*/ 401652 h 642039"/>
                <a:gd name="csX3" fmla="*/ 128948 w 1727011"/>
                <a:gd name="csY3" fmla="*/ 384561 h 642039"/>
                <a:gd name="csX4" fmla="*/ 137494 w 1727011"/>
                <a:gd name="csY4" fmla="*/ 358923 h 642039"/>
                <a:gd name="csX5" fmla="*/ 154585 w 1727011"/>
                <a:gd name="csY5" fmla="*/ 333286 h 642039"/>
                <a:gd name="csX6" fmla="*/ 231531 w 1727011"/>
                <a:gd name="csY6" fmla="*/ 309903 h 642039"/>
                <a:gd name="csX7" fmla="*/ 289535 w 1727011"/>
                <a:gd name="csY7" fmla="*/ 282045 h 642039"/>
                <a:gd name="csX8" fmla="*/ 410959 w 1727011"/>
                <a:gd name="csY8" fmla="*/ 264919 h 642039"/>
                <a:gd name="csX9" fmla="*/ 453688 w 1727011"/>
                <a:gd name="csY9" fmla="*/ 282011 h 642039"/>
                <a:gd name="csX10" fmla="*/ 458163 w 1727011"/>
                <a:gd name="csY10" fmla="*/ 222157 h 642039"/>
                <a:gd name="csX11" fmla="*/ 426638 w 1727011"/>
                <a:gd name="csY11" fmla="*/ 102011 h 642039"/>
                <a:gd name="csX12" fmla="*/ 539112 w 1727011"/>
                <a:gd name="csY12" fmla="*/ 198336 h 642039"/>
                <a:gd name="csX13" fmla="*/ 597150 w 1727011"/>
                <a:gd name="csY13" fmla="*/ 262261 h 642039"/>
                <a:gd name="csX14" fmla="*/ 647987 w 1727011"/>
                <a:gd name="csY14" fmla="*/ 259570 h 642039"/>
                <a:gd name="csX15" fmla="*/ 818937 w 1727011"/>
                <a:gd name="csY15" fmla="*/ 192078 h 642039"/>
                <a:gd name="csX16" fmla="*/ 898069 w 1727011"/>
                <a:gd name="csY16" fmla="*/ 136732 h 642039"/>
                <a:gd name="csX17" fmla="*/ 1017710 w 1727011"/>
                <a:gd name="csY17" fmla="*/ 68366 h 642039"/>
                <a:gd name="csX18" fmla="*/ 1060439 w 1727011"/>
                <a:gd name="csY18" fmla="*/ 42729 h 642039"/>
                <a:gd name="csX19" fmla="*/ 1111714 w 1727011"/>
                <a:gd name="csY19" fmla="*/ 25637 h 642039"/>
                <a:gd name="csX20" fmla="*/ 1137352 w 1727011"/>
                <a:gd name="csY20" fmla="*/ 17091 h 642039"/>
                <a:gd name="csX21" fmla="*/ 1162989 w 1727011"/>
                <a:gd name="csY21" fmla="*/ 0 h 642039"/>
                <a:gd name="csX22" fmla="*/ 1256993 w 1727011"/>
                <a:gd name="csY22" fmla="*/ 8546 h 642039"/>
                <a:gd name="csX23" fmla="*/ 1291176 w 1727011"/>
                <a:gd name="csY23" fmla="*/ 25637 h 642039"/>
                <a:gd name="csX24" fmla="*/ 1325359 w 1727011"/>
                <a:gd name="csY24" fmla="*/ 34183 h 642039"/>
                <a:gd name="csX25" fmla="*/ 1402271 w 1727011"/>
                <a:gd name="csY25" fmla="*/ 25637 h 642039"/>
                <a:gd name="csX26" fmla="*/ 1427909 w 1727011"/>
                <a:gd name="csY26" fmla="*/ 17091 h 642039"/>
                <a:gd name="csX27" fmla="*/ 1581733 w 1727011"/>
                <a:gd name="csY27" fmla="*/ 8546 h 642039"/>
                <a:gd name="csX28" fmla="*/ 1675737 w 1727011"/>
                <a:gd name="csY28" fmla="*/ 17091 h 642039"/>
                <a:gd name="csX29" fmla="*/ 1692828 w 1727011"/>
                <a:gd name="csY29" fmla="*/ 42729 h 642039"/>
                <a:gd name="csX30" fmla="*/ 1718466 w 1727011"/>
                <a:gd name="csY30" fmla="*/ 128187 h 642039"/>
                <a:gd name="csX31" fmla="*/ 1727011 w 1727011"/>
                <a:gd name="csY31" fmla="*/ 153824 h 642039"/>
                <a:gd name="csX32" fmla="*/ 1709920 w 1727011"/>
                <a:gd name="csY32" fmla="*/ 247828 h 642039"/>
                <a:gd name="csX33" fmla="*/ 1650099 w 1727011"/>
                <a:gd name="csY33" fmla="*/ 290557 h 642039"/>
                <a:gd name="csX34" fmla="*/ 1615916 w 1727011"/>
                <a:gd name="csY34" fmla="*/ 299103 h 642039"/>
                <a:gd name="csX35" fmla="*/ 1590279 w 1727011"/>
                <a:gd name="csY35" fmla="*/ 316194 h 642039"/>
                <a:gd name="csX36" fmla="*/ 1496275 w 1727011"/>
                <a:gd name="csY36" fmla="*/ 333286 h 642039"/>
                <a:gd name="csX37" fmla="*/ 1086077 w 1727011"/>
                <a:gd name="csY37" fmla="*/ 341832 h 642039"/>
                <a:gd name="csX38" fmla="*/ 1060439 w 1727011"/>
                <a:gd name="csY38" fmla="*/ 350377 h 642039"/>
                <a:gd name="csX39" fmla="*/ 974982 w 1727011"/>
                <a:gd name="csY39" fmla="*/ 367469 h 642039"/>
                <a:gd name="csX40" fmla="*/ 949344 w 1727011"/>
                <a:gd name="csY40" fmla="*/ 376015 h 642039"/>
                <a:gd name="csX41" fmla="*/ 880978 w 1727011"/>
                <a:gd name="csY41" fmla="*/ 393106 h 642039"/>
                <a:gd name="csX42" fmla="*/ 846795 w 1727011"/>
                <a:gd name="csY42" fmla="*/ 401652 h 642039"/>
                <a:gd name="csX43" fmla="*/ 804066 w 1727011"/>
                <a:gd name="csY43" fmla="*/ 410198 h 642039"/>
                <a:gd name="csX44" fmla="*/ 735699 w 1727011"/>
                <a:gd name="csY44" fmla="*/ 444381 h 642039"/>
                <a:gd name="csX45" fmla="*/ 710062 w 1727011"/>
                <a:gd name="csY45" fmla="*/ 461473 h 642039"/>
                <a:gd name="csX46" fmla="*/ 684425 w 1727011"/>
                <a:gd name="csY46" fmla="*/ 470018 h 642039"/>
                <a:gd name="csX47" fmla="*/ 564783 w 1727011"/>
                <a:gd name="csY47" fmla="*/ 487110 h 642039"/>
                <a:gd name="csX48" fmla="*/ 436596 w 1727011"/>
                <a:gd name="csY48" fmla="*/ 529839 h 642039"/>
                <a:gd name="csX49" fmla="*/ 402413 w 1727011"/>
                <a:gd name="csY49" fmla="*/ 555476 h 642039"/>
                <a:gd name="csX50" fmla="*/ 351139 w 1727011"/>
                <a:gd name="csY50" fmla="*/ 572568 h 642039"/>
                <a:gd name="csX51" fmla="*/ 282772 w 1727011"/>
                <a:gd name="csY51" fmla="*/ 589660 h 642039"/>
                <a:gd name="csX52" fmla="*/ 214406 w 1727011"/>
                <a:gd name="csY52" fmla="*/ 615297 h 642039"/>
                <a:gd name="csX53" fmla="*/ 137494 w 1727011"/>
                <a:gd name="csY53" fmla="*/ 640934 h 642039"/>
                <a:gd name="csX54" fmla="*/ 9307 w 1727011"/>
                <a:gd name="csY54" fmla="*/ 623843 h 642039"/>
                <a:gd name="csX55" fmla="*/ 9307 w 1727011"/>
                <a:gd name="csY55" fmla="*/ 487110 h 642039"/>
                <a:gd name="csX56" fmla="*/ 2107 w 1727011"/>
                <a:gd name="csY56" fmla="*/ 406127 h 642039"/>
                <a:gd name="csX0" fmla="*/ 7740 w 1732644"/>
                <a:gd name="csY0" fmla="*/ 406127 h 640934"/>
                <a:gd name="csX1" fmla="*/ 57669 w 1732644"/>
                <a:gd name="csY1" fmla="*/ 379581 h 640934"/>
                <a:gd name="csX2" fmla="*/ 108943 w 1732644"/>
                <a:gd name="csY2" fmla="*/ 401652 h 640934"/>
                <a:gd name="csX3" fmla="*/ 134581 w 1732644"/>
                <a:gd name="csY3" fmla="*/ 384561 h 640934"/>
                <a:gd name="csX4" fmla="*/ 143127 w 1732644"/>
                <a:gd name="csY4" fmla="*/ 358923 h 640934"/>
                <a:gd name="csX5" fmla="*/ 160218 w 1732644"/>
                <a:gd name="csY5" fmla="*/ 333286 h 640934"/>
                <a:gd name="csX6" fmla="*/ 237164 w 1732644"/>
                <a:gd name="csY6" fmla="*/ 309903 h 640934"/>
                <a:gd name="csX7" fmla="*/ 295168 w 1732644"/>
                <a:gd name="csY7" fmla="*/ 282045 h 640934"/>
                <a:gd name="csX8" fmla="*/ 416592 w 1732644"/>
                <a:gd name="csY8" fmla="*/ 264919 h 640934"/>
                <a:gd name="csX9" fmla="*/ 459321 w 1732644"/>
                <a:gd name="csY9" fmla="*/ 282011 h 640934"/>
                <a:gd name="csX10" fmla="*/ 463796 w 1732644"/>
                <a:gd name="csY10" fmla="*/ 222157 h 640934"/>
                <a:gd name="csX11" fmla="*/ 432271 w 1732644"/>
                <a:gd name="csY11" fmla="*/ 102011 h 640934"/>
                <a:gd name="csX12" fmla="*/ 544745 w 1732644"/>
                <a:gd name="csY12" fmla="*/ 198336 h 640934"/>
                <a:gd name="csX13" fmla="*/ 602783 w 1732644"/>
                <a:gd name="csY13" fmla="*/ 262261 h 640934"/>
                <a:gd name="csX14" fmla="*/ 653620 w 1732644"/>
                <a:gd name="csY14" fmla="*/ 259570 h 640934"/>
                <a:gd name="csX15" fmla="*/ 824570 w 1732644"/>
                <a:gd name="csY15" fmla="*/ 192078 h 640934"/>
                <a:gd name="csX16" fmla="*/ 903702 w 1732644"/>
                <a:gd name="csY16" fmla="*/ 136732 h 640934"/>
                <a:gd name="csX17" fmla="*/ 1023343 w 1732644"/>
                <a:gd name="csY17" fmla="*/ 68366 h 640934"/>
                <a:gd name="csX18" fmla="*/ 1066072 w 1732644"/>
                <a:gd name="csY18" fmla="*/ 42729 h 640934"/>
                <a:gd name="csX19" fmla="*/ 1117347 w 1732644"/>
                <a:gd name="csY19" fmla="*/ 25637 h 640934"/>
                <a:gd name="csX20" fmla="*/ 1142985 w 1732644"/>
                <a:gd name="csY20" fmla="*/ 17091 h 640934"/>
                <a:gd name="csX21" fmla="*/ 1168622 w 1732644"/>
                <a:gd name="csY21" fmla="*/ 0 h 640934"/>
                <a:gd name="csX22" fmla="*/ 1262626 w 1732644"/>
                <a:gd name="csY22" fmla="*/ 8546 h 640934"/>
                <a:gd name="csX23" fmla="*/ 1296809 w 1732644"/>
                <a:gd name="csY23" fmla="*/ 25637 h 640934"/>
                <a:gd name="csX24" fmla="*/ 1330992 w 1732644"/>
                <a:gd name="csY24" fmla="*/ 34183 h 640934"/>
                <a:gd name="csX25" fmla="*/ 1407904 w 1732644"/>
                <a:gd name="csY25" fmla="*/ 25637 h 640934"/>
                <a:gd name="csX26" fmla="*/ 1433542 w 1732644"/>
                <a:gd name="csY26" fmla="*/ 17091 h 640934"/>
                <a:gd name="csX27" fmla="*/ 1587366 w 1732644"/>
                <a:gd name="csY27" fmla="*/ 8546 h 640934"/>
                <a:gd name="csX28" fmla="*/ 1681370 w 1732644"/>
                <a:gd name="csY28" fmla="*/ 17091 h 640934"/>
                <a:gd name="csX29" fmla="*/ 1698461 w 1732644"/>
                <a:gd name="csY29" fmla="*/ 42729 h 640934"/>
                <a:gd name="csX30" fmla="*/ 1724099 w 1732644"/>
                <a:gd name="csY30" fmla="*/ 128187 h 640934"/>
                <a:gd name="csX31" fmla="*/ 1732644 w 1732644"/>
                <a:gd name="csY31" fmla="*/ 153824 h 640934"/>
                <a:gd name="csX32" fmla="*/ 1715553 w 1732644"/>
                <a:gd name="csY32" fmla="*/ 247828 h 640934"/>
                <a:gd name="csX33" fmla="*/ 1655732 w 1732644"/>
                <a:gd name="csY33" fmla="*/ 290557 h 640934"/>
                <a:gd name="csX34" fmla="*/ 1621549 w 1732644"/>
                <a:gd name="csY34" fmla="*/ 299103 h 640934"/>
                <a:gd name="csX35" fmla="*/ 1595912 w 1732644"/>
                <a:gd name="csY35" fmla="*/ 316194 h 640934"/>
                <a:gd name="csX36" fmla="*/ 1501908 w 1732644"/>
                <a:gd name="csY36" fmla="*/ 333286 h 640934"/>
                <a:gd name="csX37" fmla="*/ 1091710 w 1732644"/>
                <a:gd name="csY37" fmla="*/ 341832 h 640934"/>
                <a:gd name="csX38" fmla="*/ 1066072 w 1732644"/>
                <a:gd name="csY38" fmla="*/ 350377 h 640934"/>
                <a:gd name="csX39" fmla="*/ 980615 w 1732644"/>
                <a:gd name="csY39" fmla="*/ 367469 h 640934"/>
                <a:gd name="csX40" fmla="*/ 954977 w 1732644"/>
                <a:gd name="csY40" fmla="*/ 376015 h 640934"/>
                <a:gd name="csX41" fmla="*/ 886611 w 1732644"/>
                <a:gd name="csY41" fmla="*/ 393106 h 640934"/>
                <a:gd name="csX42" fmla="*/ 852428 w 1732644"/>
                <a:gd name="csY42" fmla="*/ 401652 h 640934"/>
                <a:gd name="csX43" fmla="*/ 809699 w 1732644"/>
                <a:gd name="csY43" fmla="*/ 410198 h 640934"/>
                <a:gd name="csX44" fmla="*/ 741332 w 1732644"/>
                <a:gd name="csY44" fmla="*/ 444381 h 640934"/>
                <a:gd name="csX45" fmla="*/ 715695 w 1732644"/>
                <a:gd name="csY45" fmla="*/ 461473 h 640934"/>
                <a:gd name="csX46" fmla="*/ 690058 w 1732644"/>
                <a:gd name="csY46" fmla="*/ 470018 h 640934"/>
                <a:gd name="csX47" fmla="*/ 570416 w 1732644"/>
                <a:gd name="csY47" fmla="*/ 487110 h 640934"/>
                <a:gd name="csX48" fmla="*/ 442229 w 1732644"/>
                <a:gd name="csY48" fmla="*/ 529839 h 640934"/>
                <a:gd name="csX49" fmla="*/ 408046 w 1732644"/>
                <a:gd name="csY49" fmla="*/ 555476 h 640934"/>
                <a:gd name="csX50" fmla="*/ 356772 w 1732644"/>
                <a:gd name="csY50" fmla="*/ 572568 h 640934"/>
                <a:gd name="csX51" fmla="*/ 288405 w 1732644"/>
                <a:gd name="csY51" fmla="*/ 589660 h 640934"/>
                <a:gd name="csX52" fmla="*/ 220039 w 1732644"/>
                <a:gd name="csY52" fmla="*/ 615297 h 640934"/>
                <a:gd name="csX53" fmla="*/ 143127 w 1732644"/>
                <a:gd name="csY53" fmla="*/ 640934 h 640934"/>
                <a:gd name="csX54" fmla="*/ 7740 w 1732644"/>
                <a:gd name="csY54" fmla="*/ 580643 h 640934"/>
                <a:gd name="csX55" fmla="*/ 14940 w 1732644"/>
                <a:gd name="csY55" fmla="*/ 487110 h 640934"/>
                <a:gd name="csX56" fmla="*/ 7740 w 1732644"/>
                <a:gd name="csY56" fmla="*/ 406127 h 640934"/>
                <a:gd name="csX0" fmla="*/ 7484 w 1732388"/>
                <a:gd name="csY0" fmla="*/ 406127 h 616894"/>
                <a:gd name="csX1" fmla="*/ 57413 w 1732388"/>
                <a:gd name="csY1" fmla="*/ 379581 h 616894"/>
                <a:gd name="csX2" fmla="*/ 108687 w 1732388"/>
                <a:gd name="csY2" fmla="*/ 401652 h 616894"/>
                <a:gd name="csX3" fmla="*/ 134325 w 1732388"/>
                <a:gd name="csY3" fmla="*/ 384561 h 616894"/>
                <a:gd name="csX4" fmla="*/ 142871 w 1732388"/>
                <a:gd name="csY4" fmla="*/ 358923 h 616894"/>
                <a:gd name="csX5" fmla="*/ 159962 w 1732388"/>
                <a:gd name="csY5" fmla="*/ 333286 h 616894"/>
                <a:gd name="csX6" fmla="*/ 236908 w 1732388"/>
                <a:gd name="csY6" fmla="*/ 309903 h 616894"/>
                <a:gd name="csX7" fmla="*/ 294912 w 1732388"/>
                <a:gd name="csY7" fmla="*/ 282045 h 616894"/>
                <a:gd name="csX8" fmla="*/ 416336 w 1732388"/>
                <a:gd name="csY8" fmla="*/ 264919 h 616894"/>
                <a:gd name="csX9" fmla="*/ 459065 w 1732388"/>
                <a:gd name="csY9" fmla="*/ 282011 h 616894"/>
                <a:gd name="csX10" fmla="*/ 463540 w 1732388"/>
                <a:gd name="csY10" fmla="*/ 222157 h 616894"/>
                <a:gd name="csX11" fmla="*/ 432015 w 1732388"/>
                <a:gd name="csY11" fmla="*/ 102011 h 616894"/>
                <a:gd name="csX12" fmla="*/ 544489 w 1732388"/>
                <a:gd name="csY12" fmla="*/ 198336 h 616894"/>
                <a:gd name="csX13" fmla="*/ 602527 w 1732388"/>
                <a:gd name="csY13" fmla="*/ 262261 h 616894"/>
                <a:gd name="csX14" fmla="*/ 653364 w 1732388"/>
                <a:gd name="csY14" fmla="*/ 259570 h 616894"/>
                <a:gd name="csX15" fmla="*/ 824314 w 1732388"/>
                <a:gd name="csY15" fmla="*/ 192078 h 616894"/>
                <a:gd name="csX16" fmla="*/ 903446 w 1732388"/>
                <a:gd name="csY16" fmla="*/ 136732 h 616894"/>
                <a:gd name="csX17" fmla="*/ 1023087 w 1732388"/>
                <a:gd name="csY17" fmla="*/ 68366 h 616894"/>
                <a:gd name="csX18" fmla="*/ 1065816 w 1732388"/>
                <a:gd name="csY18" fmla="*/ 42729 h 616894"/>
                <a:gd name="csX19" fmla="*/ 1117091 w 1732388"/>
                <a:gd name="csY19" fmla="*/ 25637 h 616894"/>
                <a:gd name="csX20" fmla="*/ 1142729 w 1732388"/>
                <a:gd name="csY20" fmla="*/ 17091 h 616894"/>
                <a:gd name="csX21" fmla="*/ 1168366 w 1732388"/>
                <a:gd name="csY21" fmla="*/ 0 h 616894"/>
                <a:gd name="csX22" fmla="*/ 1262370 w 1732388"/>
                <a:gd name="csY22" fmla="*/ 8546 h 616894"/>
                <a:gd name="csX23" fmla="*/ 1296553 w 1732388"/>
                <a:gd name="csY23" fmla="*/ 25637 h 616894"/>
                <a:gd name="csX24" fmla="*/ 1330736 w 1732388"/>
                <a:gd name="csY24" fmla="*/ 34183 h 616894"/>
                <a:gd name="csX25" fmla="*/ 1407648 w 1732388"/>
                <a:gd name="csY25" fmla="*/ 25637 h 616894"/>
                <a:gd name="csX26" fmla="*/ 1433286 w 1732388"/>
                <a:gd name="csY26" fmla="*/ 17091 h 616894"/>
                <a:gd name="csX27" fmla="*/ 1587110 w 1732388"/>
                <a:gd name="csY27" fmla="*/ 8546 h 616894"/>
                <a:gd name="csX28" fmla="*/ 1681114 w 1732388"/>
                <a:gd name="csY28" fmla="*/ 17091 h 616894"/>
                <a:gd name="csX29" fmla="*/ 1698205 w 1732388"/>
                <a:gd name="csY29" fmla="*/ 42729 h 616894"/>
                <a:gd name="csX30" fmla="*/ 1723843 w 1732388"/>
                <a:gd name="csY30" fmla="*/ 128187 h 616894"/>
                <a:gd name="csX31" fmla="*/ 1732388 w 1732388"/>
                <a:gd name="csY31" fmla="*/ 153824 h 616894"/>
                <a:gd name="csX32" fmla="*/ 1715297 w 1732388"/>
                <a:gd name="csY32" fmla="*/ 247828 h 616894"/>
                <a:gd name="csX33" fmla="*/ 1655476 w 1732388"/>
                <a:gd name="csY33" fmla="*/ 290557 h 616894"/>
                <a:gd name="csX34" fmla="*/ 1621293 w 1732388"/>
                <a:gd name="csY34" fmla="*/ 299103 h 616894"/>
                <a:gd name="csX35" fmla="*/ 1595656 w 1732388"/>
                <a:gd name="csY35" fmla="*/ 316194 h 616894"/>
                <a:gd name="csX36" fmla="*/ 1501652 w 1732388"/>
                <a:gd name="csY36" fmla="*/ 333286 h 616894"/>
                <a:gd name="csX37" fmla="*/ 1091454 w 1732388"/>
                <a:gd name="csY37" fmla="*/ 341832 h 616894"/>
                <a:gd name="csX38" fmla="*/ 1065816 w 1732388"/>
                <a:gd name="csY38" fmla="*/ 350377 h 616894"/>
                <a:gd name="csX39" fmla="*/ 980359 w 1732388"/>
                <a:gd name="csY39" fmla="*/ 367469 h 616894"/>
                <a:gd name="csX40" fmla="*/ 954721 w 1732388"/>
                <a:gd name="csY40" fmla="*/ 376015 h 616894"/>
                <a:gd name="csX41" fmla="*/ 886355 w 1732388"/>
                <a:gd name="csY41" fmla="*/ 393106 h 616894"/>
                <a:gd name="csX42" fmla="*/ 852172 w 1732388"/>
                <a:gd name="csY42" fmla="*/ 401652 h 616894"/>
                <a:gd name="csX43" fmla="*/ 809443 w 1732388"/>
                <a:gd name="csY43" fmla="*/ 410198 h 616894"/>
                <a:gd name="csX44" fmla="*/ 741076 w 1732388"/>
                <a:gd name="csY44" fmla="*/ 444381 h 616894"/>
                <a:gd name="csX45" fmla="*/ 715439 w 1732388"/>
                <a:gd name="csY45" fmla="*/ 461473 h 616894"/>
                <a:gd name="csX46" fmla="*/ 689802 w 1732388"/>
                <a:gd name="csY46" fmla="*/ 470018 h 616894"/>
                <a:gd name="csX47" fmla="*/ 570160 w 1732388"/>
                <a:gd name="csY47" fmla="*/ 487110 h 616894"/>
                <a:gd name="csX48" fmla="*/ 441973 w 1732388"/>
                <a:gd name="csY48" fmla="*/ 529839 h 616894"/>
                <a:gd name="csX49" fmla="*/ 407790 w 1732388"/>
                <a:gd name="csY49" fmla="*/ 555476 h 616894"/>
                <a:gd name="csX50" fmla="*/ 356516 w 1732388"/>
                <a:gd name="csY50" fmla="*/ 572568 h 616894"/>
                <a:gd name="csX51" fmla="*/ 288149 w 1732388"/>
                <a:gd name="csY51" fmla="*/ 589660 h 616894"/>
                <a:gd name="csX52" fmla="*/ 219783 w 1732388"/>
                <a:gd name="csY52" fmla="*/ 615297 h 616894"/>
                <a:gd name="csX53" fmla="*/ 139271 w 1732388"/>
                <a:gd name="csY53" fmla="*/ 583334 h 616894"/>
                <a:gd name="csX54" fmla="*/ 7484 w 1732388"/>
                <a:gd name="csY54" fmla="*/ 580643 h 616894"/>
                <a:gd name="csX55" fmla="*/ 14684 w 1732388"/>
                <a:gd name="csY55" fmla="*/ 487110 h 616894"/>
                <a:gd name="csX56" fmla="*/ 7484 w 1732388"/>
                <a:gd name="csY56" fmla="*/ 406127 h 616894"/>
                <a:gd name="csX0" fmla="*/ 7484 w 1732388"/>
                <a:gd name="csY0" fmla="*/ 406127 h 592387"/>
                <a:gd name="csX1" fmla="*/ 57413 w 1732388"/>
                <a:gd name="csY1" fmla="*/ 379581 h 592387"/>
                <a:gd name="csX2" fmla="*/ 108687 w 1732388"/>
                <a:gd name="csY2" fmla="*/ 401652 h 592387"/>
                <a:gd name="csX3" fmla="*/ 134325 w 1732388"/>
                <a:gd name="csY3" fmla="*/ 384561 h 592387"/>
                <a:gd name="csX4" fmla="*/ 142871 w 1732388"/>
                <a:gd name="csY4" fmla="*/ 358923 h 592387"/>
                <a:gd name="csX5" fmla="*/ 159962 w 1732388"/>
                <a:gd name="csY5" fmla="*/ 333286 h 592387"/>
                <a:gd name="csX6" fmla="*/ 236908 w 1732388"/>
                <a:gd name="csY6" fmla="*/ 309903 h 592387"/>
                <a:gd name="csX7" fmla="*/ 294912 w 1732388"/>
                <a:gd name="csY7" fmla="*/ 282045 h 592387"/>
                <a:gd name="csX8" fmla="*/ 416336 w 1732388"/>
                <a:gd name="csY8" fmla="*/ 264919 h 592387"/>
                <a:gd name="csX9" fmla="*/ 459065 w 1732388"/>
                <a:gd name="csY9" fmla="*/ 282011 h 592387"/>
                <a:gd name="csX10" fmla="*/ 463540 w 1732388"/>
                <a:gd name="csY10" fmla="*/ 222157 h 592387"/>
                <a:gd name="csX11" fmla="*/ 432015 w 1732388"/>
                <a:gd name="csY11" fmla="*/ 102011 h 592387"/>
                <a:gd name="csX12" fmla="*/ 544489 w 1732388"/>
                <a:gd name="csY12" fmla="*/ 198336 h 592387"/>
                <a:gd name="csX13" fmla="*/ 602527 w 1732388"/>
                <a:gd name="csY13" fmla="*/ 262261 h 592387"/>
                <a:gd name="csX14" fmla="*/ 653364 w 1732388"/>
                <a:gd name="csY14" fmla="*/ 259570 h 592387"/>
                <a:gd name="csX15" fmla="*/ 824314 w 1732388"/>
                <a:gd name="csY15" fmla="*/ 192078 h 592387"/>
                <a:gd name="csX16" fmla="*/ 903446 w 1732388"/>
                <a:gd name="csY16" fmla="*/ 136732 h 592387"/>
                <a:gd name="csX17" fmla="*/ 1023087 w 1732388"/>
                <a:gd name="csY17" fmla="*/ 68366 h 592387"/>
                <a:gd name="csX18" fmla="*/ 1065816 w 1732388"/>
                <a:gd name="csY18" fmla="*/ 42729 h 592387"/>
                <a:gd name="csX19" fmla="*/ 1117091 w 1732388"/>
                <a:gd name="csY19" fmla="*/ 25637 h 592387"/>
                <a:gd name="csX20" fmla="*/ 1142729 w 1732388"/>
                <a:gd name="csY20" fmla="*/ 17091 h 592387"/>
                <a:gd name="csX21" fmla="*/ 1168366 w 1732388"/>
                <a:gd name="csY21" fmla="*/ 0 h 592387"/>
                <a:gd name="csX22" fmla="*/ 1262370 w 1732388"/>
                <a:gd name="csY22" fmla="*/ 8546 h 592387"/>
                <a:gd name="csX23" fmla="*/ 1296553 w 1732388"/>
                <a:gd name="csY23" fmla="*/ 25637 h 592387"/>
                <a:gd name="csX24" fmla="*/ 1330736 w 1732388"/>
                <a:gd name="csY24" fmla="*/ 34183 h 592387"/>
                <a:gd name="csX25" fmla="*/ 1407648 w 1732388"/>
                <a:gd name="csY25" fmla="*/ 25637 h 592387"/>
                <a:gd name="csX26" fmla="*/ 1433286 w 1732388"/>
                <a:gd name="csY26" fmla="*/ 17091 h 592387"/>
                <a:gd name="csX27" fmla="*/ 1587110 w 1732388"/>
                <a:gd name="csY27" fmla="*/ 8546 h 592387"/>
                <a:gd name="csX28" fmla="*/ 1681114 w 1732388"/>
                <a:gd name="csY28" fmla="*/ 17091 h 592387"/>
                <a:gd name="csX29" fmla="*/ 1698205 w 1732388"/>
                <a:gd name="csY29" fmla="*/ 42729 h 592387"/>
                <a:gd name="csX30" fmla="*/ 1723843 w 1732388"/>
                <a:gd name="csY30" fmla="*/ 128187 h 592387"/>
                <a:gd name="csX31" fmla="*/ 1732388 w 1732388"/>
                <a:gd name="csY31" fmla="*/ 153824 h 592387"/>
                <a:gd name="csX32" fmla="*/ 1715297 w 1732388"/>
                <a:gd name="csY32" fmla="*/ 247828 h 592387"/>
                <a:gd name="csX33" fmla="*/ 1655476 w 1732388"/>
                <a:gd name="csY33" fmla="*/ 290557 h 592387"/>
                <a:gd name="csX34" fmla="*/ 1621293 w 1732388"/>
                <a:gd name="csY34" fmla="*/ 299103 h 592387"/>
                <a:gd name="csX35" fmla="*/ 1595656 w 1732388"/>
                <a:gd name="csY35" fmla="*/ 316194 h 592387"/>
                <a:gd name="csX36" fmla="*/ 1501652 w 1732388"/>
                <a:gd name="csY36" fmla="*/ 333286 h 592387"/>
                <a:gd name="csX37" fmla="*/ 1091454 w 1732388"/>
                <a:gd name="csY37" fmla="*/ 341832 h 592387"/>
                <a:gd name="csX38" fmla="*/ 1065816 w 1732388"/>
                <a:gd name="csY38" fmla="*/ 350377 h 592387"/>
                <a:gd name="csX39" fmla="*/ 980359 w 1732388"/>
                <a:gd name="csY39" fmla="*/ 367469 h 592387"/>
                <a:gd name="csX40" fmla="*/ 954721 w 1732388"/>
                <a:gd name="csY40" fmla="*/ 376015 h 592387"/>
                <a:gd name="csX41" fmla="*/ 886355 w 1732388"/>
                <a:gd name="csY41" fmla="*/ 393106 h 592387"/>
                <a:gd name="csX42" fmla="*/ 852172 w 1732388"/>
                <a:gd name="csY42" fmla="*/ 401652 h 592387"/>
                <a:gd name="csX43" fmla="*/ 809443 w 1732388"/>
                <a:gd name="csY43" fmla="*/ 410198 h 592387"/>
                <a:gd name="csX44" fmla="*/ 741076 w 1732388"/>
                <a:gd name="csY44" fmla="*/ 444381 h 592387"/>
                <a:gd name="csX45" fmla="*/ 715439 w 1732388"/>
                <a:gd name="csY45" fmla="*/ 461473 h 592387"/>
                <a:gd name="csX46" fmla="*/ 689802 w 1732388"/>
                <a:gd name="csY46" fmla="*/ 470018 h 592387"/>
                <a:gd name="csX47" fmla="*/ 570160 w 1732388"/>
                <a:gd name="csY47" fmla="*/ 487110 h 592387"/>
                <a:gd name="csX48" fmla="*/ 441973 w 1732388"/>
                <a:gd name="csY48" fmla="*/ 529839 h 592387"/>
                <a:gd name="csX49" fmla="*/ 407790 w 1732388"/>
                <a:gd name="csY49" fmla="*/ 555476 h 592387"/>
                <a:gd name="csX50" fmla="*/ 356516 w 1732388"/>
                <a:gd name="csY50" fmla="*/ 572568 h 592387"/>
                <a:gd name="csX51" fmla="*/ 288149 w 1732388"/>
                <a:gd name="csY51" fmla="*/ 589660 h 592387"/>
                <a:gd name="csX52" fmla="*/ 230583 w 1732388"/>
                <a:gd name="csY52" fmla="*/ 510897 h 592387"/>
                <a:gd name="csX53" fmla="*/ 139271 w 1732388"/>
                <a:gd name="csY53" fmla="*/ 583334 h 592387"/>
                <a:gd name="csX54" fmla="*/ 7484 w 1732388"/>
                <a:gd name="csY54" fmla="*/ 580643 h 592387"/>
                <a:gd name="csX55" fmla="*/ 14684 w 1732388"/>
                <a:gd name="csY55" fmla="*/ 487110 h 592387"/>
                <a:gd name="csX56" fmla="*/ 7484 w 1732388"/>
                <a:gd name="csY56" fmla="*/ 406127 h 592387"/>
                <a:gd name="csX0" fmla="*/ 7484 w 1732388"/>
                <a:gd name="csY0" fmla="*/ 406127 h 588383"/>
                <a:gd name="csX1" fmla="*/ 57413 w 1732388"/>
                <a:gd name="csY1" fmla="*/ 379581 h 588383"/>
                <a:gd name="csX2" fmla="*/ 108687 w 1732388"/>
                <a:gd name="csY2" fmla="*/ 401652 h 588383"/>
                <a:gd name="csX3" fmla="*/ 134325 w 1732388"/>
                <a:gd name="csY3" fmla="*/ 384561 h 588383"/>
                <a:gd name="csX4" fmla="*/ 142871 w 1732388"/>
                <a:gd name="csY4" fmla="*/ 358923 h 588383"/>
                <a:gd name="csX5" fmla="*/ 159962 w 1732388"/>
                <a:gd name="csY5" fmla="*/ 333286 h 588383"/>
                <a:gd name="csX6" fmla="*/ 236908 w 1732388"/>
                <a:gd name="csY6" fmla="*/ 309903 h 588383"/>
                <a:gd name="csX7" fmla="*/ 294912 w 1732388"/>
                <a:gd name="csY7" fmla="*/ 282045 h 588383"/>
                <a:gd name="csX8" fmla="*/ 416336 w 1732388"/>
                <a:gd name="csY8" fmla="*/ 264919 h 588383"/>
                <a:gd name="csX9" fmla="*/ 459065 w 1732388"/>
                <a:gd name="csY9" fmla="*/ 282011 h 588383"/>
                <a:gd name="csX10" fmla="*/ 463540 w 1732388"/>
                <a:gd name="csY10" fmla="*/ 222157 h 588383"/>
                <a:gd name="csX11" fmla="*/ 432015 w 1732388"/>
                <a:gd name="csY11" fmla="*/ 102011 h 588383"/>
                <a:gd name="csX12" fmla="*/ 544489 w 1732388"/>
                <a:gd name="csY12" fmla="*/ 198336 h 588383"/>
                <a:gd name="csX13" fmla="*/ 602527 w 1732388"/>
                <a:gd name="csY13" fmla="*/ 262261 h 588383"/>
                <a:gd name="csX14" fmla="*/ 653364 w 1732388"/>
                <a:gd name="csY14" fmla="*/ 259570 h 588383"/>
                <a:gd name="csX15" fmla="*/ 824314 w 1732388"/>
                <a:gd name="csY15" fmla="*/ 192078 h 588383"/>
                <a:gd name="csX16" fmla="*/ 903446 w 1732388"/>
                <a:gd name="csY16" fmla="*/ 136732 h 588383"/>
                <a:gd name="csX17" fmla="*/ 1023087 w 1732388"/>
                <a:gd name="csY17" fmla="*/ 68366 h 588383"/>
                <a:gd name="csX18" fmla="*/ 1065816 w 1732388"/>
                <a:gd name="csY18" fmla="*/ 42729 h 588383"/>
                <a:gd name="csX19" fmla="*/ 1117091 w 1732388"/>
                <a:gd name="csY19" fmla="*/ 25637 h 588383"/>
                <a:gd name="csX20" fmla="*/ 1142729 w 1732388"/>
                <a:gd name="csY20" fmla="*/ 17091 h 588383"/>
                <a:gd name="csX21" fmla="*/ 1168366 w 1732388"/>
                <a:gd name="csY21" fmla="*/ 0 h 588383"/>
                <a:gd name="csX22" fmla="*/ 1262370 w 1732388"/>
                <a:gd name="csY22" fmla="*/ 8546 h 588383"/>
                <a:gd name="csX23" fmla="*/ 1296553 w 1732388"/>
                <a:gd name="csY23" fmla="*/ 25637 h 588383"/>
                <a:gd name="csX24" fmla="*/ 1330736 w 1732388"/>
                <a:gd name="csY24" fmla="*/ 34183 h 588383"/>
                <a:gd name="csX25" fmla="*/ 1407648 w 1732388"/>
                <a:gd name="csY25" fmla="*/ 25637 h 588383"/>
                <a:gd name="csX26" fmla="*/ 1433286 w 1732388"/>
                <a:gd name="csY26" fmla="*/ 17091 h 588383"/>
                <a:gd name="csX27" fmla="*/ 1587110 w 1732388"/>
                <a:gd name="csY27" fmla="*/ 8546 h 588383"/>
                <a:gd name="csX28" fmla="*/ 1681114 w 1732388"/>
                <a:gd name="csY28" fmla="*/ 17091 h 588383"/>
                <a:gd name="csX29" fmla="*/ 1698205 w 1732388"/>
                <a:gd name="csY29" fmla="*/ 42729 h 588383"/>
                <a:gd name="csX30" fmla="*/ 1723843 w 1732388"/>
                <a:gd name="csY30" fmla="*/ 128187 h 588383"/>
                <a:gd name="csX31" fmla="*/ 1732388 w 1732388"/>
                <a:gd name="csY31" fmla="*/ 153824 h 588383"/>
                <a:gd name="csX32" fmla="*/ 1715297 w 1732388"/>
                <a:gd name="csY32" fmla="*/ 247828 h 588383"/>
                <a:gd name="csX33" fmla="*/ 1655476 w 1732388"/>
                <a:gd name="csY33" fmla="*/ 290557 h 588383"/>
                <a:gd name="csX34" fmla="*/ 1621293 w 1732388"/>
                <a:gd name="csY34" fmla="*/ 299103 h 588383"/>
                <a:gd name="csX35" fmla="*/ 1595656 w 1732388"/>
                <a:gd name="csY35" fmla="*/ 316194 h 588383"/>
                <a:gd name="csX36" fmla="*/ 1501652 w 1732388"/>
                <a:gd name="csY36" fmla="*/ 333286 h 588383"/>
                <a:gd name="csX37" fmla="*/ 1091454 w 1732388"/>
                <a:gd name="csY37" fmla="*/ 341832 h 588383"/>
                <a:gd name="csX38" fmla="*/ 1065816 w 1732388"/>
                <a:gd name="csY38" fmla="*/ 350377 h 588383"/>
                <a:gd name="csX39" fmla="*/ 980359 w 1732388"/>
                <a:gd name="csY39" fmla="*/ 367469 h 588383"/>
                <a:gd name="csX40" fmla="*/ 954721 w 1732388"/>
                <a:gd name="csY40" fmla="*/ 376015 h 588383"/>
                <a:gd name="csX41" fmla="*/ 886355 w 1732388"/>
                <a:gd name="csY41" fmla="*/ 393106 h 588383"/>
                <a:gd name="csX42" fmla="*/ 852172 w 1732388"/>
                <a:gd name="csY42" fmla="*/ 401652 h 588383"/>
                <a:gd name="csX43" fmla="*/ 809443 w 1732388"/>
                <a:gd name="csY43" fmla="*/ 410198 h 588383"/>
                <a:gd name="csX44" fmla="*/ 741076 w 1732388"/>
                <a:gd name="csY44" fmla="*/ 444381 h 588383"/>
                <a:gd name="csX45" fmla="*/ 715439 w 1732388"/>
                <a:gd name="csY45" fmla="*/ 461473 h 588383"/>
                <a:gd name="csX46" fmla="*/ 689802 w 1732388"/>
                <a:gd name="csY46" fmla="*/ 470018 h 588383"/>
                <a:gd name="csX47" fmla="*/ 570160 w 1732388"/>
                <a:gd name="csY47" fmla="*/ 487110 h 588383"/>
                <a:gd name="csX48" fmla="*/ 441973 w 1732388"/>
                <a:gd name="csY48" fmla="*/ 529839 h 588383"/>
                <a:gd name="csX49" fmla="*/ 407790 w 1732388"/>
                <a:gd name="csY49" fmla="*/ 555476 h 588383"/>
                <a:gd name="csX50" fmla="*/ 356516 w 1732388"/>
                <a:gd name="csY50" fmla="*/ 572568 h 588383"/>
                <a:gd name="csX51" fmla="*/ 374549 w 1732388"/>
                <a:gd name="csY51" fmla="*/ 488860 h 588383"/>
                <a:gd name="csX52" fmla="*/ 230583 w 1732388"/>
                <a:gd name="csY52" fmla="*/ 510897 h 588383"/>
                <a:gd name="csX53" fmla="*/ 139271 w 1732388"/>
                <a:gd name="csY53" fmla="*/ 583334 h 588383"/>
                <a:gd name="csX54" fmla="*/ 7484 w 1732388"/>
                <a:gd name="csY54" fmla="*/ 580643 h 588383"/>
                <a:gd name="csX55" fmla="*/ 14684 w 1732388"/>
                <a:gd name="csY55" fmla="*/ 487110 h 588383"/>
                <a:gd name="csX56" fmla="*/ 7484 w 1732388"/>
                <a:gd name="csY56" fmla="*/ 406127 h 588383"/>
                <a:gd name="csX0" fmla="*/ 7484 w 1732388"/>
                <a:gd name="csY0" fmla="*/ 406127 h 588383"/>
                <a:gd name="csX1" fmla="*/ 57413 w 1732388"/>
                <a:gd name="csY1" fmla="*/ 379581 h 588383"/>
                <a:gd name="csX2" fmla="*/ 108687 w 1732388"/>
                <a:gd name="csY2" fmla="*/ 401652 h 588383"/>
                <a:gd name="csX3" fmla="*/ 134325 w 1732388"/>
                <a:gd name="csY3" fmla="*/ 384561 h 588383"/>
                <a:gd name="csX4" fmla="*/ 142871 w 1732388"/>
                <a:gd name="csY4" fmla="*/ 358923 h 588383"/>
                <a:gd name="csX5" fmla="*/ 159962 w 1732388"/>
                <a:gd name="csY5" fmla="*/ 333286 h 588383"/>
                <a:gd name="csX6" fmla="*/ 236908 w 1732388"/>
                <a:gd name="csY6" fmla="*/ 309903 h 588383"/>
                <a:gd name="csX7" fmla="*/ 294912 w 1732388"/>
                <a:gd name="csY7" fmla="*/ 282045 h 588383"/>
                <a:gd name="csX8" fmla="*/ 416336 w 1732388"/>
                <a:gd name="csY8" fmla="*/ 264919 h 588383"/>
                <a:gd name="csX9" fmla="*/ 459065 w 1732388"/>
                <a:gd name="csY9" fmla="*/ 282011 h 588383"/>
                <a:gd name="csX10" fmla="*/ 463540 w 1732388"/>
                <a:gd name="csY10" fmla="*/ 222157 h 588383"/>
                <a:gd name="csX11" fmla="*/ 432015 w 1732388"/>
                <a:gd name="csY11" fmla="*/ 102011 h 588383"/>
                <a:gd name="csX12" fmla="*/ 544489 w 1732388"/>
                <a:gd name="csY12" fmla="*/ 198336 h 588383"/>
                <a:gd name="csX13" fmla="*/ 602527 w 1732388"/>
                <a:gd name="csY13" fmla="*/ 262261 h 588383"/>
                <a:gd name="csX14" fmla="*/ 653364 w 1732388"/>
                <a:gd name="csY14" fmla="*/ 259570 h 588383"/>
                <a:gd name="csX15" fmla="*/ 824314 w 1732388"/>
                <a:gd name="csY15" fmla="*/ 192078 h 588383"/>
                <a:gd name="csX16" fmla="*/ 903446 w 1732388"/>
                <a:gd name="csY16" fmla="*/ 136732 h 588383"/>
                <a:gd name="csX17" fmla="*/ 1023087 w 1732388"/>
                <a:gd name="csY17" fmla="*/ 68366 h 588383"/>
                <a:gd name="csX18" fmla="*/ 1065816 w 1732388"/>
                <a:gd name="csY18" fmla="*/ 42729 h 588383"/>
                <a:gd name="csX19" fmla="*/ 1117091 w 1732388"/>
                <a:gd name="csY19" fmla="*/ 25637 h 588383"/>
                <a:gd name="csX20" fmla="*/ 1142729 w 1732388"/>
                <a:gd name="csY20" fmla="*/ 17091 h 588383"/>
                <a:gd name="csX21" fmla="*/ 1168366 w 1732388"/>
                <a:gd name="csY21" fmla="*/ 0 h 588383"/>
                <a:gd name="csX22" fmla="*/ 1262370 w 1732388"/>
                <a:gd name="csY22" fmla="*/ 8546 h 588383"/>
                <a:gd name="csX23" fmla="*/ 1296553 w 1732388"/>
                <a:gd name="csY23" fmla="*/ 25637 h 588383"/>
                <a:gd name="csX24" fmla="*/ 1330736 w 1732388"/>
                <a:gd name="csY24" fmla="*/ 34183 h 588383"/>
                <a:gd name="csX25" fmla="*/ 1407648 w 1732388"/>
                <a:gd name="csY25" fmla="*/ 25637 h 588383"/>
                <a:gd name="csX26" fmla="*/ 1433286 w 1732388"/>
                <a:gd name="csY26" fmla="*/ 17091 h 588383"/>
                <a:gd name="csX27" fmla="*/ 1587110 w 1732388"/>
                <a:gd name="csY27" fmla="*/ 8546 h 588383"/>
                <a:gd name="csX28" fmla="*/ 1681114 w 1732388"/>
                <a:gd name="csY28" fmla="*/ 17091 h 588383"/>
                <a:gd name="csX29" fmla="*/ 1698205 w 1732388"/>
                <a:gd name="csY29" fmla="*/ 42729 h 588383"/>
                <a:gd name="csX30" fmla="*/ 1723843 w 1732388"/>
                <a:gd name="csY30" fmla="*/ 128187 h 588383"/>
                <a:gd name="csX31" fmla="*/ 1732388 w 1732388"/>
                <a:gd name="csY31" fmla="*/ 153824 h 588383"/>
                <a:gd name="csX32" fmla="*/ 1715297 w 1732388"/>
                <a:gd name="csY32" fmla="*/ 247828 h 588383"/>
                <a:gd name="csX33" fmla="*/ 1655476 w 1732388"/>
                <a:gd name="csY33" fmla="*/ 290557 h 588383"/>
                <a:gd name="csX34" fmla="*/ 1621293 w 1732388"/>
                <a:gd name="csY34" fmla="*/ 299103 h 588383"/>
                <a:gd name="csX35" fmla="*/ 1595656 w 1732388"/>
                <a:gd name="csY35" fmla="*/ 316194 h 588383"/>
                <a:gd name="csX36" fmla="*/ 1501652 w 1732388"/>
                <a:gd name="csY36" fmla="*/ 333286 h 588383"/>
                <a:gd name="csX37" fmla="*/ 1091454 w 1732388"/>
                <a:gd name="csY37" fmla="*/ 341832 h 588383"/>
                <a:gd name="csX38" fmla="*/ 1065816 w 1732388"/>
                <a:gd name="csY38" fmla="*/ 350377 h 588383"/>
                <a:gd name="csX39" fmla="*/ 980359 w 1732388"/>
                <a:gd name="csY39" fmla="*/ 367469 h 588383"/>
                <a:gd name="csX40" fmla="*/ 954721 w 1732388"/>
                <a:gd name="csY40" fmla="*/ 376015 h 588383"/>
                <a:gd name="csX41" fmla="*/ 886355 w 1732388"/>
                <a:gd name="csY41" fmla="*/ 393106 h 588383"/>
                <a:gd name="csX42" fmla="*/ 852172 w 1732388"/>
                <a:gd name="csY42" fmla="*/ 401652 h 588383"/>
                <a:gd name="csX43" fmla="*/ 809443 w 1732388"/>
                <a:gd name="csY43" fmla="*/ 410198 h 588383"/>
                <a:gd name="csX44" fmla="*/ 741076 w 1732388"/>
                <a:gd name="csY44" fmla="*/ 444381 h 588383"/>
                <a:gd name="csX45" fmla="*/ 715439 w 1732388"/>
                <a:gd name="csY45" fmla="*/ 461473 h 588383"/>
                <a:gd name="csX46" fmla="*/ 689802 w 1732388"/>
                <a:gd name="csY46" fmla="*/ 470018 h 588383"/>
                <a:gd name="csX47" fmla="*/ 570160 w 1732388"/>
                <a:gd name="csY47" fmla="*/ 487110 h 588383"/>
                <a:gd name="csX48" fmla="*/ 441973 w 1732388"/>
                <a:gd name="csY48" fmla="*/ 529839 h 588383"/>
                <a:gd name="csX49" fmla="*/ 407790 w 1732388"/>
                <a:gd name="csY49" fmla="*/ 555476 h 588383"/>
                <a:gd name="csX50" fmla="*/ 374549 w 1732388"/>
                <a:gd name="csY50" fmla="*/ 488860 h 588383"/>
                <a:gd name="csX51" fmla="*/ 230583 w 1732388"/>
                <a:gd name="csY51" fmla="*/ 510897 h 588383"/>
                <a:gd name="csX52" fmla="*/ 139271 w 1732388"/>
                <a:gd name="csY52" fmla="*/ 583334 h 588383"/>
                <a:gd name="csX53" fmla="*/ 7484 w 1732388"/>
                <a:gd name="csY53" fmla="*/ 580643 h 588383"/>
                <a:gd name="csX54" fmla="*/ 14684 w 1732388"/>
                <a:gd name="csY54" fmla="*/ 487110 h 588383"/>
                <a:gd name="csX55" fmla="*/ 7484 w 1732388"/>
                <a:gd name="csY55" fmla="*/ 406127 h 588383"/>
                <a:gd name="csX0" fmla="*/ 7484 w 1732388"/>
                <a:gd name="csY0" fmla="*/ 406127 h 588383"/>
                <a:gd name="csX1" fmla="*/ 57413 w 1732388"/>
                <a:gd name="csY1" fmla="*/ 379581 h 588383"/>
                <a:gd name="csX2" fmla="*/ 108687 w 1732388"/>
                <a:gd name="csY2" fmla="*/ 401652 h 588383"/>
                <a:gd name="csX3" fmla="*/ 134325 w 1732388"/>
                <a:gd name="csY3" fmla="*/ 384561 h 588383"/>
                <a:gd name="csX4" fmla="*/ 142871 w 1732388"/>
                <a:gd name="csY4" fmla="*/ 358923 h 588383"/>
                <a:gd name="csX5" fmla="*/ 159962 w 1732388"/>
                <a:gd name="csY5" fmla="*/ 333286 h 588383"/>
                <a:gd name="csX6" fmla="*/ 236908 w 1732388"/>
                <a:gd name="csY6" fmla="*/ 309903 h 588383"/>
                <a:gd name="csX7" fmla="*/ 294912 w 1732388"/>
                <a:gd name="csY7" fmla="*/ 282045 h 588383"/>
                <a:gd name="csX8" fmla="*/ 416336 w 1732388"/>
                <a:gd name="csY8" fmla="*/ 264919 h 588383"/>
                <a:gd name="csX9" fmla="*/ 459065 w 1732388"/>
                <a:gd name="csY9" fmla="*/ 282011 h 588383"/>
                <a:gd name="csX10" fmla="*/ 463540 w 1732388"/>
                <a:gd name="csY10" fmla="*/ 222157 h 588383"/>
                <a:gd name="csX11" fmla="*/ 432015 w 1732388"/>
                <a:gd name="csY11" fmla="*/ 102011 h 588383"/>
                <a:gd name="csX12" fmla="*/ 544489 w 1732388"/>
                <a:gd name="csY12" fmla="*/ 198336 h 588383"/>
                <a:gd name="csX13" fmla="*/ 602527 w 1732388"/>
                <a:gd name="csY13" fmla="*/ 262261 h 588383"/>
                <a:gd name="csX14" fmla="*/ 653364 w 1732388"/>
                <a:gd name="csY14" fmla="*/ 259570 h 588383"/>
                <a:gd name="csX15" fmla="*/ 824314 w 1732388"/>
                <a:gd name="csY15" fmla="*/ 192078 h 588383"/>
                <a:gd name="csX16" fmla="*/ 903446 w 1732388"/>
                <a:gd name="csY16" fmla="*/ 136732 h 588383"/>
                <a:gd name="csX17" fmla="*/ 1023087 w 1732388"/>
                <a:gd name="csY17" fmla="*/ 68366 h 588383"/>
                <a:gd name="csX18" fmla="*/ 1065816 w 1732388"/>
                <a:gd name="csY18" fmla="*/ 42729 h 588383"/>
                <a:gd name="csX19" fmla="*/ 1117091 w 1732388"/>
                <a:gd name="csY19" fmla="*/ 25637 h 588383"/>
                <a:gd name="csX20" fmla="*/ 1142729 w 1732388"/>
                <a:gd name="csY20" fmla="*/ 17091 h 588383"/>
                <a:gd name="csX21" fmla="*/ 1168366 w 1732388"/>
                <a:gd name="csY21" fmla="*/ 0 h 588383"/>
                <a:gd name="csX22" fmla="*/ 1262370 w 1732388"/>
                <a:gd name="csY22" fmla="*/ 8546 h 588383"/>
                <a:gd name="csX23" fmla="*/ 1296553 w 1732388"/>
                <a:gd name="csY23" fmla="*/ 25637 h 588383"/>
                <a:gd name="csX24" fmla="*/ 1330736 w 1732388"/>
                <a:gd name="csY24" fmla="*/ 34183 h 588383"/>
                <a:gd name="csX25" fmla="*/ 1407648 w 1732388"/>
                <a:gd name="csY25" fmla="*/ 25637 h 588383"/>
                <a:gd name="csX26" fmla="*/ 1433286 w 1732388"/>
                <a:gd name="csY26" fmla="*/ 17091 h 588383"/>
                <a:gd name="csX27" fmla="*/ 1587110 w 1732388"/>
                <a:gd name="csY27" fmla="*/ 8546 h 588383"/>
                <a:gd name="csX28" fmla="*/ 1681114 w 1732388"/>
                <a:gd name="csY28" fmla="*/ 17091 h 588383"/>
                <a:gd name="csX29" fmla="*/ 1698205 w 1732388"/>
                <a:gd name="csY29" fmla="*/ 42729 h 588383"/>
                <a:gd name="csX30" fmla="*/ 1723843 w 1732388"/>
                <a:gd name="csY30" fmla="*/ 128187 h 588383"/>
                <a:gd name="csX31" fmla="*/ 1732388 w 1732388"/>
                <a:gd name="csY31" fmla="*/ 153824 h 588383"/>
                <a:gd name="csX32" fmla="*/ 1715297 w 1732388"/>
                <a:gd name="csY32" fmla="*/ 247828 h 588383"/>
                <a:gd name="csX33" fmla="*/ 1655476 w 1732388"/>
                <a:gd name="csY33" fmla="*/ 290557 h 588383"/>
                <a:gd name="csX34" fmla="*/ 1621293 w 1732388"/>
                <a:gd name="csY34" fmla="*/ 299103 h 588383"/>
                <a:gd name="csX35" fmla="*/ 1595656 w 1732388"/>
                <a:gd name="csY35" fmla="*/ 316194 h 588383"/>
                <a:gd name="csX36" fmla="*/ 1501652 w 1732388"/>
                <a:gd name="csY36" fmla="*/ 333286 h 588383"/>
                <a:gd name="csX37" fmla="*/ 1091454 w 1732388"/>
                <a:gd name="csY37" fmla="*/ 341832 h 588383"/>
                <a:gd name="csX38" fmla="*/ 1065816 w 1732388"/>
                <a:gd name="csY38" fmla="*/ 350377 h 588383"/>
                <a:gd name="csX39" fmla="*/ 980359 w 1732388"/>
                <a:gd name="csY39" fmla="*/ 367469 h 588383"/>
                <a:gd name="csX40" fmla="*/ 954721 w 1732388"/>
                <a:gd name="csY40" fmla="*/ 376015 h 588383"/>
                <a:gd name="csX41" fmla="*/ 886355 w 1732388"/>
                <a:gd name="csY41" fmla="*/ 393106 h 588383"/>
                <a:gd name="csX42" fmla="*/ 852172 w 1732388"/>
                <a:gd name="csY42" fmla="*/ 401652 h 588383"/>
                <a:gd name="csX43" fmla="*/ 809443 w 1732388"/>
                <a:gd name="csY43" fmla="*/ 410198 h 588383"/>
                <a:gd name="csX44" fmla="*/ 741076 w 1732388"/>
                <a:gd name="csY44" fmla="*/ 444381 h 588383"/>
                <a:gd name="csX45" fmla="*/ 715439 w 1732388"/>
                <a:gd name="csY45" fmla="*/ 461473 h 588383"/>
                <a:gd name="csX46" fmla="*/ 689802 w 1732388"/>
                <a:gd name="csY46" fmla="*/ 470018 h 588383"/>
                <a:gd name="csX47" fmla="*/ 570160 w 1732388"/>
                <a:gd name="csY47" fmla="*/ 487110 h 588383"/>
                <a:gd name="csX48" fmla="*/ 441973 w 1732388"/>
                <a:gd name="csY48" fmla="*/ 529839 h 588383"/>
                <a:gd name="csX49" fmla="*/ 374549 w 1732388"/>
                <a:gd name="csY49" fmla="*/ 488860 h 588383"/>
                <a:gd name="csX50" fmla="*/ 230583 w 1732388"/>
                <a:gd name="csY50" fmla="*/ 510897 h 588383"/>
                <a:gd name="csX51" fmla="*/ 139271 w 1732388"/>
                <a:gd name="csY51" fmla="*/ 583334 h 588383"/>
                <a:gd name="csX52" fmla="*/ 7484 w 1732388"/>
                <a:gd name="csY52" fmla="*/ 580643 h 588383"/>
                <a:gd name="csX53" fmla="*/ 14684 w 1732388"/>
                <a:gd name="csY53" fmla="*/ 487110 h 588383"/>
                <a:gd name="csX54" fmla="*/ 7484 w 1732388"/>
                <a:gd name="csY54" fmla="*/ 406127 h 588383"/>
                <a:gd name="csX0" fmla="*/ 7484 w 1732388"/>
                <a:gd name="csY0" fmla="*/ 406127 h 663144"/>
                <a:gd name="csX1" fmla="*/ 57413 w 1732388"/>
                <a:gd name="csY1" fmla="*/ 379581 h 663144"/>
                <a:gd name="csX2" fmla="*/ 108687 w 1732388"/>
                <a:gd name="csY2" fmla="*/ 401652 h 663144"/>
                <a:gd name="csX3" fmla="*/ 134325 w 1732388"/>
                <a:gd name="csY3" fmla="*/ 384561 h 663144"/>
                <a:gd name="csX4" fmla="*/ 142871 w 1732388"/>
                <a:gd name="csY4" fmla="*/ 358923 h 663144"/>
                <a:gd name="csX5" fmla="*/ 159962 w 1732388"/>
                <a:gd name="csY5" fmla="*/ 333286 h 663144"/>
                <a:gd name="csX6" fmla="*/ 236908 w 1732388"/>
                <a:gd name="csY6" fmla="*/ 309903 h 663144"/>
                <a:gd name="csX7" fmla="*/ 294912 w 1732388"/>
                <a:gd name="csY7" fmla="*/ 282045 h 663144"/>
                <a:gd name="csX8" fmla="*/ 416336 w 1732388"/>
                <a:gd name="csY8" fmla="*/ 264919 h 663144"/>
                <a:gd name="csX9" fmla="*/ 459065 w 1732388"/>
                <a:gd name="csY9" fmla="*/ 282011 h 663144"/>
                <a:gd name="csX10" fmla="*/ 463540 w 1732388"/>
                <a:gd name="csY10" fmla="*/ 222157 h 663144"/>
                <a:gd name="csX11" fmla="*/ 432015 w 1732388"/>
                <a:gd name="csY11" fmla="*/ 102011 h 663144"/>
                <a:gd name="csX12" fmla="*/ 544489 w 1732388"/>
                <a:gd name="csY12" fmla="*/ 198336 h 663144"/>
                <a:gd name="csX13" fmla="*/ 602527 w 1732388"/>
                <a:gd name="csY13" fmla="*/ 262261 h 663144"/>
                <a:gd name="csX14" fmla="*/ 653364 w 1732388"/>
                <a:gd name="csY14" fmla="*/ 259570 h 663144"/>
                <a:gd name="csX15" fmla="*/ 824314 w 1732388"/>
                <a:gd name="csY15" fmla="*/ 192078 h 663144"/>
                <a:gd name="csX16" fmla="*/ 903446 w 1732388"/>
                <a:gd name="csY16" fmla="*/ 136732 h 663144"/>
                <a:gd name="csX17" fmla="*/ 1023087 w 1732388"/>
                <a:gd name="csY17" fmla="*/ 68366 h 663144"/>
                <a:gd name="csX18" fmla="*/ 1065816 w 1732388"/>
                <a:gd name="csY18" fmla="*/ 42729 h 663144"/>
                <a:gd name="csX19" fmla="*/ 1117091 w 1732388"/>
                <a:gd name="csY19" fmla="*/ 25637 h 663144"/>
                <a:gd name="csX20" fmla="*/ 1142729 w 1732388"/>
                <a:gd name="csY20" fmla="*/ 17091 h 663144"/>
                <a:gd name="csX21" fmla="*/ 1168366 w 1732388"/>
                <a:gd name="csY21" fmla="*/ 0 h 663144"/>
                <a:gd name="csX22" fmla="*/ 1262370 w 1732388"/>
                <a:gd name="csY22" fmla="*/ 8546 h 663144"/>
                <a:gd name="csX23" fmla="*/ 1296553 w 1732388"/>
                <a:gd name="csY23" fmla="*/ 25637 h 663144"/>
                <a:gd name="csX24" fmla="*/ 1330736 w 1732388"/>
                <a:gd name="csY24" fmla="*/ 34183 h 663144"/>
                <a:gd name="csX25" fmla="*/ 1407648 w 1732388"/>
                <a:gd name="csY25" fmla="*/ 25637 h 663144"/>
                <a:gd name="csX26" fmla="*/ 1433286 w 1732388"/>
                <a:gd name="csY26" fmla="*/ 17091 h 663144"/>
                <a:gd name="csX27" fmla="*/ 1587110 w 1732388"/>
                <a:gd name="csY27" fmla="*/ 8546 h 663144"/>
                <a:gd name="csX28" fmla="*/ 1681114 w 1732388"/>
                <a:gd name="csY28" fmla="*/ 17091 h 663144"/>
                <a:gd name="csX29" fmla="*/ 1698205 w 1732388"/>
                <a:gd name="csY29" fmla="*/ 42729 h 663144"/>
                <a:gd name="csX30" fmla="*/ 1723843 w 1732388"/>
                <a:gd name="csY30" fmla="*/ 128187 h 663144"/>
                <a:gd name="csX31" fmla="*/ 1732388 w 1732388"/>
                <a:gd name="csY31" fmla="*/ 153824 h 663144"/>
                <a:gd name="csX32" fmla="*/ 1715297 w 1732388"/>
                <a:gd name="csY32" fmla="*/ 247828 h 663144"/>
                <a:gd name="csX33" fmla="*/ 1655476 w 1732388"/>
                <a:gd name="csY33" fmla="*/ 290557 h 663144"/>
                <a:gd name="csX34" fmla="*/ 1621293 w 1732388"/>
                <a:gd name="csY34" fmla="*/ 299103 h 663144"/>
                <a:gd name="csX35" fmla="*/ 1595656 w 1732388"/>
                <a:gd name="csY35" fmla="*/ 316194 h 663144"/>
                <a:gd name="csX36" fmla="*/ 1501652 w 1732388"/>
                <a:gd name="csY36" fmla="*/ 333286 h 663144"/>
                <a:gd name="csX37" fmla="*/ 1091454 w 1732388"/>
                <a:gd name="csY37" fmla="*/ 341832 h 663144"/>
                <a:gd name="csX38" fmla="*/ 1065816 w 1732388"/>
                <a:gd name="csY38" fmla="*/ 350377 h 663144"/>
                <a:gd name="csX39" fmla="*/ 980359 w 1732388"/>
                <a:gd name="csY39" fmla="*/ 367469 h 663144"/>
                <a:gd name="csX40" fmla="*/ 954721 w 1732388"/>
                <a:gd name="csY40" fmla="*/ 376015 h 663144"/>
                <a:gd name="csX41" fmla="*/ 886355 w 1732388"/>
                <a:gd name="csY41" fmla="*/ 393106 h 663144"/>
                <a:gd name="csX42" fmla="*/ 852172 w 1732388"/>
                <a:gd name="csY42" fmla="*/ 401652 h 663144"/>
                <a:gd name="csX43" fmla="*/ 809443 w 1732388"/>
                <a:gd name="csY43" fmla="*/ 410198 h 663144"/>
                <a:gd name="csX44" fmla="*/ 741076 w 1732388"/>
                <a:gd name="csY44" fmla="*/ 444381 h 663144"/>
                <a:gd name="csX45" fmla="*/ 765839 w 1732388"/>
                <a:gd name="csY45" fmla="*/ 663073 h 663144"/>
                <a:gd name="csX46" fmla="*/ 689802 w 1732388"/>
                <a:gd name="csY46" fmla="*/ 470018 h 663144"/>
                <a:gd name="csX47" fmla="*/ 570160 w 1732388"/>
                <a:gd name="csY47" fmla="*/ 487110 h 663144"/>
                <a:gd name="csX48" fmla="*/ 441973 w 1732388"/>
                <a:gd name="csY48" fmla="*/ 529839 h 663144"/>
                <a:gd name="csX49" fmla="*/ 374549 w 1732388"/>
                <a:gd name="csY49" fmla="*/ 488860 h 663144"/>
                <a:gd name="csX50" fmla="*/ 230583 w 1732388"/>
                <a:gd name="csY50" fmla="*/ 510897 h 663144"/>
                <a:gd name="csX51" fmla="*/ 139271 w 1732388"/>
                <a:gd name="csY51" fmla="*/ 583334 h 663144"/>
                <a:gd name="csX52" fmla="*/ 7484 w 1732388"/>
                <a:gd name="csY52" fmla="*/ 580643 h 663144"/>
                <a:gd name="csX53" fmla="*/ 14684 w 1732388"/>
                <a:gd name="csY53" fmla="*/ 487110 h 663144"/>
                <a:gd name="csX54" fmla="*/ 7484 w 1732388"/>
                <a:gd name="csY54" fmla="*/ 406127 h 663144"/>
                <a:gd name="csX0" fmla="*/ 7484 w 1732388"/>
                <a:gd name="csY0" fmla="*/ 406127 h 664439"/>
                <a:gd name="csX1" fmla="*/ 57413 w 1732388"/>
                <a:gd name="csY1" fmla="*/ 379581 h 664439"/>
                <a:gd name="csX2" fmla="*/ 108687 w 1732388"/>
                <a:gd name="csY2" fmla="*/ 401652 h 664439"/>
                <a:gd name="csX3" fmla="*/ 134325 w 1732388"/>
                <a:gd name="csY3" fmla="*/ 384561 h 664439"/>
                <a:gd name="csX4" fmla="*/ 142871 w 1732388"/>
                <a:gd name="csY4" fmla="*/ 358923 h 664439"/>
                <a:gd name="csX5" fmla="*/ 159962 w 1732388"/>
                <a:gd name="csY5" fmla="*/ 333286 h 664439"/>
                <a:gd name="csX6" fmla="*/ 236908 w 1732388"/>
                <a:gd name="csY6" fmla="*/ 309903 h 664439"/>
                <a:gd name="csX7" fmla="*/ 294912 w 1732388"/>
                <a:gd name="csY7" fmla="*/ 282045 h 664439"/>
                <a:gd name="csX8" fmla="*/ 416336 w 1732388"/>
                <a:gd name="csY8" fmla="*/ 264919 h 664439"/>
                <a:gd name="csX9" fmla="*/ 459065 w 1732388"/>
                <a:gd name="csY9" fmla="*/ 282011 h 664439"/>
                <a:gd name="csX10" fmla="*/ 463540 w 1732388"/>
                <a:gd name="csY10" fmla="*/ 222157 h 664439"/>
                <a:gd name="csX11" fmla="*/ 432015 w 1732388"/>
                <a:gd name="csY11" fmla="*/ 102011 h 664439"/>
                <a:gd name="csX12" fmla="*/ 544489 w 1732388"/>
                <a:gd name="csY12" fmla="*/ 198336 h 664439"/>
                <a:gd name="csX13" fmla="*/ 602527 w 1732388"/>
                <a:gd name="csY13" fmla="*/ 262261 h 664439"/>
                <a:gd name="csX14" fmla="*/ 653364 w 1732388"/>
                <a:gd name="csY14" fmla="*/ 259570 h 664439"/>
                <a:gd name="csX15" fmla="*/ 824314 w 1732388"/>
                <a:gd name="csY15" fmla="*/ 192078 h 664439"/>
                <a:gd name="csX16" fmla="*/ 903446 w 1732388"/>
                <a:gd name="csY16" fmla="*/ 136732 h 664439"/>
                <a:gd name="csX17" fmla="*/ 1023087 w 1732388"/>
                <a:gd name="csY17" fmla="*/ 68366 h 664439"/>
                <a:gd name="csX18" fmla="*/ 1065816 w 1732388"/>
                <a:gd name="csY18" fmla="*/ 42729 h 664439"/>
                <a:gd name="csX19" fmla="*/ 1117091 w 1732388"/>
                <a:gd name="csY19" fmla="*/ 25637 h 664439"/>
                <a:gd name="csX20" fmla="*/ 1142729 w 1732388"/>
                <a:gd name="csY20" fmla="*/ 17091 h 664439"/>
                <a:gd name="csX21" fmla="*/ 1168366 w 1732388"/>
                <a:gd name="csY21" fmla="*/ 0 h 664439"/>
                <a:gd name="csX22" fmla="*/ 1262370 w 1732388"/>
                <a:gd name="csY22" fmla="*/ 8546 h 664439"/>
                <a:gd name="csX23" fmla="*/ 1296553 w 1732388"/>
                <a:gd name="csY23" fmla="*/ 25637 h 664439"/>
                <a:gd name="csX24" fmla="*/ 1330736 w 1732388"/>
                <a:gd name="csY24" fmla="*/ 34183 h 664439"/>
                <a:gd name="csX25" fmla="*/ 1407648 w 1732388"/>
                <a:gd name="csY25" fmla="*/ 25637 h 664439"/>
                <a:gd name="csX26" fmla="*/ 1433286 w 1732388"/>
                <a:gd name="csY26" fmla="*/ 17091 h 664439"/>
                <a:gd name="csX27" fmla="*/ 1587110 w 1732388"/>
                <a:gd name="csY27" fmla="*/ 8546 h 664439"/>
                <a:gd name="csX28" fmla="*/ 1681114 w 1732388"/>
                <a:gd name="csY28" fmla="*/ 17091 h 664439"/>
                <a:gd name="csX29" fmla="*/ 1698205 w 1732388"/>
                <a:gd name="csY29" fmla="*/ 42729 h 664439"/>
                <a:gd name="csX30" fmla="*/ 1723843 w 1732388"/>
                <a:gd name="csY30" fmla="*/ 128187 h 664439"/>
                <a:gd name="csX31" fmla="*/ 1732388 w 1732388"/>
                <a:gd name="csY31" fmla="*/ 153824 h 664439"/>
                <a:gd name="csX32" fmla="*/ 1715297 w 1732388"/>
                <a:gd name="csY32" fmla="*/ 247828 h 664439"/>
                <a:gd name="csX33" fmla="*/ 1655476 w 1732388"/>
                <a:gd name="csY33" fmla="*/ 290557 h 664439"/>
                <a:gd name="csX34" fmla="*/ 1621293 w 1732388"/>
                <a:gd name="csY34" fmla="*/ 299103 h 664439"/>
                <a:gd name="csX35" fmla="*/ 1595656 w 1732388"/>
                <a:gd name="csY35" fmla="*/ 316194 h 664439"/>
                <a:gd name="csX36" fmla="*/ 1501652 w 1732388"/>
                <a:gd name="csY36" fmla="*/ 333286 h 664439"/>
                <a:gd name="csX37" fmla="*/ 1091454 w 1732388"/>
                <a:gd name="csY37" fmla="*/ 341832 h 664439"/>
                <a:gd name="csX38" fmla="*/ 1065816 w 1732388"/>
                <a:gd name="csY38" fmla="*/ 350377 h 664439"/>
                <a:gd name="csX39" fmla="*/ 980359 w 1732388"/>
                <a:gd name="csY39" fmla="*/ 367469 h 664439"/>
                <a:gd name="csX40" fmla="*/ 954721 w 1732388"/>
                <a:gd name="csY40" fmla="*/ 376015 h 664439"/>
                <a:gd name="csX41" fmla="*/ 886355 w 1732388"/>
                <a:gd name="csY41" fmla="*/ 393106 h 664439"/>
                <a:gd name="csX42" fmla="*/ 852172 w 1732388"/>
                <a:gd name="csY42" fmla="*/ 401652 h 664439"/>
                <a:gd name="csX43" fmla="*/ 809443 w 1732388"/>
                <a:gd name="csY43" fmla="*/ 410198 h 664439"/>
                <a:gd name="csX44" fmla="*/ 741076 w 1732388"/>
                <a:gd name="csY44" fmla="*/ 444381 h 664439"/>
                <a:gd name="csX45" fmla="*/ 765839 w 1732388"/>
                <a:gd name="csY45" fmla="*/ 663073 h 664439"/>
                <a:gd name="csX46" fmla="*/ 686202 w 1732388"/>
                <a:gd name="csY46" fmla="*/ 534818 h 664439"/>
                <a:gd name="csX47" fmla="*/ 570160 w 1732388"/>
                <a:gd name="csY47" fmla="*/ 487110 h 664439"/>
                <a:gd name="csX48" fmla="*/ 441973 w 1732388"/>
                <a:gd name="csY48" fmla="*/ 529839 h 664439"/>
                <a:gd name="csX49" fmla="*/ 374549 w 1732388"/>
                <a:gd name="csY49" fmla="*/ 488860 h 664439"/>
                <a:gd name="csX50" fmla="*/ 230583 w 1732388"/>
                <a:gd name="csY50" fmla="*/ 510897 h 664439"/>
                <a:gd name="csX51" fmla="*/ 139271 w 1732388"/>
                <a:gd name="csY51" fmla="*/ 583334 h 664439"/>
                <a:gd name="csX52" fmla="*/ 7484 w 1732388"/>
                <a:gd name="csY52" fmla="*/ 580643 h 664439"/>
                <a:gd name="csX53" fmla="*/ 14684 w 1732388"/>
                <a:gd name="csY53" fmla="*/ 487110 h 664439"/>
                <a:gd name="csX54" fmla="*/ 7484 w 1732388"/>
                <a:gd name="csY54" fmla="*/ 406127 h 664439"/>
                <a:gd name="csX0" fmla="*/ 7484 w 1732388"/>
                <a:gd name="csY0" fmla="*/ 406127 h 664542"/>
                <a:gd name="csX1" fmla="*/ 57413 w 1732388"/>
                <a:gd name="csY1" fmla="*/ 379581 h 664542"/>
                <a:gd name="csX2" fmla="*/ 108687 w 1732388"/>
                <a:gd name="csY2" fmla="*/ 401652 h 664542"/>
                <a:gd name="csX3" fmla="*/ 134325 w 1732388"/>
                <a:gd name="csY3" fmla="*/ 384561 h 664542"/>
                <a:gd name="csX4" fmla="*/ 142871 w 1732388"/>
                <a:gd name="csY4" fmla="*/ 358923 h 664542"/>
                <a:gd name="csX5" fmla="*/ 159962 w 1732388"/>
                <a:gd name="csY5" fmla="*/ 333286 h 664542"/>
                <a:gd name="csX6" fmla="*/ 236908 w 1732388"/>
                <a:gd name="csY6" fmla="*/ 309903 h 664542"/>
                <a:gd name="csX7" fmla="*/ 294912 w 1732388"/>
                <a:gd name="csY7" fmla="*/ 282045 h 664542"/>
                <a:gd name="csX8" fmla="*/ 416336 w 1732388"/>
                <a:gd name="csY8" fmla="*/ 264919 h 664542"/>
                <a:gd name="csX9" fmla="*/ 459065 w 1732388"/>
                <a:gd name="csY9" fmla="*/ 282011 h 664542"/>
                <a:gd name="csX10" fmla="*/ 463540 w 1732388"/>
                <a:gd name="csY10" fmla="*/ 222157 h 664542"/>
                <a:gd name="csX11" fmla="*/ 432015 w 1732388"/>
                <a:gd name="csY11" fmla="*/ 102011 h 664542"/>
                <a:gd name="csX12" fmla="*/ 544489 w 1732388"/>
                <a:gd name="csY12" fmla="*/ 198336 h 664542"/>
                <a:gd name="csX13" fmla="*/ 602527 w 1732388"/>
                <a:gd name="csY13" fmla="*/ 262261 h 664542"/>
                <a:gd name="csX14" fmla="*/ 653364 w 1732388"/>
                <a:gd name="csY14" fmla="*/ 259570 h 664542"/>
                <a:gd name="csX15" fmla="*/ 824314 w 1732388"/>
                <a:gd name="csY15" fmla="*/ 192078 h 664542"/>
                <a:gd name="csX16" fmla="*/ 903446 w 1732388"/>
                <a:gd name="csY16" fmla="*/ 136732 h 664542"/>
                <a:gd name="csX17" fmla="*/ 1023087 w 1732388"/>
                <a:gd name="csY17" fmla="*/ 68366 h 664542"/>
                <a:gd name="csX18" fmla="*/ 1065816 w 1732388"/>
                <a:gd name="csY18" fmla="*/ 42729 h 664542"/>
                <a:gd name="csX19" fmla="*/ 1117091 w 1732388"/>
                <a:gd name="csY19" fmla="*/ 25637 h 664542"/>
                <a:gd name="csX20" fmla="*/ 1142729 w 1732388"/>
                <a:gd name="csY20" fmla="*/ 17091 h 664542"/>
                <a:gd name="csX21" fmla="*/ 1168366 w 1732388"/>
                <a:gd name="csY21" fmla="*/ 0 h 664542"/>
                <a:gd name="csX22" fmla="*/ 1262370 w 1732388"/>
                <a:gd name="csY22" fmla="*/ 8546 h 664542"/>
                <a:gd name="csX23" fmla="*/ 1296553 w 1732388"/>
                <a:gd name="csY23" fmla="*/ 25637 h 664542"/>
                <a:gd name="csX24" fmla="*/ 1330736 w 1732388"/>
                <a:gd name="csY24" fmla="*/ 34183 h 664542"/>
                <a:gd name="csX25" fmla="*/ 1407648 w 1732388"/>
                <a:gd name="csY25" fmla="*/ 25637 h 664542"/>
                <a:gd name="csX26" fmla="*/ 1433286 w 1732388"/>
                <a:gd name="csY26" fmla="*/ 17091 h 664542"/>
                <a:gd name="csX27" fmla="*/ 1587110 w 1732388"/>
                <a:gd name="csY27" fmla="*/ 8546 h 664542"/>
                <a:gd name="csX28" fmla="*/ 1681114 w 1732388"/>
                <a:gd name="csY28" fmla="*/ 17091 h 664542"/>
                <a:gd name="csX29" fmla="*/ 1698205 w 1732388"/>
                <a:gd name="csY29" fmla="*/ 42729 h 664542"/>
                <a:gd name="csX30" fmla="*/ 1723843 w 1732388"/>
                <a:gd name="csY30" fmla="*/ 128187 h 664542"/>
                <a:gd name="csX31" fmla="*/ 1732388 w 1732388"/>
                <a:gd name="csY31" fmla="*/ 153824 h 664542"/>
                <a:gd name="csX32" fmla="*/ 1715297 w 1732388"/>
                <a:gd name="csY32" fmla="*/ 247828 h 664542"/>
                <a:gd name="csX33" fmla="*/ 1655476 w 1732388"/>
                <a:gd name="csY33" fmla="*/ 290557 h 664542"/>
                <a:gd name="csX34" fmla="*/ 1621293 w 1732388"/>
                <a:gd name="csY34" fmla="*/ 299103 h 664542"/>
                <a:gd name="csX35" fmla="*/ 1595656 w 1732388"/>
                <a:gd name="csY35" fmla="*/ 316194 h 664542"/>
                <a:gd name="csX36" fmla="*/ 1501652 w 1732388"/>
                <a:gd name="csY36" fmla="*/ 333286 h 664542"/>
                <a:gd name="csX37" fmla="*/ 1091454 w 1732388"/>
                <a:gd name="csY37" fmla="*/ 341832 h 664542"/>
                <a:gd name="csX38" fmla="*/ 1065816 w 1732388"/>
                <a:gd name="csY38" fmla="*/ 350377 h 664542"/>
                <a:gd name="csX39" fmla="*/ 980359 w 1732388"/>
                <a:gd name="csY39" fmla="*/ 367469 h 664542"/>
                <a:gd name="csX40" fmla="*/ 954721 w 1732388"/>
                <a:gd name="csY40" fmla="*/ 376015 h 664542"/>
                <a:gd name="csX41" fmla="*/ 886355 w 1732388"/>
                <a:gd name="csY41" fmla="*/ 393106 h 664542"/>
                <a:gd name="csX42" fmla="*/ 852172 w 1732388"/>
                <a:gd name="csY42" fmla="*/ 401652 h 664542"/>
                <a:gd name="csX43" fmla="*/ 809443 w 1732388"/>
                <a:gd name="csY43" fmla="*/ 410198 h 664542"/>
                <a:gd name="csX44" fmla="*/ 741076 w 1732388"/>
                <a:gd name="csY44" fmla="*/ 444381 h 664542"/>
                <a:gd name="csX45" fmla="*/ 765839 w 1732388"/>
                <a:gd name="csY45" fmla="*/ 663073 h 664542"/>
                <a:gd name="csX46" fmla="*/ 686202 w 1732388"/>
                <a:gd name="csY46" fmla="*/ 534818 h 664542"/>
                <a:gd name="csX47" fmla="*/ 595360 w 1732388"/>
                <a:gd name="csY47" fmla="*/ 433110 h 664542"/>
                <a:gd name="csX48" fmla="*/ 441973 w 1732388"/>
                <a:gd name="csY48" fmla="*/ 529839 h 664542"/>
                <a:gd name="csX49" fmla="*/ 374549 w 1732388"/>
                <a:gd name="csY49" fmla="*/ 488860 h 664542"/>
                <a:gd name="csX50" fmla="*/ 230583 w 1732388"/>
                <a:gd name="csY50" fmla="*/ 510897 h 664542"/>
                <a:gd name="csX51" fmla="*/ 139271 w 1732388"/>
                <a:gd name="csY51" fmla="*/ 583334 h 664542"/>
                <a:gd name="csX52" fmla="*/ 7484 w 1732388"/>
                <a:gd name="csY52" fmla="*/ 580643 h 664542"/>
                <a:gd name="csX53" fmla="*/ 14684 w 1732388"/>
                <a:gd name="csY53" fmla="*/ 487110 h 664542"/>
                <a:gd name="csX54" fmla="*/ 7484 w 1732388"/>
                <a:gd name="csY54" fmla="*/ 406127 h 664542"/>
                <a:gd name="csX0" fmla="*/ 7484 w 1732388"/>
                <a:gd name="csY0" fmla="*/ 406127 h 664542"/>
                <a:gd name="csX1" fmla="*/ 57413 w 1732388"/>
                <a:gd name="csY1" fmla="*/ 379581 h 664542"/>
                <a:gd name="csX2" fmla="*/ 108687 w 1732388"/>
                <a:gd name="csY2" fmla="*/ 401652 h 664542"/>
                <a:gd name="csX3" fmla="*/ 134325 w 1732388"/>
                <a:gd name="csY3" fmla="*/ 384561 h 664542"/>
                <a:gd name="csX4" fmla="*/ 142871 w 1732388"/>
                <a:gd name="csY4" fmla="*/ 358923 h 664542"/>
                <a:gd name="csX5" fmla="*/ 159962 w 1732388"/>
                <a:gd name="csY5" fmla="*/ 333286 h 664542"/>
                <a:gd name="csX6" fmla="*/ 236908 w 1732388"/>
                <a:gd name="csY6" fmla="*/ 309903 h 664542"/>
                <a:gd name="csX7" fmla="*/ 294912 w 1732388"/>
                <a:gd name="csY7" fmla="*/ 282045 h 664542"/>
                <a:gd name="csX8" fmla="*/ 416336 w 1732388"/>
                <a:gd name="csY8" fmla="*/ 264919 h 664542"/>
                <a:gd name="csX9" fmla="*/ 459065 w 1732388"/>
                <a:gd name="csY9" fmla="*/ 282011 h 664542"/>
                <a:gd name="csX10" fmla="*/ 463540 w 1732388"/>
                <a:gd name="csY10" fmla="*/ 222157 h 664542"/>
                <a:gd name="csX11" fmla="*/ 432015 w 1732388"/>
                <a:gd name="csY11" fmla="*/ 102011 h 664542"/>
                <a:gd name="csX12" fmla="*/ 544489 w 1732388"/>
                <a:gd name="csY12" fmla="*/ 198336 h 664542"/>
                <a:gd name="csX13" fmla="*/ 602527 w 1732388"/>
                <a:gd name="csY13" fmla="*/ 262261 h 664542"/>
                <a:gd name="csX14" fmla="*/ 653364 w 1732388"/>
                <a:gd name="csY14" fmla="*/ 259570 h 664542"/>
                <a:gd name="csX15" fmla="*/ 824314 w 1732388"/>
                <a:gd name="csY15" fmla="*/ 192078 h 664542"/>
                <a:gd name="csX16" fmla="*/ 903446 w 1732388"/>
                <a:gd name="csY16" fmla="*/ 136732 h 664542"/>
                <a:gd name="csX17" fmla="*/ 1023087 w 1732388"/>
                <a:gd name="csY17" fmla="*/ 68366 h 664542"/>
                <a:gd name="csX18" fmla="*/ 1065816 w 1732388"/>
                <a:gd name="csY18" fmla="*/ 42729 h 664542"/>
                <a:gd name="csX19" fmla="*/ 1117091 w 1732388"/>
                <a:gd name="csY19" fmla="*/ 25637 h 664542"/>
                <a:gd name="csX20" fmla="*/ 1142729 w 1732388"/>
                <a:gd name="csY20" fmla="*/ 17091 h 664542"/>
                <a:gd name="csX21" fmla="*/ 1168366 w 1732388"/>
                <a:gd name="csY21" fmla="*/ 0 h 664542"/>
                <a:gd name="csX22" fmla="*/ 1262370 w 1732388"/>
                <a:gd name="csY22" fmla="*/ 8546 h 664542"/>
                <a:gd name="csX23" fmla="*/ 1296553 w 1732388"/>
                <a:gd name="csY23" fmla="*/ 25637 h 664542"/>
                <a:gd name="csX24" fmla="*/ 1330736 w 1732388"/>
                <a:gd name="csY24" fmla="*/ 34183 h 664542"/>
                <a:gd name="csX25" fmla="*/ 1407648 w 1732388"/>
                <a:gd name="csY25" fmla="*/ 25637 h 664542"/>
                <a:gd name="csX26" fmla="*/ 1433286 w 1732388"/>
                <a:gd name="csY26" fmla="*/ 17091 h 664542"/>
                <a:gd name="csX27" fmla="*/ 1587110 w 1732388"/>
                <a:gd name="csY27" fmla="*/ 8546 h 664542"/>
                <a:gd name="csX28" fmla="*/ 1681114 w 1732388"/>
                <a:gd name="csY28" fmla="*/ 17091 h 664542"/>
                <a:gd name="csX29" fmla="*/ 1698205 w 1732388"/>
                <a:gd name="csY29" fmla="*/ 42729 h 664542"/>
                <a:gd name="csX30" fmla="*/ 1723843 w 1732388"/>
                <a:gd name="csY30" fmla="*/ 128187 h 664542"/>
                <a:gd name="csX31" fmla="*/ 1732388 w 1732388"/>
                <a:gd name="csY31" fmla="*/ 153824 h 664542"/>
                <a:gd name="csX32" fmla="*/ 1715297 w 1732388"/>
                <a:gd name="csY32" fmla="*/ 247828 h 664542"/>
                <a:gd name="csX33" fmla="*/ 1655476 w 1732388"/>
                <a:gd name="csY33" fmla="*/ 290557 h 664542"/>
                <a:gd name="csX34" fmla="*/ 1621293 w 1732388"/>
                <a:gd name="csY34" fmla="*/ 299103 h 664542"/>
                <a:gd name="csX35" fmla="*/ 1595656 w 1732388"/>
                <a:gd name="csY35" fmla="*/ 316194 h 664542"/>
                <a:gd name="csX36" fmla="*/ 1501652 w 1732388"/>
                <a:gd name="csY36" fmla="*/ 333286 h 664542"/>
                <a:gd name="csX37" fmla="*/ 1091454 w 1732388"/>
                <a:gd name="csY37" fmla="*/ 341832 h 664542"/>
                <a:gd name="csX38" fmla="*/ 1065816 w 1732388"/>
                <a:gd name="csY38" fmla="*/ 350377 h 664542"/>
                <a:gd name="csX39" fmla="*/ 980359 w 1732388"/>
                <a:gd name="csY39" fmla="*/ 367469 h 664542"/>
                <a:gd name="csX40" fmla="*/ 954721 w 1732388"/>
                <a:gd name="csY40" fmla="*/ 376015 h 664542"/>
                <a:gd name="csX41" fmla="*/ 886355 w 1732388"/>
                <a:gd name="csY41" fmla="*/ 393106 h 664542"/>
                <a:gd name="csX42" fmla="*/ 852172 w 1732388"/>
                <a:gd name="csY42" fmla="*/ 401652 h 664542"/>
                <a:gd name="csX43" fmla="*/ 809443 w 1732388"/>
                <a:gd name="csY43" fmla="*/ 410198 h 664542"/>
                <a:gd name="csX44" fmla="*/ 741076 w 1732388"/>
                <a:gd name="csY44" fmla="*/ 444381 h 664542"/>
                <a:gd name="csX45" fmla="*/ 765839 w 1732388"/>
                <a:gd name="csY45" fmla="*/ 663073 h 664542"/>
                <a:gd name="csX46" fmla="*/ 686202 w 1732388"/>
                <a:gd name="csY46" fmla="*/ 534818 h 664542"/>
                <a:gd name="csX47" fmla="*/ 595360 w 1732388"/>
                <a:gd name="csY47" fmla="*/ 433110 h 664542"/>
                <a:gd name="csX48" fmla="*/ 481573 w 1732388"/>
                <a:gd name="csY48" fmla="*/ 475839 h 664542"/>
                <a:gd name="csX49" fmla="*/ 374549 w 1732388"/>
                <a:gd name="csY49" fmla="*/ 488860 h 664542"/>
                <a:gd name="csX50" fmla="*/ 230583 w 1732388"/>
                <a:gd name="csY50" fmla="*/ 510897 h 664542"/>
                <a:gd name="csX51" fmla="*/ 139271 w 1732388"/>
                <a:gd name="csY51" fmla="*/ 583334 h 664542"/>
                <a:gd name="csX52" fmla="*/ 7484 w 1732388"/>
                <a:gd name="csY52" fmla="*/ 580643 h 664542"/>
                <a:gd name="csX53" fmla="*/ 14684 w 1732388"/>
                <a:gd name="csY53" fmla="*/ 487110 h 664542"/>
                <a:gd name="csX54" fmla="*/ 7484 w 1732388"/>
                <a:gd name="csY54" fmla="*/ 406127 h 664542"/>
                <a:gd name="csX0" fmla="*/ 7484 w 1732388"/>
                <a:gd name="csY0" fmla="*/ 406127 h 663730"/>
                <a:gd name="csX1" fmla="*/ 57413 w 1732388"/>
                <a:gd name="csY1" fmla="*/ 379581 h 663730"/>
                <a:gd name="csX2" fmla="*/ 108687 w 1732388"/>
                <a:gd name="csY2" fmla="*/ 401652 h 663730"/>
                <a:gd name="csX3" fmla="*/ 134325 w 1732388"/>
                <a:gd name="csY3" fmla="*/ 384561 h 663730"/>
                <a:gd name="csX4" fmla="*/ 142871 w 1732388"/>
                <a:gd name="csY4" fmla="*/ 358923 h 663730"/>
                <a:gd name="csX5" fmla="*/ 159962 w 1732388"/>
                <a:gd name="csY5" fmla="*/ 333286 h 663730"/>
                <a:gd name="csX6" fmla="*/ 236908 w 1732388"/>
                <a:gd name="csY6" fmla="*/ 309903 h 663730"/>
                <a:gd name="csX7" fmla="*/ 294912 w 1732388"/>
                <a:gd name="csY7" fmla="*/ 282045 h 663730"/>
                <a:gd name="csX8" fmla="*/ 416336 w 1732388"/>
                <a:gd name="csY8" fmla="*/ 264919 h 663730"/>
                <a:gd name="csX9" fmla="*/ 459065 w 1732388"/>
                <a:gd name="csY9" fmla="*/ 282011 h 663730"/>
                <a:gd name="csX10" fmla="*/ 463540 w 1732388"/>
                <a:gd name="csY10" fmla="*/ 222157 h 663730"/>
                <a:gd name="csX11" fmla="*/ 432015 w 1732388"/>
                <a:gd name="csY11" fmla="*/ 102011 h 663730"/>
                <a:gd name="csX12" fmla="*/ 544489 w 1732388"/>
                <a:gd name="csY12" fmla="*/ 198336 h 663730"/>
                <a:gd name="csX13" fmla="*/ 602527 w 1732388"/>
                <a:gd name="csY13" fmla="*/ 262261 h 663730"/>
                <a:gd name="csX14" fmla="*/ 653364 w 1732388"/>
                <a:gd name="csY14" fmla="*/ 259570 h 663730"/>
                <a:gd name="csX15" fmla="*/ 824314 w 1732388"/>
                <a:gd name="csY15" fmla="*/ 192078 h 663730"/>
                <a:gd name="csX16" fmla="*/ 903446 w 1732388"/>
                <a:gd name="csY16" fmla="*/ 136732 h 663730"/>
                <a:gd name="csX17" fmla="*/ 1023087 w 1732388"/>
                <a:gd name="csY17" fmla="*/ 68366 h 663730"/>
                <a:gd name="csX18" fmla="*/ 1065816 w 1732388"/>
                <a:gd name="csY18" fmla="*/ 42729 h 663730"/>
                <a:gd name="csX19" fmla="*/ 1117091 w 1732388"/>
                <a:gd name="csY19" fmla="*/ 25637 h 663730"/>
                <a:gd name="csX20" fmla="*/ 1142729 w 1732388"/>
                <a:gd name="csY20" fmla="*/ 17091 h 663730"/>
                <a:gd name="csX21" fmla="*/ 1168366 w 1732388"/>
                <a:gd name="csY21" fmla="*/ 0 h 663730"/>
                <a:gd name="csX22" fmla="*/ 1262370 w 1732388"/>
                <a:gd name="csY22" fmla="*/ 8546 h 663730"/>
                <a:gd name="csX23" fmla="*/ 1296553 w 1732388"/>
                <a:gd name="csY23" fmla="*/ 25637 h 663730"/>
                <a:gd name="csX24" fmla="*/ 1330736 w 1732388"/>
                <a:gd name="csY24" fmla="*/ 34183 h 663730"/>
                <a:gd name="csX25" fmla="*/ 1407648 w 1732388"/>
                <a:gd name="csY25" fmla="*/ 25637 h 663730"/>
                <a:gd name="csX26" fmla="*/ 1433286 w 1732388"/>
                <a:gd name="csY26" fmla="*/ 17091 h 663730"/>
                <a:gd name="csX27" fmla="*/ 1587110 w 1732388"/>
                <a:gd name="csY27" fmla="*/ 8546 h 663730"/>
                <a:gd name="csX28" fmla="*/ 1681114 w 1732388"/>
                <a:gd name="csY28" fmla="*/ 17091 h 663730"/>
                <a:gd name="csX29" fmla="*/ 1698205 w 1732388"/>
                <a:gd name="csY29" fmla="*/ 42729 h 663730"/>
                <a:gd name="csX30" fmla="*/ 1723843 w 1732388"/>
                <a:gd name="csY30" fmla="*/ 128187 h 663730"/>
                <a:gd name="csX31" fmla="*/ 1732388 w 1732388"/>
                <a:gd name="csY31" fmla="*/ 153824 h 663730"/>
                <a:gd name="csX32" fmla="*/ 1715297 w 1732388"/>
                <a:gd name="csY32" fmla="*/ 247828 h 663730"/>
                <a:gd name="csX33" fmla="*/ 1655476 w 1732388"/>
                <a:gd name="csY33" fmla="*/ 290557 h 663730"/>
                <a:gd name="csX34" fmla="*/ 1621293 w 1732388"/>
                <a:gd name="csY34" fmla="*/ 299103 h 663730"/>
                <a:gd name="csX35" fmla="*/ 1595656 w 1732388"/>
                <a:gd name="csY35" fmla="*/ 316194 h 663730"/>
                <a:gd name="csX36" fmla="*/ 1501652 w 1732388"/>
                <a:gd name="csY36" fmla="*/ 333286 h 663730"/>
                <a:gd name="csX37" fmla="*/ 1091454 w 1732388"/>
                <a:gd name="csY37" fmla="*/ 341832 h 663730"/>
                <a:gd name="csX38" fmla="*/ 1065816 w 1732388"/>
                <a:gd name="csY38" fmla="*/ 350377 h 663730"/>
                <a:gd name="csX39" fmla="*/ 980359 w 1732388"/>
                <a:gd name="csY39" fmla="*/ 367469 h 663730"/>
                <a:gd name="csX40" fmla="*/ 954721 w 1732388"/>
                <a:gd name="csY40" fmla="*/ 376015 h 663730"/>
                <a:gd name="csX41" fmla="*/ 886355 w 1732388"/>
                <a:gd name="csY41" fmla="*/ 393106 h 663730"/>
                <a:gd name="csX42" fmla="*/ 852172 w 1732388"/>
                <a:gd name="csY42" fmla="*/ 401652 h 663730"/>
                <a:gd name="csX43" fmla="*/ 809443 w 1732388"/>
                <a:gd name="csY43" fmla="*/ 410198 h 663730"/>
                <a:gd name="csX44" fmla="*/ 741076 w 1732388"/>
                <a:gd name="csY44" fmla="*/ 476781 h 663730"/>
                <a:gd name="csX45" fmla="*/ 765839 w 1732388"/>
                <a:gd name="csY45" fmla="*/ 663073 h 663730"/>
                <a:gd name="csX46" fmla="*/ 686202 w 1732388"/>
                <a:gd name="csY46" fmla="*/ 534818 h 663730"/>
                <a:gd name="csX47" fmla="*/ 595360 w 1732388"/>
                <a:gd name="csY47" fmla="*/ 433110 h 663730"/>
                <a:gd name="csX48" fmla="*/ 481573 w 1732388"/>
                <a:gd name="csY48" fmla="*/ 475839 h 663730"/>
                <a:gd name="csX49" fmla="*/ 374549 w 1732388"/>
                <a:gd name="csY49" fmla="*/ 488860 h 663730"/>
                <a:gd name="csX50" fmla="*/ 230583 w 1732388"/>
                <a:gd name="csY50" fmla="*/ 510897 h 663730"/>
                <a:gd name="csX51" fmla="*/ 139271 w 1732388"/>
                <a:gd name="csY51" fmla="*/ 583334 h 663730"/>
                <a:gd name="csX52" fmla="*/ 7484 w 1732388"/>
                <a:gd name="csY52" fmla="*/ 580643 h 663730"/>
                <a:gd name="csX53" fmla="*/ 14684 w 1732388"/>
                <a:gd name="csY53" fmla="*/ 487110 h 663730"/>
                <a:gd name="csX54" fmla="*/ 7484 w 1732388"/>
                <a:gd name="csY54" fmla="*/ 406127 h 663730"/>
                <a:gd name="csX0" fmla="*/ 7484 w 1732388"/>
                <a:gd name="csY0" fmla="*/ 406127 h 663730"/>
                <a:gd name="csX1" fmla="*/ 57413 w 1732388"/>
                <a:gd name="csY1" fmla="*/ 379581 h 663730"/>
                <a:gd name="csX2" fmla="*/ 108687 w 1732388"/>
                <a:gd name="csY2" fmla="*/ 401652 h 663730"/>
                <a:gd name="csX3" fmla="*/ 134325 w 1732388"/>
                <a:gd name="csY3" fmla="*/ 384561 h 663730"/>
                <a:gd name="csX4" fmla="*/ 142871 w 1732388"/>
                <a:gd name="csY4" fmla="*/ 358923 h 663730"/>
                <a:gd name="csX5" fmla="*/ 159962 w 1732388"/>
                <a:gd name="csY5" fmla="*/ 333286 h 663730"/>
                <a:gd name="csX6" fmla="*/ 236908 w 1732388"/>
                <a:gd name="csY6" fmla="*/ 309903 h 663730"/>
                <a:gd name="csX7" fmla="*/ 294912 w 1732388"/>
                <a:gd name="csY7" fmla="*/ 282045 h 663730"/>
                <a:gd name="csX8" fmla="*/ 416336 w 1732388"/>
                <a:gd name="csY8" fmla="*/ 264919 h 663730"/>
                <a:gd name="csX9" fmla="*/ 459065 w 1732388"/>
                <a:gd name="csY9" fmla="*/ 282011 h 663730"/>
                <a:gd name="csX10" fmla="*/ 463540 w 1732388"/>
                <a:gd name="csY10" fmla="*/ 222157 h 663730"/>
                <a:gd name="csX11" fmla="*/ 432015 w 1732388"/>
                <a:gd name="csY11" fmla="*/ 102011 h 663730"/>
                <a:gd name="csX12" fmla="*/ 544489 w 1732388"/>
                <a:gd name="csY12" fmla="*/ 198336 h 663730"/>
                <a:gd name="csX13" fmla="*/ 602527 w 1732388"/>
                <a:gd name="csY13" fmla="*/ 262261 h 663730"/>
                <a:gd name="csX14" fmla="*/ 653364 w 1732388"/>
                <a:gd name="csY14" fmla="*/ 259570 h 663730"/>
                <a:gd name="csX15" fmla="*/ 824314 w 1732388"/>
                <a:gd name="csY15" fmla="*/ 192078 h 663730"/>
                <a:gd name="csX16" fmla="*/ 903446 w 1732388"/>
                <a:gd name="csY16" fmla="*/ 136732 h 663730"/>
                <a:gd name="csX17" fmla="*/ 1023087 w 1732388"/>
                <a:gd name="csY17" fmla="*/ 68366 h 663730"/>
                <a:gd name="csX18" fmla="*/ 1065816 w 1732388"/>
                <a:gd name="csY18" fmla="*/ 42729 h 663730"/>
                <a:gd name="csX19" fmla="*/ 1117091 w 1732388"/>
                <a:gd name="csY19" fmla="*/ 25637 h 663730"/>
                <a:gd name="csX20" fmla="*/ 1142729 w 1732388"/>
                <a:gd name="csY20" fmla="*/ 17091 h 663730"/>
                <a:gd name="csX21" fmla="*/ 1168366 w 1732388"/>
                <a:gd name="csY21" fmla="*/ 0 h 663730"/>
                <a:gd name="csX22" fmla="*/ 1262370 w 1732388"/>
                <a:gd name="csY22" fmla="*/ 8546 h 663730"/>
                <a:gd name="csX23" fmla="*/ 1296553 w 1732388"/>
                <a:gd name="csY23" fmla="*/ 25637 h 663730"/>
                <a:gd name="csX24" fmla="*/ 1330736 w 1732388"/>
                <a:gd name="csY24" fmla="*/ 34183 h 663730"/>
                <a:gd name="csX25" fmla="*/ 1407648 w 1732388"/>
                <a:gd name="csY25" fmla="*/ 25637 h 663730"/>
                <a:gd name="csX26" fmla="*/ 1433286 w 1732388"/>
                <a:gd name="csY26" fmla="*/ 17091 h 663730"/>
                <a:gd name="csX27" fmla="*/ 1587110 w 1732388"/>
                <a:gd name="csY27" fmla="*/ 8546 h 663730"/>
                <a:gd name="csX28" fmla="*/ 1681114 w 1732388"/>
                <a:gd name="csY28" fmla="*/ 17091 h 663730"/>
                <a:gd name="csX29" fmla="*/ 1698205 w 1732388"/>
                <a:gd name="csY29" fmla="*/ 42729 h 663730"/>
                <a:gd name="csX30" fmla="*/ 1723843 w 1732388"/>
                <a:gd name="csY30" fmla="*/ 128187 h 663730"/>
                <a:gd name="csX31" fmla="*/ 1732388 w 1732388"/>
                <a:gd name="csY31" fmla="*/ 153824 h 663730"/>
                <a:gd name="csX32" fmla="*/ 1715297 w 1732388"/>
                <a:gd name="csY32" fmla="*/ 247828 h 663730"/>
                <a:gd name="csX33" fmla="*/ 1655476 w 1732388"/>
                <a:gd name="csY33" fmla="*/ 290557 h 663730"/>
                <a:gd name="csX34" fmla="*/ 1621293 w 1732388"/>
                <a:gd name="csY34" fmla="*/ 299103 h 663730"/>
                <a:gd name="csX35" fmla="*/ 1595656 w 1732388"/>
                <a:gd name="csY35" fmla="*/ 316194 h 663730"/>
                <a:gd name="csX36" fmla="*/ 1501652 w 1732388"/>
                <a:gd name="csY36" fmla="*/ 333286 h 663730"/>
                <a:gd name="csX37" fmla="*/ 1091454 w 1732388"/>
                <a:gd name="csY37" fmla="*/ 341832 h 663730"/>
                <a:gd name="csX38" fmla="*/ 1281816 w 1732388"/>
                <a:gd name="csY38" fmla="*/ 256777 h 663730"/>
                <a:gd name="csX39" fmla="*/ 980359 w 1732388"/>
                <a:gd name="csY39" fmla="*/ 367469 h 663730"/>
                <a:gd name="csX40" fmla="*/ 954721 w 1732388"/>
                <a:gd name="csY40" fmla="*/ 376015 h 663730"/>
                <a:gd name="csX41" fmla="*/ 886355 w 1732388"/>
                <a:gd name="csY41" fmla="*/ 393106 h 663730"/>
                <a:gd name="csX42" fmla="*/ 852172 w 1732388"/>
                <a:gd name="csY42" fmla="*/ 401652 h 663730"/>
                <a:gd name="csX43" fmla="*/ 809443 w 1732388"/>
                <a:gd name="csY43" fmla="*/ 410198 h 663730"/>
                <a:gd name="csX44" fmla="*/ 741076 w 1732388"/>
                <a:gd name="csY44" fmla="*/ 476781 h 663730"/>
                <a:gd name="csX45" fmla="*/ 765839 w 1732388"/>
                <a:gd name="csY45" fmla="*/ 663073 h 663730"/>
                <a:gd name="csX46" fmla="*/ 686202 w 1732388"/>
                <a:gd name="csY46" fmla="*/ 534818 h 663730"/>
                <a:gd name="csX47" fmla="*/ 595360 w 1732388"/>
                <a:gd name="csY47" fmla="*/ 433110 h 663730"/>
                <a:gd name="csX48" fmla="*/ 481573 w 1732388"/>
                <a:gd name="csY48" fmla="*/ 475839 h 663730"/>
                <a:gd name="csX49" fmla="*/ 374549 w 1732388"/>
                <a:gd name="csY49" fmla="*/ 488860 h 663730"/>
                <a:gd name="csX50" fmla="*/ 230583 w 1732388"/>
                <a:gd name="csY50" fmla="*/ 510897 h 663730"/>
                <a:gd name="csX51" fmla="*/ 139271 w 1732388"/>
                <a:gd name="csY51" fmla="*/ 583334 h 663730"/>
                <a:gd name="csX52" fmla="*/ 7484 w 1732388"/>
                <a:gd name="csY52" fmla="*/ 580643 h 663730"/>
                <a:gd name="csX53" fmla="*/ 14684 w 1732388"/>
                <a:gd name="csY53" fmla="*/ 487110 h 663730"/>
                <a:gd name="csX54" fmla="*/ 7484 w 1732388"/>
                <a:gd name="csY54" fmla="*/ 406127 h 663730"/>
                <a:gd name="csX0" fmla="*/ 7484 w 1732388"/>
                <a:gd name="csY0" fmla="*/ 406127 h 663730"/>
                <a:gd name="csX1" fmla="*/ 57413 w 1732388"/>
                <a:gd name="csY1" fmla="*/ 379581 h 663730"/>
                <a:gd name="csX2" fmla="*/ 108687 w 1732388"/>
                <a:gd name="csY2" fmla="*/ 401652 h 663730"/>
                <a:gd name="csX3" fmla="*/ 134325 w 1732388"/>
                <a:gd name="csY3" fmla="*/ 384561 h 663730"/>
                <a:gd name="csX4" fmla="*/ 142871 w 1732388"/>
                <a:gd name="csY4" fmla="*/ 358923 h 663730"/>
                <a:gd name="csX5" fmla="*/ 159962 w 1732388"/>
                <a:gd name="csY5" fmla="*/ 333286 h 663730"/>
                <a:gd name="csX6" fmla="*/ 236908 w 1732388"/>
                <a:gd name="csY6" fmla="*/ 309903 h 663730"/>
                <a:gd name="csX7" fmla="*/ 294912 w 1732388"/>
                <a:gd name="csY7" fmla="*/ 282045 h 663730"/>
                <a:gd name="csX8" fmla="*/ 416336 w 1732388"/>
                <a:gd name="csY8" fmla="*/ 264919 h 663730"/>
                <a:gd name="csX9" fmla="*/ 459065 w 1732388"/>
                <a:gd name="csY9" fmla="*/ 282011 h 663730"/>
                <a:gd name="csX10" fmla="*/ 463540 w 1732388"/>
                <a:gd name="csY10" fmla="*/ 222157 h 663730"/>
                <a:gd name="csX11" fmla="*/ 432015 w 1732388"/>
                <a:gd name="csY11" fmla="*/ 102011 h 663730"/>
                <a:gd name="csX12" fmla="*/ 544489 w 1732388"/>
                <a:gd name="csY12" fmla="*/ 198336 h 663730"/>
                <a:gd name="csX13" fmla="*/ 602527 w 1732388"/>
                <a:gd name="csY13" fmla="*/ 262261 h 663730"/>
                <a:gd name="csX14" fmla="*/ 653364 w 1732388"/>
                <a:gd name="csY14" fmla="*/ 259570 h 663730"/>
                <a:gd name="csX15" fmla="*/ 824314 w 1732388"/>
                <a:gd name="csY15" fmla="*/ 192078 h 663730"/>
                <a:gd name="csX16" fmla="*/ 903446 w 1732388"/>
                <a:gd name="csY16" fmla="*/ 136732 h 663730"/>
                <a:gd name="csX17" fmla="*/ 1023087 w 1732388"/>
                <a:gd name="csY17" fmla="*/ 68366 h 663730"/>
                <a:gd name="csX18" fmla="*/ 1065816 w 1732388"/>
                <a:gd name="csY18" fmla="*/ 42729 h 663730"/>
                <a:gd name="csX19" fmla="*/ 1117091 w 1732388"/>
                <a:gd name="csY19" fmla="*/ 25637 h 663730"/>
                <a:gd name="csX20" fmla="*/ 1142729 w 1732388"/>
                <a:gd name="csY20" fmla="*/ 17091 h 663730"/>
                <a:gd name="csX21" fmla="*/ 1168366 w 1732388"/>
                <a:gd name="csY21" fmla="*/ 0 h 663730"/>
                <a:gd name="csX22" fmla="*/ 1262370 w 1732388"/>
                <a:gd name="csY22" fmla="*/ 8546 h 663730"/>
                <a:gd name="csX23" fmla="*/ 1296553 w 1732388"/>
                <a:gd name="csY23" fmla="*/ 25637 h 663730"/>
                <a:gd name="csX24" fmla="*/ 1330736 w 1732388"/>
                <a:gd name="csY24" fmla="*/ 34183 h 663730"/>
                <a:gd name="csX25" fmla="*/ 1407648 w 1732388"/>
                <a:gd name="csY25" fmla="*/ 25637 h 663730"/>
                <a:gd name="csX26" fmla="*/ 1433286 w 1732388"/>
                <a:gd name="csY26" fmla="*/ 17091 h 663730"/>
                <a:gd name="csX27" fmla="*/ 1587110 w 1732388"/>
                <a:gd name="csY27" fmla="*/ 8546 h 663730"/>
                <a:gd name="csX28" fmla="*/ 1681114 w 1732388"/>
                <a:gd name="csY28" fmla="*/ 17091 h 663730"/>
                <a:gd name="csX29" fmla="*/ 1698205 w 1732388"/>
                <a:gd name="csY29" fmla="*/ 42729 h 663730"/>
                <a:gd name="csX30" fmla="*/ 1723843 w 1732388"/>
                <a:gd name="csY30" fmla="*/ 128187 h 663730"/>
                <a:gd name="csX31" fmla="*/ 1732388 w 1732388"/>
                <a:gd name="csY31" fmla="*/ 153824 h 663730"/>
                <a:gd name="csX32" fmla="*/ 1715297 w 1732388"/>
                <a:gd name="csY32" fmla="*/ 247828 h 663730"/>
                <a:gd name="csX33" fmla="*/ 1655476 w 1732388"/>
                <a:gd name="csY33" fmla="*/ 290557 h 663730"/>
                <a:gd name="csX34" fmla="*/ 1621293 w 1732388"/>
                <a:gd name="csY34" fmla="*/ 299103 h 663730"/>
                <a:gd name="csX35" fmla="*/ 1595656 w 1732388"/>
                <a:gd name="csY35" fmla="*/ 316194 h 663730"/>
                <a:gd name="csX36" fmla="*/ 1501652 w 1732388"/>
                <a:gd name="csY36" fmla="*/ 333286 h 663730"/>
                <a:gd name="csX37" fmla="*/ 1372254 w 1732388"/>
                <a:gd name="csY37" fmla="*/ 262632 h 663730"/>
                <a:gd name="csX38" fmla="*/ 1281816 w 1732388"/>
                <a:gd name="csY38" fmla="*/ 256777 h 663730"/>
                <a:gd name="csX39" fmla="*/ 980359 w 1732388"/>
                <a:gd name="csY39" fmla="*/ 367469 h 663730"/>
                <a:gd name="csX40" fmla="*/ 954721 w 1732388"/>
                <a:gd name="csY40" fmla="*/ 376015 h 663730"/>
                <a:gd name="csX41" fmla="*/ 886355 w 1732388"/>
                <a:gd name="csY41" fmla="*/ 393106 h 663730"/>
                <a:gd name="csX42" fmla="*/ 852172 w 1732388"/>
                <a:gd name="csY42" fmla="*/ 401652 h 663730"/>
                <a:gd name="csX43" fmla="*/ 809443 w 1732388"/>
                <a:gd name="csY43" fmla="*/ 410198 h 663730"/>
                <a:gd name="csX44" fmla="*/ 741076 w 1732388"/>
                <a:gd name="csY44" fmla="*/ 476781 h 663730"/>
                <a:gd name="csX45" fmla="*/ 765839 w 1732388"/>
                <a:gd name="csY45" fmla="*/ 663073 h 663730"/>
                <a:gd name="csX46" fmla="*/ 686202 w 1732388"/>
                <a:gd name="csY46" fmla="*/ 534818 h 663730"/>
                <a:gd name="csX47" fmla="*/ 595360 w 1732388"/>
                <a:gd name="csY47" fmla="*/ 433110 h 663730"/>
                <a:gd name="csX48" fmla="*/ 481573 w 1732388"/>
                <a:gd name="csY48" fmla="*/ 475839 h 663730"/>
                <a:gd name="csX49" fmla="*/ 374549 w 1732388"/>
                <a:gd name="csY49" fmla="*/ 488860 h 663730"/>
                <a:gd name="csX50" fmla="*/ 230583 w 1732388"/>
                <a:gd name="csY50" fmla="*/ 510897 h 663730"/>
                <a:gd name="csX51" fmla="*/ 139271 w 1732388"/>
                <a:gd name="csY51" fmla="*/ 583334 h 663730"/>
                <a:gd name="csX52" fmla="*/ 7484 w 1732388"/>
                <a:gd name="csY52" fmla="*/ 580643 h 663730"/>
                <a:gd name="csX53" fmla="*/ 14684 w 1732388"/>
                <a:gd name="csY53" fmla="*/ 487110 h 663730"/>
                <a:gd name="csX54" fmla="*/ 7484 w 1732388"/>
                <a:gd name="csY54" fmla="*/ 406127 h 663730"/>
                <a:gd name="csX0" fmla="*/ 7484 w 1732388"/>
                <a:gd name="csY0" fmla="*/ 406127 h 663730"/>
                <a:gd name="csX1" fmla="*/ 57413 w 1732388"/>
                <a:gd name="csY1" fmla="*/ 379581 h 663730"/>
                <a:gd name="csX2" fmla="*/ 108687 w 1732388"/>
                <a:gd name="csY2" fmla="*/ 401652 h 663730"/>
                <a:gd name="csX3" fmla="*/ 134325 w 1732388"/>
                <a:gd name="csY3" fmla="*/ 384561 h 663730"/>
                <a:gd name="csX4" fmla="*/ 142871 w 1732388"/>
                <a:gd name="csY4" fmla="*/ 358923 h 663730"/>
                <a:gd name="csX5" fmla="*/ 159962 w 1732388"/>
                <a:gd name="csY5" fmla="*/ 333286 h 663730"/>
                <a:gd name="csX6" fmla="*/ 236908 w 1732388"/>
                <a:gd name="csY6" fmla="*/ 309903 h 663730"/>
                <a:gd name="csX7" fmla="*/ 294912 w 1732388"/>
                <a:gd name="csY7" fmla="*/ 282045 h 663730"/>
                <a:gd name="csX8" fmla="*/ 416336 w 1732388"/>
                <a:gd name="csY8" fmla="*/ 264919 h 663730"/>
                <a:gd name="csX9" fmla="*/ 459065 w 1732388"/>
                <a:gd name="csY9" fmla="*/ 282011 h 663730"/>
                <a:gd name="csX10" fmla="*/ 463540 w 1732388"/>
                <a:gd name="csY10" fmla="*/ 222157 h 663730"/>
                <a:gd name="csX11" fmla="*/ 432015 w 1732388"/>
                <a:gd name="csY11" fmla="*/ 102011 h 663730"/>
                <a:gd name="csX12" fmla="*/ 544489 w 1732388"/>
                <a:gd name="csY12" fmla="*/ 198336 h 663730"/>
                <a:gd name="csX13" fmla="*/ 602527 w 1732388"/>
                <a:gd name="csY13" fmla="*/ 262261 h 663730"/>
                <a:gd name="csX14" fmla="*/ 653364 w 1732388"/>
                <a:gd name="csY14" fmla="*/ 259570 h 663730"/>
                <a:gd name="csX15" fmla="*/ 824314 w 1732388"/>
                <a:gd name="csY15" fmla="*/ 192078 h 663730"/>
                <a:gd name="csX16" fmla="*/ 903446 w 1732388"/>
                <a:gd name="csY16" fmla="*/ 136732 h 663730"/>
                <a:gd name="csX17" fmla="*/ 1023087 w 1732388"/>
                <a:gd name="csY17" fmla="*/ 68366 h 663730"/>
                <a:gd name="csX18" fmla="*/ 1065816 w 1732388"/>
                <a:gd name="csY18" fmla="*/ 42729 h 663730"/>
                <a:gd name="csX19" fmla="*/ 1117091 w 1732388"/>
                <a:gd name="csY19" fmla="*/ 25637 h 663730"/>
                <a:gd name="csX20" fmla="*/ 1142729 w 1732388"/>
                <a:gd name="csY20" fmla="*/ 17091 h 663730"/>
                <a:gd name="csX21" fmla="*/ 1168366 w 1732388"/>
                <a:gd name="csY21" fmla="*/ 0 h 663730"/>
                <a:gd name="csX22" fmla="*/ 1262370 w 1732388"/>
                <a:gd name="csY22" fmla="*/ 8546 h 663730"/>
                <a:gd name="csX23" fmla="*/ 1296553 w 1732388"/>
                <a:gd name="csY23" fmla="*/ 25637 h 663730"/>
                <a:gd name="csX24" fmla="*/ 1330736 w 1732388"/>
                <a:gd name="csY24" fmla="*/ 34183 h 663730"/>
                <a:gd name="csX25" fmla="*/ 1407648 w 1732388"/>
                <a:gd name="csY25" fmla="*/ 25637 h 663730"/>
                <a:gd name="csX26" fmla="*/ 1433286 w 1732388"/>
                <a:gd name="csY26" fmla="*/ 17091 h 663730"/>
                <a:gd name="csX27" fmla="*/ 1587110 w 1732388"/>
                <a:gd name="csY27" fmla="*/ 8546 h 663730"/>
                <a:gd name="csX28" fmla="*/ 1681114 w 1732388"/>
                <a:gd name="csY28" fmla="*/ 17091 h 663730"/>
                <a:gd name="csX29" fmla="*/ 1698205 w 1732388"/>
                <a:gd name="csY29" fmla="*/ 42729 h 663730"/>
                <a:gd name="csX30" fmla="*/ 1723843 w 1732388"/>
                <a:gd name="csY30" fmla="*/ 128187 h 663730"/>
                <a:gd name="csX31" fmla="*/ 1732388 w 1732388"/>
                <a:gd name="csY31" fmla="*/ 153824 h 663730"/>
                <a:gd name="csX32" fmla="*/ 1655476 w 1732388"/>
                <a:gd name="csY32" fmla="*/ 290557 h 663730"/>
                <a:gd name="csX33" fmla="*/ 1621293 w 1732388"/>
                <a:gd name="csY33" fmla="*/ 299103 h 663730"/>
                <a:gd name="csX34" fmla="*/ 1595656 w 1732388"/>
                <a:gd name="csY34" fmla="*/ 316194 h 663730"/>
                <a:gd name="csX35" fmla="*/ 1501652 w 1732388"/>
                <a:gd name="csY35" fmla="*/ 333286 h 663730"/>
                <a:gd name="csX36" fmla="*/ 1372254 w 1732388"/>
                <a:gd name="csY36" fmla="*/ 262632 h 663730"/>
                <a:gd name="csX37" fmla="*/ 1281816 w 1732388"/>
                <a:gd name="csY37" fmla="*/ 256777 h 663730"/>
                <a:gd name="csX38" fmla="*/ 980359 w 1732388"/>
                <a:gd name="csY38" fmla="*/ 367469 h 663730"/>
                <a:gd name="csX39" fmla="*/ 954721 w 1732388"/>
                <a:gd name="csY39" fmla="*/ 376015 h 663730"/>
                <a:gd name="csX40" fmla="*/ 886355 w 1732388"/>
                <a:gd name="csY40" fmla="*/ 393106 h 663730"/>
                <a:gd name="csX41" fmla="*/ 852172 w 1732388"/>
                <a:gd name="csY41" fmla="*/ 401652 h 663730"/>
                <a:gd name="csX42" fmla="*/ 809443 w 1732388"/>
                <a:gd name="csY42" fmla="*/ 410198 h 663730"/>
                <a:gd name="csX43" fmla="*/ 741076 w 1732388"/>
                <a:gd name="csY43" fmla="*/ 476781 h 663730"/>
                <a:gd name="csX44" fmla="*/ 765839 w 1732388"/>
                <a:gd name="csY44" fmla="*/ 663073 h 663730"/>
                <a:gd name="csX45" fmla="*/ 686202 w 1732388"/>
                <a:gd name="csY45" fmla="*/ 534818 h 663730"/>
                <a:gd name="csX46" fmla="*/ 595360 w 1732388"/>
                <a:gd name="csY46" fmla="*/ 433110 h 663730"/>
                <a:gd name="csX47" fmla="*/ 481573 w 1732388"/>
                <a:gd name="csY47" fmla="*/ 475839 h 663730"/>
                <a:gd name="csX48" fmla="*/ 374549 w 1732388"/>
                <a:gd name="csY48" fmla="*/ 488860 h 663730"/>
                <a:gd name="csX49" fmla="*/ 230583 w 1732388"/>
                <a:gd name="csY49" fmla="*/ 510897 h 663730"/>
                <a:gd name="csX50" fmla="*/ 139271 w 1732388"/>
                <a:gd name="csY50" fmla="*/ 583334 h 663730"/>
                <a:gd name="csX51" fmla="*/ 7484 w 1732388"/>
                <a:gd name="csY51" fmla="*/ 580643 h 663730"/>
                <a:gd name="csX52" fmla="*/ 14684 w 1732388"/>
                <a:gd name="csY52" fmla="*/ 487110 h 663730"/>
                <a:gd name="csX53" fmla="*/ 7484 w 1732388"/>
                <a:gd name="csY53" fmla="*/ 406127 h 663730"/>
                <a:gd name="csX0" fmla="*/ 7484 w 1725544"/>
                <a:gd name="csY0" fmla="*/ 406127 h 663730"/>
                <a:gd name="csX1" fmla="*/ 57413 w 1725544"/>
                <a:gd name="csY1" fmla="*/ 379581 h 663730"/>
                <a:gd name="csX2" fmla="*/ 108687 w 1725544"/>
                <a:gd name="csY2" fmla="*/ 401652 h 663730"/>
                <a:gd name="csX3" fmla="*/ 134325 w 1725544"/>
                <a:gd name="csY3" fmla="*/ 384561 h 663730"/>
                <a:gd name="csX4" fmla="*/ 142871 w 1725544"/>
                <a:gd name="csY4" fmla="*/ 358923 h 663730"/>
                <a:gd name="csX5" fmla="*/ 159962 w 1725544"/>
                <a:gd name="csY5" fmla="*/ 333286 h 663730"/>
                <a:gd name="csX6" fmla="*/ 236908 w 1725544"/>
                <a:gd name="csY6" fmla="*/ 309903 h 663730"/>
                <a:gd name="csX7" fmla="*/ 294912 w 1725544"/>
                <a:gd name="csY7" fmla="*/ 282045 h 663730"/>
                <a:gd name="csX8" fmla="*/ 416336 w 1725544"/>
                <a:gd name="csY8" fmla="*/ 264919 h 663730"/>
                <a:gd name="csX9" fmla="*/ 459065 w 1725544"/>
                <a:gd name="csY9" fmla="*/ 282011 h 663730"/>
                <a:gd name="csX10" fmla="*/ 463540 w 1725544"/>
                <a:gd name="csY10" fmla="*/ 222157 h 663730"/>
                <a:gd name="csX11" fmla="*/ 432015 w 1725544"/>
                <a:gd name="csY11" fmla="*/ 102011 h 663730"/>
                <a:gd name="csX12" fmla="*/ 544489 w 1725544"/>
                <a:gd name="csY12" fmla="*/ 198336 h 663730"/>
                <a:gd name="csX13" fmla="*/ 602527 w 1725544"/>
                <a:gd name="csY13" fmla="*/ 262261 h 663730"/>
                <a:gd name="csX14" fmla="*/ 653364 w 1725544"/>
                <a:gd name="csY14" fmla="*/ 259570 h 663730"/>
                <a:gd name="csX15" fmla="*/ 824314 w 1725544"/>
                <a:gd name="csY15" fmla="*/ 192078 h 663730"/>
                <a:gd name="csX16" fmla="*/ 903446 w 1725544"/>
                <a:gd name="csY16" fmla="*/ 136732 h 663730"/>
                <a:gd name="csX17" fmla="*/ 1023087 w 1725544"/>
                <a:gd name="csY17" fmla="*/ 68366 h 663730"/>
                <a:gd name="csX18" fmla="*/ 1065816 w 1725544"/>
                <a:gd name="csY18" fmla="*/ 42729 h 663730"/>
                <a:gd name="csX19" fmla="*/ 1117091 w 1725544"/>
                <a:gd name="csY19" fmla="*/ 25637 h 663730"/>
                <a:gd name="csX20" fmla="*/ 1142729 w 1725544"/>
                <a:gd name="csY20" fmla="*/ 17091 h 663730"/>
                <a:gd name="csX21" fmla="*/ 1168366 w 1725544"/>
                <a:gd name="csY21" fmla="*/ 0 h 663730"/>
                <a:gd name="csX22" fmla="*/ 1262370 w 1725544"/>
                <a:gd name="csY22" fmla="*/ 8546 h 663730"/>
                <a:gd name="csX23" fmla="*/ 1296553 w 1725544"/>
                <a:gd name="csY23" fmla="*/ 25637 h 663730"/>
                <a:gd name="csX24" fmla="*/ 1330736 w 1725544"/>
                <a:gd name="csY24" fmla="*/ 34183 h 663730"/>
                <a:gd name="csX25" fmla="*/ 1407648 w 1725544"/>
                <a:gd name="csY25" fmla="*/ 25637 h 663730"/>
                <a:gd name="csX26" fmla="*/ 1433286 w 1725544"/>
                <a:gd name="csY26" fmla="*/ 17091 h 663730"/>
                <a:gd name="csX27" fmla="*/ 1587110 w 1725544"/>
                <a:gd name="csY27" fmla="*/ 8546 h 663730"/>
                <a:gd name="csX28" fmla="*/ 1681114 w 1725544"/>
                <a:gd name="csY28" fmla="*/ 17091 h 663730"/>
                <a:gd name="csX29" fmla="*/ 1698205 w 1725544"/>
                <a:gd name="csY29" fmla="*/ 42729 h 663730"/>
                <a:gd name="csX30" fmla="*/ 1723843 w 1725544"/>
                <a:gd name="csY30" fmla="*/ 128187 h 663730"/>
                <a:gd name="csX31" fmla="*/ 1655476 w 1725544"/>
                <a:gd name="csY31" fmla="*/ 290557 h 663730"/>
                <a:gd name="csX32" fmla="*/ 1621293 w 1725544"/>
                <a:gd name="csY32" fmla="*/ 299103 h 663730"/>
                <a:gd name="csX33" fmla="*/ 1595656 w 1725544"/>
                <a:gd name="csY33" fmla="*/ 316194 h 663730"/>
                <a:gd name="csX34" fmla="*/ 1501652 w 1725544"/>
                <a:gd name="csY34" fmla="*/ 333286 h 663730"/>
                <a:gd name="csX35" fmla="*/ 1372254 w 1725544"/>
                <a:gd name="csY35" fmla="*/ 262632 h 663730"/>
                <a:gd name="csX36" fmla="*/ 1281816 w 1725544"/>
                <a:gd name="csY36" fmla="*/ 256777 h 663730"/>
                <a:gd name="csX37" fmla="*/ 980359 w 1725544"/>
                <a:gd name="csY37" fmla="*/ 367469 h 663730"/>
                <a:gd name="csX38" fmla="*/ 954721 w 1725544"/>
                <a:gd name="csY38" fmla="*/ 376015 h 663730"/>
                <a:gd name="csX39" fmla="*/ 886355 w 1725544"/>
                <a:gd name="csY39" fmla="*/ 393106 h 663730"/>
                <a:gd name="csX40" fmla="*/ 852172 w 1725544"/>
                <a:gd name="csY40" fmla="*/ 401652 h 663730"/>
                <a:gd name="csX41" fmla="*/ 809443 w 1725544"/>
                <a:gd name="csY41" fmla="*/ 410198 h 663730"/>
                <a:gd name="csX42" fmla="*/ 741076 w 1725544"/>
                <a:gd name="csY42" fmla="*/ 476781 h 663730"/>
                <a:gd name="csX43" fmla="*/ 765839 w 1725544"/>
                <a:gd name="csY43" fmla="*/ 663073 h 663730"/>
                <a:gd name="csX44" fmla="*/ 686202 w 1725544"/>
                <a:gd name="csY44" fmla="*/ 534818 h 663730"/>
                <a:gd name="csX45" fmla="*/ 595360 w 1725544"/>
                <a:gd name="csY45" fmla="*/ 433110 h 663730"/>
                <a:gd name="csX46" fmla="*/ 481573 w 1725544"/>
                <a:gd name="csY46" fmla="*/ 475839 h 663730"/>
                <a:gd name="csX47" fmla="*/ 374549 w 1725544"/>
                <a:gd name="csY47" fmla="*/ 488860 h 663730"/>
                <a:gd name="csX48" fmla="*/ 230583 w 1725544"/>
                <a:gd name="csY48" fmla="*/ 510897 h 663730"/>
                <a:gd name="csX49" fmla="*/ 139271 w 1725544"/>
                <a:gd name="csY49" fmla="*/ 583334 h 663730"/>
                <a:gd name="csX50" fmla="*/ 7484 w 1725544"/>
                <a:gd name="csY50" fmla="*/ 580643 h 663730"/>
                <a:gd name="csX51" fmla="*/ 14684 w 1725544"/>
                <a:gd name="csY51" fmla="*/ 487110 h 663730"/>
                <a:gd name="csX52" fmla="*/ 7484 w 1725544"/>
                <a:gd name="csY52" fmla="*/ 406127 h 663730"/>
                <a:gd name="csX0" fmla="*/ 7484 w 1725544"/>
                <a:gd name="csY0" fmla="*/ 406127 h 663730"/>
                <a:gd name="csX1" fmla="*/ 57413 w 1725544"/>
                <a:gd name="csY1" fmla="*/ 379581 h 663730"/>
                <a:gd name="csX2" fmla="*/ 108687 w 1725544"/>
                <a:gd name="csY2" fmla="*/ 401652 h 663730"/>
                <a:gd name="csX3" fmla="*/ 134325 w 1725544"/>
                <a:gd name="csY3" fmla="*/ 384561 h 663730"/>
                <a:gd name="csX4" fmla="*/ 142871 w 1725544"/>
                <a:gd name="csY4" fmla="*/ 358923 h 663730"/>
                <a:gd name="csX5" fmla="*/ 159962 w 1725544"/>
                <a:gd name="csY5" fmla="*/ 333286 h 663730"/>
                <a:gd name="csX6" fmla="*/ 236908 w 1725544"/>
                <a:gd name="csY6" fmla="*/ 309903 h 663730"/>
                <a:gd name="csX7" fmla="*/ 294912 w 1725544"/>
                <a:gd name="csY7" fmla="*/ 282045 h 663730"/>
                <a:gd name="csX8" fmla="*/ 416336 w 1725544"/>
                <a:gd name="csY8" fmla="*/ 264919 h 663730"/>
                <a:gd name="csX9" fmla="*/ 459065 w 1725544"/>
                <a:gd name="csY9" fmla="*/ 282011 h 663730"/>
                <a:gd name="csX10" fmla="*/ 463540 w 1725544"/>
                <a:gd name="csY10" fmla="*/ 222157 h 663730"/>
                <a:gd name="csX11" fmla="*/ 432015 w 1725544"/>
                <a:gd name="csY11" fmla="*/ 102011 h 663730"/>
                <a:gd name="csX12" fmla="*/ 544489 w 1725544"/>
                <a:gd name="csY12" fmla="*/ 198336 h 663730"/>
                <a:gd name="csX13" fmla="*/ 602527 w 1725544"/>
                <a:gd name="csY13" fmla="*/ 262261 h 663730"/>
                <a:gd name="csX14" fmla="*/ 653364 w 1725544"/>
                <a:gd name="csY14" fmla="*/ 259570 h 663730"/>
                <a:gd name="csX15" fmla="*/ 824314 w 1725544"/>
                <a:gd name="csY15" fmla="*/ 192078 h 663730"/>
                <a:gd name="csX16" fmla="*/ 903446 w 1725544"/>
                <a:gd name="csY16" fmla="*/ 136732 h 663730"/>
                <a:gd name="csX17" fmla="*/ 1023087 w 1725544"/>
                <a:gd name="csY17" fmla="*/ 68366 h 663730"/>
                <a:gd name="csX18" fmla="*/ 1065816 w 1725544"/>
                <a:gd name="csY18" fmla="*/ 42729 h 663730"/>
                <a:gd name="csX19" fmla="*/ 1117091 w 1725544"/>
                <a:gd name="csY19" fmla="*/ 25637 h 663730"/>
                <a:gd name="csX20" fmla="*/ 1142729 w 1725544"/>
                <a:gd name="csY20" fmla="*/ 17091 h 663730"/>
                <a:gd name="csX21" fmla="*/ 1168366 w 1725544"/>
                <a:gd name="csY21" fmla="*/ 0 h 663730"/>
                <a:gd name="csX22" fmla="*/ 1262370 w 1725544"/>
                <a:gd name="csY22" fmla="*/ 8546 h 663730"/>
                <a:gd name="csX23" fmla="*/ 1296553 w 1725544"/>
                <a:gd name="csY23" fmla="*/ 25637 h 663730"/>
                <a:gd name="csX24" fmla="*/ 1330736 w 1725544"/>
                <a:gd name="csY24" fmla="*/ 34183 h 663730"/>
                <a:gd name="csX25" fmla="*/ 1407648 w 1725544"/>
                <a:gd name="csY25" fmla="*/ 25637 h 663730"/>
                <a:gd name="csX26" fmla="*/ 1433286 w 1725544"/>
                <a:gd name="csY26" fmla="*/ 17091 h 663730"/>
                <a:gd name="csX27" fmla="*/ 1587110 w 1725544"/>
                <a:gd name="csY27" fmla="*/ 8546 h 663730"/>
                <a:gd name="csX28" fmla="*/ 1681114 w 1725544"/>
                <a:gd name="csY28" fmla="*/ 17091 h 663730"/>
                <a:gd name="csX29" fmla="*/ 1698205 w 1725544"/>
                <a:gd name="csY29" fmla="*/ 42729 h 663730"/>
                <a:gd name="csX30" fmla="*/ 1723843 w 1725544"/>
                <a:gd name="csY30" fmla="*/ 128187 h 663730"/>
                <a:gd name="csX31" fmla="*/ 1655476 w 1725544"/>
                <a:gd name="csY31" fmla="*/ 290557 h 663730"/>
                <a:gd name="csX32" fmla="*/ 1621293 w 1725544"/>
                <a:gd name="csY32" fmla="*/ 299103 h 663730"/>
                <a:gd name="csX33" fmla="*/ 1595656 w 1725544"/>
                <a:gd name="csY33" fmla="*/ 316194 h 663730"/>
                <a:gd name="csX34" fmla="*/ 1508852 w 1725544"/>
                <a:gd name="csY34" fmla="*/ 189286 h 663730"/>
                <a:gd name="csX35" fmla="*/ 1372254 w 1725544"/>
                <a:gd name="csY35" fmla="*/ 262632 h 663730"/>
                <a:gd name="csX36" fmla="*/ 1281816 w 1725544"/>
                <a:gd name="csY36" fmla="*/ 256777 h 663730"/>
                <a:gd name="csX37" fmla="*/ 980359 w 1725544"/>
                <a:gd name="csY37" fmla="*/ 367469 h 663730"/>
                <a:gd name="csX38" fmla="*/ 954721 w 1725544"/>
                <a:gd name="csY38" fmla="*/ 376015 h 663730"/>
                <a:gd name="csX39" fmla="*/ 886355 w 1725544"/>
                <a:gd name="csY39" fmla="*/ 393106 h 663730"/>
                <a:gd name="csX40" fmla="*/ 852172 w 1725544"/>
                <a:gd name="csY40" fmla="*/ 401652 h 663730"/>
                <a:gd name="csX41" fmla="*/ 809443 w 1725544"/>
                <a:gd name="csY41" fmla="*/ 410198 h 663730"/>
                <a:gd name="csX42" fmla="*/ 741076 w 1725544"/>
                <a:gd name="csY42" fmla="*/ 476781 h 663730"/>
                <a:gd name="csX43" fmla="*/ 765839 w 1725544"/>
                <a:gd name="csY43" fmla="*/ 663073 h 663730"/>
                <a:gd name="csX44" fmla="*/ 686202 w 1725544"/>
                <a:gd name="csY44" fmla="*/ 534818 h 663730"/>
                <a:gd name="csX45" fmla="*/ 595360 w 1725544"/>
                <a:gd name="csY45" fmla="*/ 433110 h 663730"/>
                <a:gd name="csX46" fmla="*/ 481573 w 1725544"/>
                <a:gd name="csY46" fmla="*/ 475839 h 663730"/>
                <a:gd name="csX47" fmla="*/ 374549 w 1725544"/>
                <a:gd name="csY47" fmla="*/ 488860 h 663730"/>
                <a:gd name="csX48" fmla="*/ 230583 w 1725544"/>
                <a:gd name="csY48" fmla="*/ 510897 h 663730"/>
                <a:gd name="csX49" fmla="*/ 139271 w 1725544"/>
                <a:gd name="csY49" fmla="*/ 583334 h 663730"/>
                <a:gd name="csX50" fmla="*/ 7484 w 1725544"/>
                <a:gd name="csY50" fmla="*/ 580643 h 663730"/>
                <a:gd name="csX51" fmla="*/ 14684 w 1725544"/>
                <a:gd name="csY51" fmla="*/ 487110 h 663730"/>
                <a:gd name="csX52" fmla="*/ 7484 w 1725544"/>
                <a:gd name="csY52" fmla="*/ 406127 h 663730"/>
                <a:gd name="csX0" fmla="*/ 7484 w 1725544"/>
                <a:gd name="csY0" fmla="*/ 406127 h 663730"/>
                <a:gd name="csX1" fmla="*/ 57413 w 1725544"/>
                <a:gd name="csY1" fmla="*/ 379581 h 663730"/>
                <a:gd name="csX2" fmla="*/ 108687 w 1725544"/>
                <a:gd name="csY2" fmla="*/ 401652 h 663730"/>
                <a:gd name="csX3" fmla="*/ 134325 w 1725544"/>
                <a:gd name="csY3" fmla="*/ 384561 h 663730"/>
                <a:gd name="csX4" fmla="*/ 142871 w 1725544"/>
                <a:gd name="csY4" fmla="*/ 358923 h 663730"/>
                <a:gd name="csX5" fmla="*/ 159962 w 1725544"/>
                <a:gd name="csY5" fmla="*/ 333286 h 663730"/>
                <a:gd name="csX6" fmla="*/ 236908 w 1725544"/>
                <a:gd name="csY6" fmla="*/ 309903 h 663730"/>
                <a:gd name="csX7" fmla="*/ 294912 w 1725544"/>
                <a:gd name="csY7" fmla="*/ 282045 h 663730"/>
                <a:gd name="csX8" fmla="*/ 416336 w 1725544"/>
                <a:gd name="csY8" fmla="*/ 264919 h 663730"/>
                <a:gd name="csX9" fmla="*/ 459065 w 1725544"/>
                <a:gd name="csY9" fmla="*/ 282011 h 663730"/>
                <a:gd name="csX10" fmla="*/ 463540 w 1725544"/>
                <a:gd name="csY10" fmla="*/ 222157 h 663730"/>
                <a:gd name="csX11" fmla="*/ 432015 w 1725544"/>
                <a:gd name="csY11" fmla="*/ 102011 h 663730"/>
                <a:gd name="csX12" fmla="*/ 544489 w 1725544"/>
                <a:gd name="csY12" fmla="*/ 198336 h 663730"/>
                <a:gd name="csX13" fmla="*/ 602527 w 1725544"/>
                <a:gd name="csY13" fmla="*/ 262261 h 663730"/>
                <a:gd name="csX14" fmla="*/ 653364 w 1725544"/>
                <a:gd name="csY14" fmla="*/ 259570 h 663730"/>
                <a:gd name="csX15" fmla="*/ 824314 w 1725544"/>
                <a:gd name="csY15" fmla="*/ 192078 h 663730"/>
                <a:gd name="csX16" fmla="*/ 903446 w 1725544"/>
                <a:gd name="csY16" fmla="*/ 136732 h 663730"/>
                <a:gd name="csX17" fmla="*/ 1023087 w 1725544"/>
                <a:gd name="csY17" fmla="*/ 68366 h 663730"/>
                <a:gd name="csX18" fmla="*/ 1065816 w 1725544"/>
                <a:gd name="csY18" fmla="*/ 42729 h 663730"/>
                <a:gd name="csX19" fmla="*/ 1117091 w 1725544"/>
                <a:gd name="csY19" fmla="*/ 25637 h 663730"/>
                <a:gd name="csX20" fmla="*/ 1142729 w 1725544"/>
                <a:gd name="csY20" fmla="*/ 17091 h 663730"/>
                <a:gd name="csX21" fmla="*/ 1168366 w 1725544"/>
                <a:gd name="csY21" fmla="*/ 0 h 663730"/>
                <a:gd name="csX22" fmla="*/ 1262370 w 1725544"/>
                <a:gd name="csY22" fmla="*/ 8546 h 663730"/>
                <a:gd name="csX23" fmla="*/ 1296553 w 1725544"/>
                <a:gd name="csY23" fmla="*/ 25637 h 663730"/>
                <a:gd name="csX24" fmla="*/ 1330736 w 1725544"/>
                <a:gd name="csY24" fmla="*/ 34183 h 663730"/>
                <a:gd name="csX25" fmla="*/ 1407648 w 1725544"/>
                <a:gd name="csY25" fmla="*/ 25637 h 663730"/>
                <a:gd name="csX26" fmla="*/ 1433286 w 1725544"/>
                <a:gd name="csY26" fmla="*/ 17091 h 663730"/>
                <a:gd name="csX27" fmla="*/ 1587110 w 1725544"/>
                <a:gd name="csY27" fmla="*/ 8546 h 663730"/>
                <a:gd name="csX28" fmla="*/ 1681114 w 1725544"/>
                <a:gd name="csY28" fmla="*/ 17091 h 663730"/>
                <a:gd name="csX29" fmla="*/ 1698205 w 1725544"/>
                <a:gd name="csY29" fmla="*/ 42729 h 663730"/>
                <a:gd name="csX30" fmla="*/ 1723843 w 1725544"/>
                <a:gd name="csY30" fmla="*/ 128187 h 663730"/>
                <a:gd name="csX31" fmla="*/ 1655476 w 1725544"/>
                <a:gd name="csY31" fmla="*/ 290557 h 663730"/>
                <a:gd name="csX32" fmla="*/ 1621293 w 1725544"/>
                <a:gd name="csY32" fmla="*/ 299103 h 663730"/>
                <a:gd name="csX33" fmla="*/ 1595656 w 1725544"/>
                <a:gd name="csY33" fmla="*/ 316194 h 663730"/>
                <a:gd name="csX34" fmla="*/ 1508852 w 1725544"/>
                <a:gd name="csY34" fmla="*/ 189286 h 663730"/>
                <a:gd name="csX35" fmla="*/ 1372254 w 1725544"/>
                <a:gd name="csY35" fmla="*/ 262632 h 663730"/>
                <a:gd name="csX36" fmla="*/ 1281816 w 1725544"/>
                <a:gd name="csY36" fmla="*/ 256777 h 663730"/>
                <a:gd name="csX37" fmla="*/ 1117159 w 1725544"/>
                <a:gd name="csY37" fmla="*/ 281069 h 663730"/>
                <a:gd name="csX38" fmla="*/ 954721 w 1725544"/>
                <a:gd name="csY38" fmla="*/ 376015 h 663730"/>
                <a:gd name="csX39" fmla="*/ 886355 w 1725544"/>
                <a:gd name="csY39" fmla="*/ 393106 h 663730"/>
                <a:gd name="csX40" fmla="*/ 852172 w 1725544"/>
                <a:gd name="csY40" fmla="*/ 401652 h 663730"/>
                <a:gd name="csX41" fmla="*/ 809443 w 1725544"/>
                <a:gd name="csY41" fmla="*/ 410198 h 663730"/>
                <a:gd name="csX42" fmla="*/ 741076 w 1725544"/>
                <a:gd name="csY42" fmla="*/ 476781 h 663730"/>
                <a:gd name="csX43" fmla="*/ 765839 w 1725544"/>
                <a:gd name="csY43" fmla="*/ 663073 h 663730"/>
                <a:gd name="csX44" fmla="*/ 686202 w 1725544"/>
                <a:gd name="csY44" fmla="*/ 534818 h 663730"/>
                <a:gd name="csX45" fmla="*/ 595360 w 1725544"/>
                <a:gd name="csY45" fmla="*/ 433110 h 663730"/>
                <a:gd name="csX46" fmla="*/ 481573 w 1725544"/>
                <a:gd name="csY46" fmla="*/ 475839 h 663730"/>
                <a:gd name="csX47" fmla="*/ 374549 w 1725544"/>
                <a:gd name="csY47" fmla="*/ 488860 h 663730"/>
                <a:gd name="csX48" fmla="*/ 230583 w 1725544"/>
                <a:gd name="csY48" fmla="*/ 510897 h 663730"/>
                <a:gd name="csX49" fmla="*/ 139271 w 1725544"/>
                <a:gd name="csY49" fmla="*/ 583334 h 663730"/>
                <a:gd name="csX50" fmla="*/ 7484 w 1725544"/>
                <a:gd name="csY50" fmla="*/ 580643 h 663730"/>
                <a:gd name="csX51" fmla="*/ 14684 w 1725544"/>
                <a:gd name="csY51" fmla="*/ 487110 h 663730"/>
                <a:gd name="csX52" fmla="*/ 7484 w 1725544"/>
                <a:gd name="csY52" fmla="*/ 406127 h 663730"/>
                <a:gd name="csX0" fmla="*/ 7484 w 1725544"/>
                <a:gd name="csY0" fmla="*/ 406127 h 663730"/>
                <a:gd name="csX1" fmla="*/ 57413 w 1725544"/>
                <a:gd name="csY1" fmla="*/ 379581 h 663730"/>
                <a:gd name="csX2" fmla="*/ 108687 w 1725544"/>
                <a:gd name="csY2" fmla="*/ 401652 h 663730"/>
                <a:gd name="csX3" fmla="*/ 134325 w 1725544"/>
                <a:gd name="csY3" fmla="*/ 384561 h 663730"/>
                <a:gd name="csX4" fmla="*/ 142871 w 1725544"/>
                <a:gd name="csY4" fmla="*/ 358923 h 663730"/>
                <a:gd name="csX5" fmla="*/ 159962 w 1725544"/>
                <a:gd name="csY5" fmla="*/ 333286 h 663730"/>
                <a:gd name="csX6" fmla="*/ 236908 w 1725544"/>
                <a:gd name="csY6" fmla="*/ 309903 h 663730"/>
                <a:gd name="csX7" fmla="*/ 294912 w 1725544"/>
                <a:gd name="csY7" fmla="*/ 282045 h 663730"/>
                <a:gd name="csX8" fmla="*/ 416336 w 1725544"/>
                <a:gd name="csY8" fmla="*/ 264919 h 663730"/>
                <a:gd name="csX9" fmla="*/ 459065 w 1725544"/>
                <a:gd name="csY9" fmla="*/ 282011 h 663730"/>
                <a:gd name="csX10" fmla="*/ 463540 w 1725544"/>
                <a:gd name="csY10" fmla="*/ 222157 h 663730"/>
                <a:gd name="csX11" fmla="*/ 432015 w 1725544"/>
                <a:gd name="csY11" fmla="*/ 102011 h 663730"/>
                <a:gd name="csX12" fmla="*/ 544489 w 1725544"/>
                <a:gd name="csY12" fmla="*/ 198336 h 663730"/>
                <a:gd name="csX13" fmla="*/ 602527 w 1725544"/>
                <a:gd name="csY13" fmla="*/ 262261 h 663730"/>
                <a:gd name="csX14" fmla="*/ 653364 w 1725544"/>
                <a:gd name="csY14" fmla="*/ 259570 h 663730"/>
                <a:gd name="csX15" fmla="*/ 824314 w 1725544"/>
                <a:gd name="csY15" fmla="*/ 192078 h 663730"/>
                <a:gd name="csX16" fmla="*/ 903446 w 1725544"/>
                <a:gd name="csY16" fmla="*/ 136732 h 663730"/>
                <a:gd name="csX17" fmla="*/ 1023087 w 1725544"/>
                <a:gd name="csY17" fmla="*/ 68366 h 663730"/>
                <a:gd name="csX18" fmla="*/ 1065816 w 1725544"/>
                <a:gd name="csY18" fmla="*/ 42729 h 663730"/>
                <a:gd name="csX19" fmla="*/ 1117091 w 1725544"/>
                <a:gd name="csY19" fmla="*/ 25637 h 663730"/>
                <a:gd name="csX20" fmla="*/ 1142729 w 1725544"/>
                <a:gd name="csY20" fmla="*/ 17091 h 663730"/>
                <a:gd name="csX21" fmla="*/ 1168366 w 1725544"/>
                <a:gd name="csY21" fmla="*/ 0 h 663730"/>
                <a:gd name="csX22" fmla="*/ 1262370 w 1725544"/>
                <a:gd name="csY22" fmla="*/ 8546 h 663730"/>
                <a:gd name="csX23" fmla="*/ 1296553 w 1725544"/>
                <a:gd name="csY23" fmla="*/ 25637 h 663730"/>
                <a:gd name="csX24" fmla="*/ 1330736 w 1725544"/>
                <a:gd name="csY24" fmla="*/ 34183 h 663730"/>
                <a:gd name="csX25" fmla="*/ 1407648 w 1725544"/>
                <a:gd name="csY25" fmla="*/ 25637 h 663730"/>
                <a:gd name="csX26" fmla="*/ 1433286 w 1725544"/>
                <a:gd name="csY26" fmla="*/ 17091 h 663730"/>
                <a:gd name="csX27" fmla="*/ 1587110 w 1725544"/>
                <a:gd name="csY27" fmla="*/ 8546 h 663730"/>
                <a:gd name="csX28" fmla="*/ 1681114 w 1725544"/>
                <a:gd name="csY28" fmla="*/ 17091 h 663730"/>
                <a:gd name="csX29" fmla="*/ 1698205 w 1725544"/>
                <a:gd name="csY29" fmla="*/ 42729 h 663730"/>
                <a:gd name="csX30" fmla="*/ 1723843 w 1725544"/>
                <a:gd name="csY30" fmla="*/ 128187 h 663730"/>
                <a:gd name="csX31" fmla="*/ 1655476 w 1725544"/>
                <a:gd name="csY31" fmla="*/ 290557 h 663730"/>
                <a:gd name="csX32" fmla="*/ 1621293 w 1725544"/>
                <a:gd name="csY32" fmla="*/ 299103 h 663730"/>
                <a:gd name="csX33" fmla="*/ 1595656 w 1725544"/>
                <a:gd name="csY33" fmla="*/ 316194 h 663730"/>
                <a:gd name="csX34" fmla="*/ 1508852 w 1725544"/>
                <a:gd name="csY34" fmla="*/ 189286 h 663730"/>
                <a:gd name="csX35" fmla="*/ 1372254 w 1725544"/>
                <a:gd name="csY35" fmla="*/ 262632 h 663730"/>
                <a:gd name="csX36" fmla="*/ 1281816 w 1725544"/>
                <a:gd name="csY36" fmla="*/ 256777 h 663730"/>
                <a:gd name="csX37" fmla="*/ 1117159 w 1725544"/>
                <a:gd name="csY37" fmla="*/ 281069 h 663730"/>
                <a:gd name="csX38" fmla="*/ 1008721 w 1725544"/>
                <a:gd name="csY38" fmla="*/ 372415 h 663730"/>
                <a:gd name="csX39" fmla="*/ 886355 w 1725544"/>
                <a:gd name="csY39" fmla="*/ 393106 h 663730"/>
                <a:gd name="csX40" fmla="*/ 852172 w 1725544"/>
                <a:gd name="csY40" fmla="*/ 401652 h 663730"/>
                <a:gd name="csX41" fmla="*/ 809443 w 1725544"/>
                <a:gd name="csY41" fmla="*/ 410198 h 663730"/>
                <a:gd name="csX42" fmla="*/ 741076 w 1725544"/>
                <a:gd name="csY42" fmla="*/ 476781 h 663730"/>
                <a:gd name="csX43" fmla="*/ 765839 w 1725544"/>
                <a:gd name="csY43" fmla="*/ 663073 h 663730"/>
                <a:gd name="csX44" fmla="*/ 686202 w 1725544"/>
                <a:gd name="csY44" fmla="*/ 534818 h 663730"/>
                <a:gd name="csX45" fmla="*/ 595360 w 1725544"/>
                <a:gd name="csY45" fmla="*/ 433110 h 663730"/>
                <a:gd name="csX46" fmla="*/ 481573 w 1725544"/>
                <a:gd name="csY46" fmla="*/ 475839 h 663730"/>
                <a:gd name="csX47" fmla="*/ 374549 w 1725544"/>
                <a:gd name="csY47" fmla="*/ 488860 h 663730"/>
                <a:gd name="csX48" fmla="*/ 230583 w 1725544"/>
                <a:gd name="csY48" fmla="*/ 510897 h 663730"/>
                <a:gd name="csX49" fmla="*/ 139271 w 1725544"/>
                <a:gd name="csY49" fmla="*/ 583334 h 663730"/>
                <a:gd name="csX50" fmla="*/ 7484 w 1725544"/>
                <a:gd name="csY50" fmla="*/ 580643 h 663730"/>
                <a:gd name="csX51" fmla="*/ 14684 w 1725544"/>
                <a:gd name="csY51" fmla="*/ 487110 h 663730"/>
                <a:gd name="csX52" fmla="*/ 7484 w 1725544"/>
                <a:gd name="csY52" fmla="*/ 406127 h 663730"/>
                <a:gd name="csX0" fmla="*/ 7484 w 1725544"/>
                <a:gd name="csY0" fmla="*/ 406127 h 663730"/>
                <a:gd name="csX1" fmla="*/ 57413 w 1725544"/>
                <a:gd name="csY1" fmla="*/ 379581 h 663730"/>
                <a:gd name="csX2" fmla="*/ 108687 w 1725544"/>
                <a:gd name="csY2" fmla="*/ 401652 h 663730"/>
                <a:gd name="csX3" fmla="*/ 134325 w 1725544"/>
                <a:gd name="csY3" fmla="*/ 384561 h 663730"/>
                <a:gd name="csX4" fmla="*/ 142871 w 1725544"/>
                <a:gd name="csY4" fmla="*/ 358923 h 663730"/>
                <a:gd name="csX5" fmla="*/ 159962 w 1725544"/>
                <a:gd name="csY5" fmla="*/ 333286 h 663730"/>
                <a:gd name="csX6" fmla="*/ 236908 w 1725544"/>
                <a:gd name="csY6" fmla="*/ 309903 h 663730"/>
                <a:gd name="csX7" fmla="*/ 294912 w 1725544"/>
                <a:gd name="csY7" fmla="*/ 282045 h 663730"/>
                <a:gd name="csX8" fmla="*/ 416336 w 1725544"/>
                <a:gd name="csY8" fmla="*/ 264919 h 663730"/>
                <a:gd name="csX9" fmla="*/ 459065 w 1725544"/>
                <a:gd name="csY9" fmla="*/ 282011 h 663730"/>
                <a:gd name="csX10" fmla="*/ 463540 w 1725544"/>
                <a:gd name="csY10" fmla="*/ 222157 h 663730"/>
                <a:gd name="csX11" fmla="*/ 432015 w 1725544"/>
                <a:gd name="csY11" fmla="*/ 102011 h 663730"/>
                <a:gd name="csX12" fmla="*/ 544489 w 1725544"/>
                <a:gd name="csY12" fmla="*/ 198336 h 663730"/>
                <a:gd name="csX13" fmla="*/ 602527 w 1725544"/>
                <a:gd name="csY13" fmla="*/ 262261 h 663730"/>
                <a:gd name="csX14" fmla="*/ 653364 w 1725544"/>
                <a:gd name="csY14" fmla="*/ 259570 h 663730"/>
                <a:gd name="csX15" fmla="*/ 824314 w 1725544"/>
                <a:gd name="csY15" fmla="*/ 192078 h 663730"/>
                <a:gd name="csX16" fmla="*/ 903446 w 1725544"/>
                <a:gd name="csY16" fmla="*/ 136732 h 663730"/>
                <a:gd name="csX17" fmla="*/ 1023087 w 1725544"/>
                <a:gd name="csY17" fmla="*/ 68366 h 663730"/>
                <a:gd name="csX18" fmla="*/ 1065816 w 1725544"/>
                <a:gd name="csY18" fmla="*/ 42729 h 663730"/>
                <a:gd name="csX19" fmla="*/ 1117091 w 1725544"/>
                <a:gd name="csY19" fmla="*/ 25637 h 663730"/>
                <a:gd name="csX20" fmla="*/ 1142729 w 1725544"/>
                <a:gd name="csY20" fmla="*/ 17091 h 663730"/>
                <a:gd name="csX21" fmla="*/ 1168366 w 1725544"/>
                <a:gd name="csY21" fmla="*/ 0 h 663730"/>
                <a:gd name="csX22" fmla="*/ 1262370 w 1725544"/>
                <a:gd name="csY22" fmla="*/ 8546 h 663730"/>
                <a:gd name="csX23" fmla="*/ 1296553 w 1725544"/>
                <a:gd name="csY23" fmla="*/ 25637 h 663730"/>
                <a:gd name="csX24" fmla="*/ 1330736 w 1725544"/>
                <a:gd name="csY24" fmla="*/ 34183 h 663730"/>
                <a:gd name="csX25" fmla="*/ 1407648 w 1725544"/>
                <a:gd name="csY25" fmla="*/ 25637 h 663730"/>
                <a:gd name="csX26" fmla="*/ 1433286 w 1725544"/>
                <a:gd name="csY26" fmla="*/ 17091 h 663730"/>
                <a:gd name="csX27" fmla="*/ 1587110 w 1725544"/>
                <a:gd name="csY27" fmla="*/ 8546 h 663730"/>
                <a:gd name="csX28" fmla="*/ 1681114 w 1725544"/>
                <a:gd name="csY28" fmla="*/ 17091 h 663730"/>
                <a:gd name="csX29" fmla="*/ 1698205 w 1725544"/>
                <a:gd name="csY29" fmla="*/ 42729 h 663730"/>
                <a:gd name="csX30" fmla="*/ 1723843 w 1725544"/>
                <a:gd name="csY30" fmla="*/ 128187 h 663730"/>
                <a:gd name="csX31" fmla="*/ 1655476 w 1725544"/>
                <a:gd name="csY31" fmla="*/ 290557 h 663730"/>
                <a:gd name="csX32" fmla="*/ 1621293 w 1725544"/>
                <a:gd name="csY32" fmla="*/ 299103 h 663730"/>
                <a:gd name="csX33" fmla="*/ 1595656 w 1725544"/>
                <a:gd name="csY33" fmla="*/ 316194 h 663730"/>
                <a:gd name="csX34" fmla="*/ 1508852 w 1725544"/>
                <a:gd name="csY34" fmla="*/ 189286 h 663730"/>
                <a:gd name="csX35" fmla="*/ 1372254 w 1725544"/>
                <a:gd name="csY35" fmla="*/ 262632 h 663730"/>
                <a:gd name="csX36" fmla="*/ 1281816 w 1725544"/>
                <a:gd name="csY36" fmla="*/ 256777 h 663730"/>
                <a:gd name="csX37" fmla="*/ 1117159 w 1725544"/>
                <a:gd name="csY37" fmla="*/ 281069 h 663730"/>
                <a:gd name="csX38" fmla="*/ 1008721 w 1725544"/>
                <a:gd name="csY38" fmla="*/ 372415 h 663730"/>
                <a:gd name="csX39" fmla="*/ 886355 w 1725544"/>
                <a:gd name="csY39" fmla="*/ 393106 h 663730"/>
                <a:gd name="csX40" fmla="*/ 809443 w 1725544"/>
                <a:gd name="csY40" fmla="*/ 410198 h 663730"/>
                <a:gd name="csX41" fmla="*/ 741076 w 1725544"/>
                <a:gd name="csY41" fmla="*/ 476781 h 663730"/>
                <a:gd name="csX42" fmla="*/ 765839 w 1725544"/>
                <a:gd name="csY42" fmla="*/ 663073 h 663730"/>
                <a:gd name="csX43" fmla="*/ 686202 w 1725544"/>
                <a:gd name="csY43" fmla="*/ 534818 h 663730"/>
                <a:gd name="csX44" fmla="*/ 595360 w 1725544"/>
                <a:gd name="csY44" fmla="*/ 433110 h 663730"/>
                <a:gd name="csX45" fmla="*/ 481573 w 1725544"/>
                <a:gd name="csY45" fmla="*/ 475839 h 663730"/>
                <a:gd name="csX46" fmla="*/ 374549 w 1725544"/>
                <a:gd name="csY46" fmla="*/ 488860 h 663730"/>
                <a:gd name="csX47" fmla="*/ 230583 w 1725544"/>
                <a:gd name="csY47" fmla="*/ 510897 h 663730"/>
                <a:gd name="csX48" fmla="*/ 139271 w 1725544"/>
                <a:gd name="csY48" fmla="*/ 583334 h 663730"/>
                <a:gd name="csX49" fmla="*/ 7484 w 1725544"/>
                <a:gd name="csY49" fmla="*/ 580643 h 663730"/>
                <a:gd name="csX50" fmla="*/ 14684 w 1725544"/>
                <a:gd name="csY50" fmla="*/ 487110 h 663730"/>
                <a:gd name="csX51" fmla="*/ 7484 w 1725544"/>
                <a:gd name="csY51" fmla="*/ 406127 h 663730"/>
                <a:gd name="csX0" fmla="*/ 7484 w 1725544"/>
                <a:gd name="csY0" fmla="*/ 406127 h 663730"/>
                <a:gd name="csX1" fmla="*/ 57413 w 1725544"/>
                <a:gd name="csY1" fmla="*/ 379581 h 663730"/>
                <a:gd name="csX2" fmla="*/ 108687 w 1725544"/>
                <a:gd name="csY2" fmla="*/ 401652 h 663730"/>
                <a:gd name="csX3" fmla="*/ 134325 w 1725544"/>
                <a:gd name="csY3" fmla="*/ 384561 h 663730"/>
                <a:gd name="csX4" fmla="*/ 142871 w 1725544"/>
                <a:gd name="csY4" fmla="*/ 358923 h 663730"/>
                <a:gd name="csX5" fmla="*/ 159962 w 1725544"/>
                <a:gd name="csY5" fmla="*/ 333286 h 663730"/>
                <a:gd name="csX6" fmla="*/ 236908 w 1725544"/>
                <a:gd name="csY6" fmla="*/ 309903 h 663730"/>
                <a:gd name="csX7" fmla="*/ 294912 w 1725544"/>
                <a:gd name="csY7" fmla="*/ 282045 h 663730"/>
                <a:gd name="csX8" fmla="*/ 416336 w 1725544"/>
                <a:gd name="csY8" fmla="*/ 264919 h 663730"/>
                <a:gd name="csX9" fmla="*/ 459065 w 1725544"/>
                <a:gd name="csY9" fmla="*/ 282011 h 663730"/>
                <a:gd name="csX10" fmla="*/ 463540 w 1725544"/>
                <a:gd name="csY10" fmla="*/ 222157 h 663730"/>
                <a:gd name="csX11" fmla="*/ 432015 w 1725544"/>
                <a:gd name="csY11" fmla="*/ 102011 h 663730"/>
                <a:gd name="csX12" fmla="*/ 544489 w 1725544"/>
                <a:gd name="csY12" fmla="*/ 198336 h 663730"/>
                <a:gd name="csX13" fmla="*/ 602527 w 1725544"/>
                <a:gd name="csY13" fmla="*/ 262261 h 663730"/>
                <a:gd name="csX14" fmla="*/ 653364 w 1725544"/>
                <a:gd name="csY14" fmla="*/ 259570 h 663730"/>
                <a:gd name="csX15" fmla="*/ 824314 w 1725544"/>
                <a:gd name="csY15" fmla="*/ 192078 h 663730"/>
                <a:gd name="csX16" fmla="*/ 903446 w 1725544"/>
                <a:gd name="csY16" fmla="*/ 136732 h 663730"/>
                <a:gd name="csX17" fmla="*/ 1023087 w 1725544"/>
                <a:gd name="csY17" fmla="*/ 68366 h 663730"/>
                <a:gd name="csX18" fmla="*/ 1065816 w 1725544"/>
                <a:gd name="csY18" fmla="*/ 42729 h 663730"/>
                <a:gd name="csX19" fmla="*/ 1117091 w 1725544"/>
                <a:gd name="csY19" fmla="*/ 25637 h 663730"/>
                <a:gd name="csX20" fmla="*/ 1142729 w 1725544"/>
                <a:gd name="csY20" fmla="*/ 17091 h 663730"/>
                <a:gd name="csX21" fmla="*/ 1168366 w 1725544"/>
                <a:gd name="csY21" fmla="*/ 0 h 663730"/>
                <a:gd name="csX22" fmla="*/ 1262370 w 1725544"/>
                <a:gd name="csY22" fmla="*/ 8546 h 663730"/>
                <a:gd name="csX23" fmla="*/ 1296553 w 1725544"/>
                <a:gd name="csY23" fmla="*/ 25637 h 663730"/>
                <a:gd name="csX24" fmla="*/ 1330736 w 1725544"/>
                <a:gd name="csY24" fmla="*/ 34183 h 663730"/>
                <a:gd name="csX25" fmla="*/ 1407648 w 1725544"/>
                <a:gd name="csY25" fmla="*/ 25637 h 663730"/>
                <a:gd name="csX26" fmla="*/ 1433286 w 1725544"/>
                <a:gd name="csY26" fmla="*/ 17091 h 663730"/>
                <a:gd name="csX27" fmla="*/ 1587110 w 1725544"/>
                <a:gd name="csY27" fmla="*/ 8546 h 663730"/>
                <a:gd name="csX28" fmla="*/ 1681114 w 1725544"/>
                <a:gd name="csY28" fmla="*/ 17091 h 663730"/>
                <a:gd name="csX29" fmla="*/ 1698205 w 1725544"/>
                <a:gd name="csY29" fmla="*/ 42729 h 663730"/>
                <a:gd name="csX30" fmla="*/ 1723843 w 1725544"/>
                <a:gd name="csY30" fmla="*/ 128187 h 663730"/>
                <a:gd name="csX31" fmla="*/ 1655476 w 1725544"/>
                <a:gd name="csY31" fmla="*/ 290557 h 663730"/>
                <a:gd name="csX32" fmla="*/ 1621293 w 1725544"/>
                <a:gd name="csY32" fmla="*/ 299103 h 663730"/>
                <a:gd name="csX33" fmla="*/ 1508852 w 1725544"/>
                <a:gd name="csY33" fmla="*/ 189286 h 663730"/>
                <a:gd name="csX34" fmla="*/ 1372254 w 1725544"/>
                <a:gd name="csY34" fmla="*/ 262632 h 663730"/>
                <a:gd name="csX35" fmla="*/ 1281816 w 1725544"/>
                <a:gd name="csY35" fmla="*/ 256777 h 663730"/>
                <a:gd name="csX36" fmla="*/ 1117159 w 1725544"/>
                <a:gd name="csY36" fmla="*/ 281069 h 663730"/>
                <a:gd name="csX37" fmla="*/ 1008721 w 1725544"/>
                <a:gd name="csY37" fmla="*/ 372415 h 663730"/>
                <a:gd name="csX38" fmla="*/ 886355 w 1725544"/>
                <a:gd name="csY38" fmla="*/ 393106 h 663730"/>
                <a:gd name="csX39" fmla="*/ 809443 w 1725544"/>
                <a:gd name="csY39" fmla="*/ 410198 h 663730"/>
                <a:gd name="csX40" fmla="*/ 741076 w 1725544"/>
                <a:gd name="csY40" fmla="*/ 476781 h 663730"/>
                <a:gd name="csX41" fmla="*/ 765839 w 1725544"/>
                <a:gd name="csY41" fmla="*/ 663073 h 663730"/>
                <a:gd name="csX42" fmla="*/ 686202 w 1725544"/>
                <a:gd name="csY42" fmla="*/ 534818 h 663730"/>
                <a:gd name="csX43" fmla="*/ 595360 w 1725544"/>
                <a:gd name="csY43" fmla="*/ 433110 h 663730"/>
                <a:gd name="csX44" fmla="*/ 481573 w 1725544"/>
                <a:gd name="csY44" fmla="*/ 475839 h 663730"/>
                <a:gd name="csX45" fmla="*/ 374549 w 1725544"/>
                <a:gd name="csY45" fmla="*/ 488860 h 663730"/>
                <a:gd name="csX46" fmla="*/ 230583 w 1725544"/>
                <a:gd name="csY46" fmla="*/ 510897 h 663730"/>
                <a:gd name="csX47" fmla="*/ 139271 w 1725544"/>
                <a:gd name="csY47" fmla="*/ 583334 h 663730"/>
                <a:gd name="csX48" fmla="*/ 7484 w 1725544"/>
                <a:gd name="csY48" fmla="*/ 580643 h 663730"/>
                <a:gd name="csX49" fmla="*/ 14684 w 1725544"/>
                <a:gd name="csY49" fmla="*/ 487110 h 663730"/>
                <a:gd name="csX50" fmla="*/ 7484 w 1725544"/>
                <a:gd name="csY50" fmla="*/ 406127 h 663730"/>
                <a:gd name="csX0" fmla="*/ 7484 w 1725544"/>
                <a:gd name="csY0" fmla="*/ 406127 h 663730"/>
                <a:gd name="csX1" fmla="*/ 57413 w 1725544"/>
                <a:gd name="csY1" fmla="*/ 379581 h 663730"/>
                <a:gd name="csX2" fmla="*/ 108687 w 1725544"/>
                <a:gd name="csY2" fmla="*/ 401652 h 663730"/>
                <a:gd name="csX3" fmla="*/ 134325 w 1725544"/>
                <a:gd name="csY3" fmla="*/ 384561 h 663730"/>
                <a:gd name="csX4" fmla="*/ 142871 w 1725544"/>
                <a:gd name="csY4" fmla="*/ 358923 h 663730"/>
                <a:gd name="csX5" fmla="*/ 159962 w 1725544"/>
                <a:gd name="csY5" fmla="*/ 333286 h 663730"/>
                <a:gd name="csX6" fmla="*/ 236908 w 1725544"/>
                <a:gd name="csY6" fmla="*/ 309903 h 663730"/>
                <a:gd name="csX7" fmla="*/ 294912 w 1725544"/>
                <a:gd name="csY7" fmla="*/ 282045 h 663730"/>
                <a:gd name="csX8" fmla="*/ 416336 w 1725544"/>
                <a:gd name="csY8" fmla="*/ 264919 h 663730"/>
                <a:gd name="csX9" fmla="*/ 459065 w 1725544"/>
                <a:gd name="csY9" fmla="*/ 282011 h 663730"/>
                <a:gd name="csX10" fmla="*/ 463540 w 1725544"/>
                <a:gd name="csY10" fmla="*/ 222157 h 663730"/>
                <a:gd name="csX11" fmla="*/ 432015 w 1725544"/>
                <a:gd name="csY11" fmla="*/ 102011 h 663730"/>
                <a:gd name="csX12" fmla="*/ 544489 w 1725544"/>
                <a:gd name="csY12" fmla="*/ 198336 h 663730"/>
                <a:gd name="csX13" fmla="*/ 602527 w 1725544"/>
                <a:gd name="csY13" fmla="*/ 262261 h 663730"/>
                <a:gd name="csX14" fmla="*/ 653364 w 1725544"/>
                <a:gd name="csY14" fmla="*/ 259570 h 663730"/>
                <a:gd name="csX15" fmla="*/ 824314 w 1725544"/>
                <a:gd name="csY15" fmla="*/ 192078 h 663730"/>
                <a:gd name="csX16" fmla="*/ 903446 w 1725544"/>
                <a:gd name="csY16" fmla="*/ 136732 h 663730"/>
                <a:gd name="csX17" fmla="*/ 1023087 w 1725544"/>
                <a:gd name="csY17" fmla="*/ 68366 h 663730"/>
                <a:gd name="csX18" fmla="*/ 1065816 w 1725544"/>
                <a:gd name="csY18" fmla="*/ 42729 h 663730"/>
                <a:gd name="csX19" fmla="*/ 1117091 w 1725544"/>
                <a:gd name="csY19" fmla="*/ 25637 h 663730"/>
                <a:gd name="csX20" fmla="*/ 1142729 w 1725544"/>
                <a:gd name="csY20" fmla="*/ 17091 h 663730"/>
                <a:gd name="csX21" fmla="*/ 1168366 w 1725544"/>
                <a:gd name="csY21" fmla="*/ 0 h 663730"/>
                <a:gd name="csX22" fmla="*/ 1262370 w 1725544"/>
                <a:gd name="csY22" fmla="*/ 8546 h 663730"/>
                <a:gd name="csX23" fmla="*/ 1296553 w 1725544"/>
                <a:gd name="csY23" fmla="*/ 25637 h 663730"/>
                <a:gd name="csX24" fmla="*/ 1330736 w 1725544"/>
                <a:gd name="csY24" fmla="*/ 34183 h 663730"/>
                <a:gd name="csX25" fmla="*/ 1407648 w 1725544"/>
                <a:gd name="csY25" fmla="*/ 25637 h 663730"/>
                <a:gd name="csX26" fmla="*/ 1433286 w 1725544"/>
                <a:gd name="csY26" fmla="*/ 17091 h 663730"/>
                <a:gd name="csX27" fmla="*/ 1587110 w 1725544"/>
                <a:gd name="csY27" fmla="*/ 8546 h 663730"/>
                <a:gd name="csX28" fmla="*/ 1681114 w 1725544"/>
                <a:gd name="csY28" fmla="*/ 17091 h 663730"/>
                <a:gd name="csX29" fmla="*/ 1698205 w 1725544"/>
                <a:gd name="csY29" fmla="*/ 42729 h 663730"/>
                <a:gd name="csX30" fmla="*/ 1723843 w 1725544"/>
                <a:gd name="csY30" fmla="*/ 128187 h 663730"/>
                <a:gd name="csX31" fmla="*/ 1655476 w 1725544"/>
                <a:gd name="csY31" fmla="*/ 290557 h 663730"/>
                <a:gd name="csX32" fmla="*/ 1508852 w 1725544"/>
                <a:gd name="csY32" fmla="*/ 189286 h 663730"/>
                <a:gd name="csX33" fmla="*/ 1372254 w 1725544"/>
                <a:gd name="csY33" fmla="*/ 262632 h 663730"/>
                <a:gd name="csX34" fmla="*/ 1281816 w 1725544"/>
                <a:gd name="csY34" fmla="*/ 256777 h 663730"/>
                <a:gd name="csX35" fmla="*/ 1117159 w 1725544"/>
                <a:gd name="csY35" fmla="*/ 281069 h 663730"/>
                <a:gd name="csX36" fmla="*/ 1008721 w 1725544"/>
                <a:gd name="csY36" fmla="*/ 372415 h 663730"/>
                <a:gd name="csX37" fmla="*/ 886355 w 1725544"/>
                <a:gd name="csY37" fmla="*/ 393106 h 663730"/>
                <a:gd name="csX38" fmla="*/ 809443 w 1725544"/>
                <a:gd name="csY38" fmla="*/ 410198 h 663730"/>
                <a:gd name="csX39" fmla="*/ 741076 w 1725544"/>
                <a:gd name="csY39" fmla="*/ 476781 h 663730"/>
                <a:gd name="csX40" fmla="*/ 765839 w 1725544"/>
                <a:gd name="csY40" fmla="*/ 663073 h 663730"/>
                <a:gd name="csX41" fmla="*/ 686202 w 1725544"/>
                <a:gd name="csY41" fmla="*/ 534818 h 663730"/>
                <a:gd name="csX42" fmla="*/ 595360 w 1725544"/>
                <a:gd name="csY42" fmla="*/ 433110 h 663730"/>
                <a:gd name="csX43" fmla="*/ 481573 w 1725544"/>
                <a:gd name="csY43" fmla="*/ 475839 h 663730"/>
                <a:gd name="csX44" fmla="*/ 374549 w 1725544"/>
                <a:gd name="csY44" fmla="*/ 488860 h 663730"/>
                <a:gd name="csX45" fmla="*/ 230583 w 1725544"/>
                <a:gd name="csY45" fmla="*/ 510897 h 663730"/>
                <a:gd name="csX46" fmla="*/ 139271 w 1725544"/>
                <a:gd name="csY46" fmla="*/ 583334 h 663730"/>
                <a:gd name="csX47" fmla="*/ 7484 w 1725544"/>
                <a:gd name="csY47" fmla="*/ 580643 h 663730"/>
                <a:gd name="csX48" fmla="*/ 14684 w 1725544"/>
                <a:gd name="csY48" fmla="*/ 487110 h 663730"/>
                <a:gd name="csX49" fmla="*/ 7484 w 1725544"/>
                <a:gd name="csY49" fmla="*/ 406127 h 663730"/>
                <a:gd name="csX0" fmla="*/ 7484 w 1729469"/>
                <a:gd name="csY0" fmla="*/ 406127 h 663730"/>
                <a:gd name="csX1" fmla="*/ 57413 w 1729469"/>
                <a:gd name="csY1" fmla="*/ 379581 h 663730"/>
                <a:gd name="csX2" fmla="*/ 108687 w 1729469"/>
                <a:gd name="csY2" fmla="*/ 401652 h 663730"/>
                <a:gd name="csX3" fmla="*/ 134325 w 1729469"/>
                <a:gd name="csY3" fmla="*/ 384561 h 663730"/>
                <a:gd name="csX4" fmla="*/ 142871 w 1729469"/>
                <a:gd name="csY4" fmla="*/ 358923 h 663730"/>
                <a:gd name="csX5" fmla="*/ 159962 w 1729469"/>
                <a:gd name="csY5" fmla="*/ 333286 h 663730"/>
                <a:gd name="csX6" fmla="*/ 236908 w 1729469"/>
                <a:gd name="csY6" fmla="*/ 309903 h 663730"/>
                <a:gd name="csX7" fmla="*/ 294912 w 1729469"/>
                <a:gd name="csY7" fmla="*/ 282045 h 663730"/>
                <a:gd name="csX8" fmla="*/ 416336 w 1729469"/>
                <a:gd name="csY8" fmla="*/ 264919 h 663730"/>
                <a:gd name="csX9" fmla="*/ 459065 w 1729469"/>
                <a:gd name="csY9" fmla="*/ 282011 h 663730"/>
                <a:gd name="csX10" fmla="*/ 463540 w 1729469"/>
                <a:gd name="csY10" fmla="*/ 222157 h 663730"/>
                <a:gd name="csX11" fmla="*/ 432015 w 1729469"/>
                <a:gd name="csY11" fmla="*/ 102011 h 663730"/>
                <a:gd name="csX12" fmla="*/ 544489 w 1729469"/>
                <a:gd name="csY12" fmla="*/ 198336 h 663730"/>
                <a:gd name="csX13" fmla="*/ 602527 w 1729469"/>
                <a:gd name="csY13" fmla="*/ 262261 h 663730"/>
                <a:gd name="csX14" fmla="*/ 653364 w 1729469"/>
                <a:gd name="csY14" fmla="*/ 259570 h 663730"/>
                <a:gd name="csX15" fmla="*/ 824314 w 1729469"/>
                <a:gd name="csY15" fmla="*/ 192078 h 663730"/>
                <a:gd name="csX16" fmla="*/ 903446 w 1729469"/>
                <a:gd name="csY16" fmla="*/ 136732 h 663730"/>
                <a:gd name="csX17" fmla="*/ 1023087 w 1729469"/>
                <a:gd name="csY17" fmla="*/ 68366 h 663730"/>
                <a:gd name="csX18" fmla="*/ 1065816 w 1729469"/>
                <a:gd name="csY18" fmla="*/ 42729 h 663730"/>
                <a:gd name="csX19" fmla="*/ 1117091 w 1729469"/>
                <a:gd name="csY19" fmla="*/ 25637 h 663730"/>
                <a:gd name="csX20" fmla="*/ 1142729 w 1729469"/>
                <a:gd name="csY20" fmla="*/ 17091 h 663730"/>
                <a:gd name="csX21" fmla="*/ 1168366 w 1729469"/>
                <a:gd name="csY21" fmla="*/ 0 h 663730"/>
                <a:gd name="csX22" fmla="*/ 1262370 w 1729469"/>
                <a:gd name="csY22" fmla="*/ 8546 h 663730"/>
                <a:gd name="csX23" fmla="*/ 1296553 w 1729469"/>
                <a:gd name="csY23" fmla="*/ 25637 h 663730"/>
                <a:gd name="csX24" fmla="*/ 1330736 w 1729469"/>
                <a:gd name="csY24" fmla="*/ 34183 h 663730"/>
                <a:gd name="csX25" fmla="*/ 1407648 w 1729469"/>
                <a:gd name="csY25" fmla="*/ 25637 h 663730"/>
                <a:gd name="csX26" fmla="*/ 1433286 w 1729469"/>
                <a:gd name="csY26" fmla="*/ 17091 h 663730"/>
                <a:gd name="csX27" fmla="*/ 1587110 w 1729469"/>
                <a:gd name="csY27" fmla="*/ 8546 h 663730"/>
                <a:gd name="csX28" fmla="*/ 1681114 w 1729469"/>
                <a:gd name="csY28" fmla="*/ 17091 h 663730"/>
                <a:gd name="csX29" fmla="*/ 1698205 w 1729469"/>
                <a:gd name="csY29" fmla="*/ 42729 h 663730"/>
                <a:gd name="csX30" fmla="*/ 1723843 w 1729469"/>
                <a:gd name="csY30" fmla="*/ 128187 h 663730"/>
                <a:gd name="csX31" fmla="*/ 1594276 w 1729469"/>
                <a:gd name="csY31" fmla="*/ 168157 h 663730"/>
                <a:gd name="csX32" fmla="*/ 1508852 w 1729469"/>
                <a:gd name="csY32" fmla="*/ 189286 h 663730"/>
                <a:gd name="csX33" fmla="*/ 1372254 w 1729469"/>
                <a:gd name="csY33" fmla="*/ 262632 h 663730"/>
                <a:gd name="csX34" fmla="*/ 1281816 w 1729469"/>
                <a:gd name="csY34" fmla="*/ 256777 h 663730"/>
                <a:gd name="csX35" fmla="*/ 1117159 w 1729469"/>
                <a:gd name="csY35" fmla="*/ 281069 h 663730"/>
                <a:gd name="csX36" fmla="*/ 1008721 w 1729469"/>
                <a:gd name="csY36" fmla="*/ 372415 h 663730"/>
                <a:gd name="csX37" fmla="*/ 886355 w 1729469"/>
                <a:gd name="csY37" fmla="*/ 393106 h 663730"/>
                <a:gd name="csX38" fmla="*/ 809443 w 1729469"/>
                <a:gd name="csY38" fmla="*/ 410198 h 663730"/>
                <a:gd name="csX39" fmla="*/ 741076 w 1729469"/>
                <a:gd name="csY39" fmla="*/ 476781 h 663730"/>
                <a:gd name="csX40" fmla="*/ 765839 w 1729469"/>
                <a:gd name="csY40" fmla="*/ 663073 h 663730"/>
                <a:gd name="csX41" fmla="*/ 686202 w 1729469"/>
                <a:gd name="csY41" fmla="*/ 534818 h 663730"/>
                <a:gd name="csX42" fmla="*/ 595360 w 1729469"/>
                <a:gd name="csY42" fmla="*/ 433110 h 663730"/>
                <a:gd name="csX43" fmla="*/ 481573 w 1729469"/>
                <a:gd name="csY43" fmla="*/ 475839 h 663730"/>
                <a:gd name="csX44" fmla="*/ 374549 w 1729469"/>
                <a:gd name="csY44" fmla="*/ 488860 h 663730"/>
                <a:gd name="csX45" fmla="*/ 230583 w 1729469"/>
                <a:gd name="csY45" fmla="*/ 510897 h 663730"/>
                <a:gd name="csX46" fmla="*/ 139271 w 1729469"/>
                <a:gd name="csY46" fmla="*/ 583334 h 663730"/>
                <a:gd name="csX47" fmla="*/ 7484 w 1729469"/>
                <a:gd name="csY47" fmla="*/ 580643 h 663730"/>
                <a:gd name="csX48" fmla="*/ 14684 w 1729469"/>
                <a:gd name="csY48" fmla="*/ 487110 h 663730"/>
                <a:gd name="csX49" fmla="*/ 7484 w 1729469"/>
                <a:gd name="csY49" fmla="*/ 406127 h 663730"/>
                <a:gd name="csX0" fmla="*/ 7484 w 1698757"/>
                <a:gd name="csY0" fmla="*/ 406127 h 663730"/>
                <a:gd name="csX1" fmla="*/ 57413 w 1698757"/>
                <a:gd name="csY1" fmla="*/ 379581 h 663730"/>
                <a:gd name="csX2" fmla="*/ 108687 w 1698757"/>
                <a:gd name="csY2" fmla="*/ 401652 h 663730"/>
                <a:gd name="csX3" fmla="*/ 134325 w 1698757"/>
                <a:gd name="csY3" fmla="*/ 384561 h 663730"/>
                <a:gd name="csX4" fmla="*/ 142871 w 1698757"/>
                <a:gd name="csY4" fmla="*/ 358923 h 663730"/>
                <a:gd name="csX5" fmla="*/ 159962 w 1698757"/>
                <a:gd name="csY5" fmla="*/ 333286 h 663730"/>
                <a:gd name="csX6" fmla="*/ 236908 w 1698757"/>
                <a:gd name="csY6" fmla="*/ 309903 h 663730"/>
                <a:gd name="csX7" fmla="*/ 294912 w 1698757"/>
                <a:gd name="csY7" fmla="*/ 282045 h 663730"/>
                <a:gd name="csX8" fmla="*/ 416336 w 1698757"/>
                <a:gd name="csY8" fmla="*/ 264919 h 663730"/>
                <a:gd name="csX9" fmla="*/ 459065 w 1698757"/>
                <a:gd name="csY9" fmla="*/ 282011 h 663730"/>
                <a:gd name="csX10" fmla="*/ 463540 w 1698757"/>
                <a:gd name="csY10" fmla="*/ 222157 h 663730"/>
                <a:gd name="csX11" fmla="*/ 432015 w 1698757"/>
                <a:gd name="csY11" fmla="*/ 102011 h 663730"/>
                <a:gd name="csX12" fmla="*/ 544489 w 1698757"/>
                <a:gd name="csY12" fmla="*/ 198336 h 663730"/>
                <a:gd name="csX13" fmla="*/ 602527 w 1698757"/>
                <a:gd name="csY13" fmla="*/ 262261 h 663730"/>
                <a:gd name="csX14" fmla="*/ 653364 w 1698757"/>
                <a:gd name="csY14" fmla="*/ 259570 h 663730"/>
                <a:gd name="csX15" fmla="*/ 824314 w 1698757"/>
                <a:gd name="csY15" fmla="*/ 192078 h 663730"/>
                <a:gd name="csX16" fmla="*/ 903446 w 1698757"/>
                <a:gd name="csY16" fmla="*/ 136732 h 663730"/>
                <a:gd name="csX17" fmla="*/ 1023087 w 1698757"/>
                <a:gd name="csY17" fmla="*/ 68366 h 663730"/>
                <a:gd name="csX18" fmla="*/ 1065816 w 1698757"/>
                <a:gd name="csY18" fmla="*/ 42729 h 663730"/>
                <a:gd name="csX19" fmla="*/ 1117091 w 1698757"/>
                <a:gd name="csY19" fmla="*/ 25637 h 663730"/>
                <a:gd name="csX20" fmla="*/ 1142729 w 1698757"/>
                <a:gd name="csY20" fmla="*/ 17091 h 663730"/>
                <a:gd name="csX21" fmla="*/ 1168366 w 1698757"/>
                <a:gd name="csY21" fmla="*/ 0 h 663730"/>
                <a:gd name="csX22" fmla="*/ 1262370 w 1698757"/>
                <a:gd name="csY22" fmla="*/ 8546 h 663730"/>
                <a:gd name="csX23" fmla="*/ 1296553 w 1698757"/>
                <a:gd name="csY23" fmla="*/ 25637 h 663730"/>
                <a:gd name="csX24" fmla="*/ 1330736 w 1698757"/>
                <a:gd name="csY24" fmla="*/ 34183 h 663730"/>
                <a:gd name="csX25" fmla="*/ 1407648 w 1698757"/>
                <a:gd name="csY25" fmla="*/ 25637 h 663730"/>
                <a:gd name="csX26" fmla="*/ 1433286 w 1698757"/>
                <a:gd name="csY26" fmla="*/ 17091 h 663730"/>
                <a:gd name="csX27" fmla="*/ 1587110 w 1698757"/>
                <a:gd name="csY27" fmla="*/ 8546 h 663730"/>
                <a:gd name="csX28" fmla="*/ 1681114 w 1698757"/>
                <a:gd name="csY28" fmla="*/ 17091 h 663730"/>
                <a:gd name="csX29" fmla="*/ 1698205 w 1698757"/>
                <a:gd name="csY29" fmla="*/ 42729 h 663730"/>
                <a:gd name="csX30" fmla="*/ 1662643 w 1698757"/>
                <a:gd name="csY30" fmla="*/ 102987 h 663730"/>
                <a:gd name="csX31" fmla="*/ 1594276 w 1698757"/>
                <a:gd name="csY31" fmla="*/ 168157 h 663730"/>
                <a:gd name="csX32" fmla="*/ 1508852 w 1698757"/>
                <a:gd name="csY32" fmla="*/ 189286 h 663730"/>
                <a:gd name="csX33" fmla="*/ 1372254 w 1698757"/>
                <a:gd name="csY33" fmla="*/ 262632 h 663730"/>
                <a:gd name="csX34" fmla="*/ 1281816 w 1698757"/>
                <a:gd name="csY34" fmla="*/ 256777 h 663730"/>
                <a:gd name="csX35" fmla="*/ 1117159 w 1698757"/>
                <a:gd name="csY35" fmla="*/ 281069 h 663730"/>
                <a:gd name="csX36" fmla="*/ 1008721 w 1698757"/>
                <a:gd name="csY36" fmla="*/ 372415 h 663730"/>
                <a:gd name="csX37" fmla="*/ 886355 w 1698757"/>
                <a:gd name="csY37" fmla="*/ 393106 h 663730"/>
                <a:gd name="csX38" fmla="*/ 809443 w 1698757"/>
                <a:gd name="csY38" fmla="*/ 410198 h 663730"/>
                <a:gd name="csX39" fmla="*/ 741076 w 1698757"/>
                <a:gd name="csY39" fmla="*/ 476781 h 663730"/>
                <a:gd name="csX40" fmla="*/ 765839 w 1698757"/>
                <a:gd name="csY40" fmla="*/ 663073 h 663730"/>
                <a:gd name="csX41" fmla="*/ 686202 w 1698757"/>
                <a:gd name="csY41" fmla="*/ 534818 h 663730"/>
                <a:gd name="csX42" fmla="*/ 595360 w 1698757"/>
                <a:gd name="csY42" fmla="*/ 433110 h 663730"/>
                <a:gd name="csX43" fmla="*/ 481573 w 1698757"/>
                <a:gd name="csY43" fmla="*/ 475839 h 663730"/>
                <a:gd name="csX44" fmla="*/ 374549 w 1698757"/>
                <a:gd name="csY44" fmla="*/ 488860 h 663730"/>
                <a:gd name="csX45" fmla="*/ 230583 w 1698757"/>
                <a:gd name="csY45" fmla="*/ 510897 h 663730"/>
                <a:gd name="csX46" fmla="*/ 139271 w 1698757"/>
                <a:gd name="csY46" fmla="*/ 583334 h 663730"/>
                <a:gd name="csX47" fmla="*/ 7484 w 1698757"/>
                <a:gd name="csY47" fmla="*/ 580643 h 663730"/>
                <a:gd name="csX48" fmla="*/ 14684 w 1698757"/>
                <a:gd name="csY48" fmla="*/ 487110 h 663730"/>
                <a:gd name="csX49" fmla="*/ 7484 w 1698757"/>
                <a:gd name="csY49" fmla="*/ 406127 h 663730"/>
                <a:gd name="csX0" fmla="*/ 7484 w 1685574"/>
                <a:gd name="csY0" fmla="*/ 406127 h 663730"/>
                <a:gd name="csX1" fmla="*/ 57413 w 1685574"/>
                <a:gd name="csY1" fmla="*/ 379581 h 663730"/>
                <a:gd name="csX2" fmla="*/ 108687 w 1685574"/>
                <a:gd name="csY2" fmla="*/ 401652 h 663730"/>
                <a:gd name="csX3" fmla="*/ 134325 w 1685574"/>
                <a:gd name="csY3" fmla="*/ 384561 h 663730"/>
                <a:gd name="csX4" fmla="*/ 142871 w 1685574"/>
                <a:gd name="csY4" fmla="*/ 358923 h 663730"/>
                <a:gd name="csX5" fmla="*/ 159962 w 1685574"/>
                <a:gd name="csY5" fmla="*/ 333286 h 663730"/>
                <a:gd name="csX6" fmla="*/ 236908 w 1685574"/>
                <a:gd name="csY6" fmla="*/ 309903 h 663730"/>
                <a:gd name="csX7" fmla="*/ 294912 w 1685574"/>
                <a:gd name="csY7" fmla="*/ 282045 h 663730"/>
                <a:gd name="csX8" fmla="*/ 416336 w 1685574"/>
                <a:gd name="csY8" fmla="*/ 264919 h 663730"/>
                <a:gd name="csX9" fmla="*/ 459065 w 1685574"/>
                <a:gd name="csY9" fmla="*/ 282011 h 663730"/>
                <a:gd name="csX10" fmla="*/ 463540 w 1685574"/>
                <a:gd name="csY10" fmla="*/ 222157 h 663730"/>
                <a:gd name="csX11" fmla="*/ 432015 w 1685574"/>
                <a:gd name="csY11" fmla="*/ 102011 h 663730"/>
                <a:gd name="csX12" fmla="*/ 544489 w 1685574"/>
                <a:gd name="csY12" fmla="*/ 198336 h 663730"/>
                <a:gd name="csX13" fmla="*/ 602527 w 1685574"/>
                <a:gd name="csY13" fmla="*/ 262261 h 663730"/>
                <a:gd name="csX14" fmla="*/ 653364 w 1685574"/>
                <a:gd name="csY14" fmla="*/ 259570 h 663730"/>
                <a:gd name="csX15" fmla="*/ 824314 w 1685574"/>
                <a:gd name="csY15" fmla="*/ 192078 h 663730"/>
                <a:gd name="csX16" fmla="*/ 903446 w 1685574"/>
                <a:gd name="csY16" fmla="*/ 136732 h 663730"/>
                <a:gd name="csX17" fmla="*/ 1023087 w 1685574"/>
                <a:gd name="csY17" fmla="*/ 68366 h 663730"/>
                <a:gd name="csX18" fmla="*/ 1065816 w 1685574"/>
                <a:gd name="csY18" fmla="*/ 42729 h 663730"/>
                <a:gd name="csX19" fmla="*/ 1117091 w 1685574"/>
                <a:gd name="csY19" fmla="*/ 25637 h 663730"/>
                <a:gd name="csX20" fmla="*/ 1142729 w 1685574"/>
                <a:gd name="csY20" fmla="*/ 17091 h 663730"/>
                <a:gd name="csX21" fmla="*/ 1168366 w 1685574"/>
                <a:gd name="csY21" fmla="*/ 0 h 663730"/>
                <a:gd name="csX22" fmla="*/ 1262370 w 1685574"/>
                <a:gd name="csY22" fmla="*/ 8546 h 663730"/>
                <a:gd name="csX23" fmla="*/ 1296553 w 1685574"/>
                <a:gd name="csY23" fmla="*/ 25637 h 663730"/>
                <a:gd name="csX24" fmla="*/ 1330736 w 1685574"/>
                <a:gd name="csY24" fmla="*/ 34183 h 663730"/>
                <a:gd name="csX25" fmla="*/ 1407648 w 1685574"/>
                <a:gd name="csY25" fmla="*/ 25637 h 663730"/>
                <a:gd name="csX26" fmla="*/ 1433286 w 1685574"/>
                <a:gd name="csY26" fmla="*/ 17091 h 663730"/>
                <a:gd name="csX27" fmla="*/ 1587110 w 1685574"/>
                <a:gd name="csY27" fmla="*/ 8546 h 663730"/>
                <a:gd name="csX28" fmla="*/ 1681114 w 1685574"/>
                <a:gd name="csY28" fmla="*/ 17091 h 663730"/>
                <a:gd name="csX29" fmla="*/ 1662643 w 1685574"/>
                <a:gd name="csY29" fmla="*/ 102987 h 663730"/>
                <a:gd name="csX30" fmla="*/ 1594276 w 1685574"/>
                <a:gd name="csY30" fmla="*/ 168157 h 663730"/>
                <a:gd name="csX31" fmla="*/ 1508852 w 1685574"/>
                <a:gd name="csY31" fmla="*/ 189286 h 663730"/>
                <a:gd name="csX32" fmla="*/ 1372254 w 1685574"/>
                <a:gd name="csY32" fmla="*/ 262632 h 663730"/>
                <a:gd name="csX33" fmla="*/ 1281816 w 1685574"/>
                <a:gd name="csY33" fmla="*/ 256777 h 663730"/>
                <a:gd name="csX34" fmla="*/ 1117159 w 1685574"/>
                <a:gd name="csY34" fmla="*/ 281069 h 663730"/>
                <a:gd name="csX35" fmla="*/ 1008721 w 1685574"/>
                <a:gd name="csY35" fmla="*/ 372415 h 663730"/>
                <a:gd name="csX36" fmla="*/ 886355 w 1685574"/>
                <a:gd name="csY36" fmla="*/ 393106 h 663730"/>
                <a:gd name="csX37" fmla="*/ 809443 w 1685574"/>
                <a:gd name="csY37" fmla="*/ 410198 h 663730"/>
                <a:gd name="csX38" fmla="*/ 741076 w 1685574"/>
                <a:gd name="csY38" fmla="*/ 476781 h 663730"/>
                <a:gd name="csX39" fmla="*/ 765839 w 1685574"/>
                <a:gd name="csY39" fmla="*/ 663073 h 663730"/>
                <a:gd name="csX40" fmla="*/ 686202 w 1685574"/>
                <a:gd name="csY40" fmla="*/ 534818 h 663730"/>
                <a:gd name="csX41" fmla="*/ 595360 w 1685574"/>
                <a:gd name="csY41" fmla="*/ 433110 h 663730"/>
                <a:gd name="csX42" fmla="*/ 481573 w 1685574"/>
                <a:gd name="csY42" fmla="*/ 475839 h 663730"/>
                <a:gd name="csX43" fmla="*/ 374549 w 1685574"/>
                <a:gd name="csY43" fmla="*/ 488860 h 663730"/>
                <a:gd name="csX44" fmla="*/ 230583 w 1685574"/>
                <a:gd name="csY44" fmla="*/ 510897 h 663730"/>
                <a:gd name="csX45" fmla="*/ 139271 w 1685574"/>
                <a:gd name="csY45" fmla="*/ 583334 h 663730"/>
                <a:gd name="csX46" fmla="*/ 7484 w 1685574"/>
                <a:gd name="csY46" fmla="*/ 580643 h 663730"/>
                <a:gd name="csX47" fmla="*/ 14684 w 1685574"/>
                <a:gd name="csY47" fmla="*/ 487110 h 663730"/>
                <a:gd name="csX48" fmla="*/ 7484 w 1685574"/>
                <a:gd name="csY48" fmla="*/ 406127 h 663730"/>
                <a:gd name="csX0" fmla="*/ 7484 w 1662643"/>
                <a:gd name="csY0" fmla="*/ 406127 h 663730"/>
                <a:gd name="csX1" fmla="*/ 57413 w 1662643"/>
                <a:gd name="csY1" fmla="*/ 379581 h 663730"/>
                <a:gd name="csX2" fmla="*/ 108687 w 1662643"/>
                <a:gd name="csY2" fmla="*/ 401652 h 663730"/>
                <a:gd name="csX3" fmla="*/ 134325 w 1662643"/>
                <a:gd name="csY3" fmla="*/ 384561 h 663730"/>
                <a:gd name="csX4" fmla="*/ 142871 w 1662643"/>
                <a:gd name="csY4" fmla="*/ 358923 h 663730"/>
                <a:gd name="csX5" fmla="*/ 159962 w 1662643"/>
                <a:gd name="csY5" fmla="*/ 333286 h 663730"/>
                <a:gd name="csX6" fmla="*/ 236908 w 1662643"/>
                <a:gd name="csY6" fmla="*/ 309903 h 663730"/>
                <a:gd name="csX7" fmla="*/ 294912 w 1662643"/>
                <a:gd name="csY7" fmla="*/ 282045 h 663730"/>
                <a:gd name="csX8" fmla="*/ 416336 w 1662643"/>
                <a:gd name="csY8" fmla="*/ 264919 h 663730"/>
                <a:gd name="csX9" fmla="*/ 459065 w 1662643"/>
                <a:gd name="csY9" fmla="*/ 282011 h 663730"/>
                <a:gd name="csX10" fmla="*/ 463540 w 1662643"/>
                <a:gd name="csY10" fmla="*/ 222157 h 663730"/>
                <a:gd name="csX11" fmla="*/ 432015 w 1662643"/>
                <a:gd name="csY11" fmla="*/ 102011 h 663730"/>
                <a:gd name="csX12" fmla="*/ 544489 w 1662643"/>
                <a:gd name="csY12" fmla="*/ 198336 h 663730"/>
                <a:gd name="csX13" fmla="*/ 602527 w 1662643"/>
                <a:gd name="csY13" fmla="*/ 262261 h 663730"/>
                <a:gd name="csX14" fmla="*/ 653364 w 1662643"/>
                <a:gd name="csY14" fmla="*/ 259570 h 663730"/>
                <a:gd name="csX15" fmla="*/ 824314 w 1662643"/>
                <a:gd name="csY15" fmla="*/ 192078 h 663730"/>
                <a:gd name="csX16" fmla="*/ 903446 w 1662643"/>
                <a:gd name="csY16" fmla="*/ 136732 h 663730"/>
                <a:gd name="csX17" fmla="*/ 1023087 w 1662643"/>
                <a:gd name="csY17" fmla="*/ 68366 h 663730"/>
                <a:gd name="csX18" fmla="*/ 1065816 w 1662643"/>
                <a:gd name="csY18" fmla="*/ 42729 h 663730"/>
                <a:gd name="csX19" fmla="*/ 1117091 w 1662643"/>
                <a:gd name="csY19" fmla="*/ 25637 h 663730"/>
                <a:gd name="csX20" fmla="*/ 1142729 w 1662643"/>
                <a:gd name="csY20" fmla="*/ 17091 h 663730"/>
                <a:gd name="csX21" fmla="*/ 1168366 w 1662643"/>
                <a:gd name="csY21" fmla="*/ 0 h 663730"/>
                <a:gd name="csX22" fmla="*/ 1262370 w 1662643"/>
                <a:gd name="csY22" fmla="*/ 8546 h 663730"/>
                <a:gd name="csX23" fmla="*/ 1296553 w 1662643"/>
                <a:gd name="csY23" fmla="*/ 25637 h 663730"/>
                <a:gd name="csX24" fmla="*/ 1330736 w 1662643"/>
                <a:gd name="csY24" fmla="*/ 34183 h 663730"/>
                <a:gd name="csX25" fmla="*/ 1407648 w 1662643"/>
                <a:gd name="csY25" fmla="*/ 25637 h 663730"/>
                <a:gd name="csX26" fmla="*/ 1433286 w 1662643"/>
                <a:gd name="csY26" fmla="*/ 17091 h 663730"/>
                <a:gd name="csX27" fmla="*/ 1587110 w 1662643"/>
                <a:gd name="csY27" fmla="*/ 8546 h 663730"/>
                <a:gd name="csX28" fmla="*/ 1662643 w 1662643"/>
                <a:gd name="csY28" fmla="*/ 102987 h 663730"/>
                <a:gd name="csX29" fmla="*/ 1594276 w 1662643"/>
                <a:gd name="csY29" fmla="*/ 168157 h 663730"/>
                <a:gd name="csX30" fmla="*/ 1508852 w 1662643"/>
                <a:gd name="csY30" fmla="*/ 189286 h 663730"/>
                <a:gd name="csX31" fmla="*/ 1372254 w 1662643"/>
                <a:gd name="csY31" fmla="*/ 262632 h 663730"/>
                <a:gd name="csX32" fmla="*/ 1281816 w 1662643"/>
                <a:gd name="csY32" fmla="*/ 256777 h 663730"/>
                <a:gd name="csX33" fmla="*/ 1117159 w 1662643"/>
                <a:gd name="csY33" fmla="*/ 281069 h 663730"/>
                <a:gd name="csX34" fmla="*/ 1008721 w 1662643"/>
                <a:gd name="csY34" fmla="*/ 372415 h 663730"/>
                <a:gd name="csX35" fmla="*/ 886355 w 1662643"/>
                <a:gd name="csY35" fmla="*/ 393106 h 663730"/>
                <a:gd name="csX36" fmla="*/ 809443 w 1662643"/>
                <a:gd name="csY36" fmla="*/ 410198 h 663730"/>
                <a:gd name="csX37" fmla="*/ 741076 w 1662643"/>
                <a:gd name="csY37" fmla="*/ 476781 h 663730"/>
                <a:gd name="csX38" fmla="*/ 765839 w 1662643"/>
                <a:gd name="csY38" fmla="*/ 663073 h 663730"/>
                <a:gd name="csX39" fmla="*/ 686202 w 1662643"/>
                <a:gd name="csY39" fmla="*/ 534818 h 663730"/>
                <a:gd name="csX40" fmla="*/ 595360 w 1662643"/>
                <a:gd name="csY40" fmla="*/ 433110 h 663730"/>
                <a:gd name="csX41" fmla="*/ 481573 w 1662643"/>
                <a:gd name="csY41" fmla="*/ 475839 h 663730"/>
                <a:gd name="csX42" fmla="*/ 374549 w 1662643"/>
                <a:gd name="csY42" fmla="*/ 488860 h 663730"/>
                <a:gd name="csX43" fmla="*/ 230583 w 1662643"/>
                <a:gd name="csY43" fmla="*/ 510897 h 663730"/>
                <a:gd name="csX44" fmla="*/ 139271 w 1662643"/>
                <a:gd name="csY44" fmla="*/ 583334 h 663730"/>
                <a:gd name="csX45" fmla="*/ 7484 w 1662643"/>
                <a:gd name="csY45" fmla="*/ 580643 h 663730"/>
                <a:gd name="csX46" fmla="*/ 14684 w 1662643"/>
                <a:gd name="csY46" fmla="*/ 487110 h 663730"/>
                <a:gd name="csX47" fmla="*/ 7484 w 1662643"/>
                <a:gd name="csY47" fmla="*/ 406127 h 663730"/>
                <a:gd name="csX0" fmla="*/ 7484 w 1664391"/>
                <a:gd name="csY0" fmla="*/ 406127 h 663730"/>
                <a:gd name="csX1" fmla="*/ 57413 w 1664391"/>
                <a:gd name="csY1" fmla="*/ 379581 h 663730"/>
                <a:gd name="csX2" fmla="*/ 108687 w 1664391"/>
                <a:gd name="csY2" fmla="*/ 401652 h 663730"/>
                <a:gd name="csX3" fmla="*/ 134325 w 1664391"/>
                <a:gd name="csY3" fmla="*/ 384561 h 663730"/>
                <a:gd name="csX4" fmla="*/ 142871 w 1664391"/>
                <a:gd name="csY4" fmla="*/ 358923 h 663730"/>
                <a:gd name="csX5" fmla="*/ 159962 w 1664391"/>
                <a:gd name="csY5" fmla="*/ 333286 h 663730"/>
                <a:gd name="csX6" fmla="*/ 236908 w 1664391"/>
                <a:gd name="csY6" fmla="*/ 309903 h 663730"/>
                <a:gd name="csX7" fmla="*/ 294912 w 1664391"/>
                <a:gd name="csY7" fmla="*/ 282045 h 663730"/>
                <a:gd name="csX8" fmla="*/ 416336 w 1664391"/>
                <a:gd name="csY8" fmla="*/ 264919 h 663730"/>
                <a:gd name="csX9" fmla="*/ 459065 w 1664391"/>
                <a:gd name="csY9" fmla="*/ 282011 h 663730"/>
                <a:gd name="csX10" fmla="*/ 463540 w 1664391"/>
                <a:gd name="csY10" fmla="*/ 222157 h 663730"/>
                <a:gd name="csX11" fmla="*/ 432015 w 1664391"/>
                <a:gd name="csY11" fmla="*/ 102011 h 663730"/>
                <a:gd name="csX12" fmla="*/ 544489 w 1664391"/>
                <a:gd name="csY12" fmla="*/ 198336 h 663730"/>
                <a:gd name="csX13" fmla="*/ 602527 w 1664391"/>
                <a:gd name="csY13" fmla="*/ 262261 h 663730"/>
                <a:gd name="csX14" fmla="*/ 653364 w 1664391"/>
                <a:gd name="csY14" fmla="*/ 259570 h 663730"/>
                <a:gd name="csX15" fmla="*/ 824314 w 1664391"/>
                <a:gd name="csY15" fmla="*/ 192078 h 663730"/>
                <a:gd name="csX16" fmla="*/ 903446 w 1664391"/>
                <a:gd name="csY16" fmla="*/ 136732 h 663730"/>
                <a:gd name="csX17" fmla="*/ 1023087 w 1664391"/>
                <a:gd name="csY17" fmla="*/ 68366 h 663730"/>
                <a:gd name="csX18" fmla="*/ 1065816 w 1664391"/>
                <a:gd name="csY18" fmla="*/ 42729 h 663730"/>
                <a:gd name="csX19" fmla="*/ 1117091 w 1664391"/>
                <a:gd name="csY19" fmla="*/ 25637 h 663730"/>
                <a:gd name="csX20" fmla="*/ 1142729 w 1664391"/>
                <a:gd name="csY20" fmla="*/ 17091 h 663730"/>
                <a:gd name="csX21" fmla="*/ 1168366 w 1664391"/>
                <a:gd name="csY21" fmla="*/ 0 h 663730"/>
                <a:gd name="csX22" fmla="*/ 1262370 w 1664391"/>
                <a:gd name="csY22" fmla="*/ 8546 h 663730"/>
                <a:gd name="csX23" fmla="*/ 1296553 w 1664391"/>
                <a:gd name="csY23" fmla="*/ 25637 h 663730"/>
                <a:gd name="csX24" fmla="*/ 1330736 w 1664391"/>
                <a:gd name="csY24" fmla="*/ 34183 h 663730"/>
                <a:gd name="csX25" fmla="*/ 1407648 w 1664391"/>
                <a:gd name="csY25" fmla="*/ 25637 h 663730"/>
                <a:gd name="csX26" fmla="*/ 1433286 w 1664391"/>
                <a:gd name="csY26" fmla="*/ 17091 h 663730"/>
                <a:gd name="csX27" fmla="*/ 1587110 w 1664391"/>
                <a:gd name="csY27" fmla="*/ 8546 h 663730"/>
                <a:gd name="csX28" fmla="*/ 1662643 w 1664391"/>
                <a:gd name="csY28" fmla="*/ 102987 h 663730"/>
                <a:gd name="csX29" fmla="*/ 1508852 w 1664391"/>
                <a:gd name="csY29" fmla="*/ 189286 h 663730"/>
                <a:gd name="csX30" fmla="*/ 1372254 w 1664391"/>
                <a:gd name="csY30" fmla="*/ 262632 h 663730"/>
                <a:gd name="csX31" fmla="*/ 1281816 w 1664391"/>
                <a:gd name="csY31" fmla="*/ 256777 h 663730"/>
                <a:gd name="csX32" fmla="*/ 1117159 w 1664391"/>
                <a:gd name="csY32" fmla="*/ 281069 h 663730"/>
                <a:gd name="csX33" fmla="*/ 1008721 w 1664391"/>
                <a:gd name="csY33" fmla="*/ 372415 h 663730"/>
                <a:gd name="csX34" fmla="*/ 886355 w 1664391"/>
                <a:gd name="csY34" fmla="*/ 393106 h 663730"/>
                <a:gd name="csX35" fmla="*/ 809443 w 1664391"/>
                <a:gd name="csY35" fmla="*/ 410198 h 663730"/>
                <a:gd name="csX36" fmla="*/ 741076 w 1664391"/>
                <a:gd name="csY36" fmla="*/ 476781 h 663730"/>
                <a:gd name="csX37" fmla="*/ 765839 w 1664391"/>
                <a:gd name="csY37" fmla="*/ 663073 h 663730"/>
                <a:gd name="csX38" fmla="*/ 686202 w 1664391"/>
                <a:gd name="csY38" fmla="*/ 534818 h 663730"/>
                <a:gd name="csX39" fmla="*/ 595360 w 1664391"/>
                <a:gd name="csY39" fmla="*/ 433110 h 663730"/>
                <a:gd name="csX40" fmla="*/ 481573 w 1664391"/>
                <a:gd name="csY40" fmla="*/ 475839 h 663730"/>
                <a:gd name="csX41" fmla="*/ 374549 w 1664391"/>
                <a:gd name="csY41" fmla="*/ 488860 h 663730"/>
                <a:gd name="csX42" fmla="*/ 230583 w 1664391"/>
                <a:gd name="csY42" fmla="*/ 510897 h 663730"/>
                <a:gd name="csX43" fmla="*/ 139271 w 1664391"/>
                <a:gd name="csY43" fmla="*/ 583334 h 663730"/>
                <a:gd name="csX44" fmla="*/ 7484 w 1664391"/>
                <a:gd name="csY44" fmla="*/ 580643 h 663730"/>
                <a:gd name="csX45" fmla="*/ 14684 w 1664391"/>
                <a:gd name="csY45" fmla="*/ 487110 h 663730"/>
                <a:gd name="csX46" fmla="*/ 7484 w 1664391"/>
                <a:gd name="csY46" fmla="*/ 406127 h 663730"/>
                <a:gd name="csX0" fmla="*/ 7484 w 1664391"/>
                <a:gd name="csY0" fmla="*/ 406127 h 663730"/>
                <a:gd name="csX1" fmla="*/ 57413 w 1664391"/>
                <a:gd name="csY1" fmla="*/ 379581 h 663730"/>
                <a:gd name="csX2" fmla="*/ 108687 w 1664391"/>
                <a:gd name="csY2" fmla="*/ 401652 h 663730"/>
                <a:gd name="csX3" fmla="*/ 134325 w 1664391"/>
                <a:gd name="csY3" fmla="*/ 384561 h 663730"/>
                <a:gd name="csX4" fmla="*/ 142871 w 1664391"/>
                <a:gd name="csY4" fmla="*/ 358923 h 663730"/>
                <a:gd name="csX5" fmla="*/ 159962 w 1664391"/>
                <a:gd name="csY5" fmla="*/ 333286 h 663730"/>
                <a:gd name="csX6" fmla="*/ 236908 w 1664391"/>
                <a:gd name="csY6" fmla="*/ 309903 h 663730"/>
                <a:gd name="csX7" fmla="*/ 294912 w 1664391"/>
                <a:gd name="csY7" fmla="*/ 282045 h 663730"/>
                <a:gd name="csX8" fmla="*/ 416336 w 1664391"/>
                <a:gd name="csY8" fmla="*/ 264919 h 663730"/>
                <a:gd name="csX9" fmla="*/ 459065 w 1664391"/>
                <a:gd name="csY9" fmla="*/ 282011 h 663730"/>
                <a:gd name="csX10" fmla="*/ 463540 w 1664391"/>
                <a:gd name="csY10" fmla="*/ 222157 h 663730"/>
                <a:gd name="csX11" fmla="*/ 432015 w 1664391"/>
                <a:gd name="csY11" fmla="*/ 102011 h 663730"/>
                <a:gd name="csX12" fmla="*/ 544489 w 1664391"/>
                <a:gd name="csY12" fmla="*/ 198336 h 663730"/>
                <a:gd name="csX13" fmla="*/ 602527 w 1664391"/>
                <a:gd name="csY13" fmla="*/ 262261 h 663730"/>
                <a:gd name="csX14" fmla="*/ 653364 w 1664391"/>
                <a:gd name="csY14" fmla="*/ 259570 h 663730"/>
                <a:gd name="csX15" fmla="*/ 824314 w 1664391"/>
                <a:gd name="csY15" fmla="*/ 192078 h 663730"/>
                <a:gd name="csX16" fmla="*/ 903446 w 1664391"/>
                <a:gd name="csY16" fmla="*/ 136732 h 663730"/>
                <a:gd name="csX17" fmla="*/ 1023087 w 1664391"/>
                <a:gd name="csY17" fmla="*/ 68366 h 663730"/>
                <a:gd name="csX18" fmla="*/ 1065816 w 1664391"/>
                <a:gd name="csY18" fmla="*/ 42729 h 663730"/>
                <a:gd name="csX19" fmla="*/ 1117091 w 1664391"/>
                <a:gd name="csY19" fmla="*/ 25637 h 663730"/>
                <a:gd name="csX20" fmla="*/ 1142729 w 1664391"/>
                <a:gd name="csY20" fmla="*/ 17091 h 663730"/>
                <a:gd name="csX21" fmla="*/ 1168366 w 1664391"/>
                <a:gd name="csY21" fmla="*/ 0 h 663730"/>
                <a:gd name="csX22" fmla="*/ 1262370 w 1664391"/>
                <a:gd name="csY22" fmla="*/ 8546 h 663730"/>
                <a:gd name="csX23" fmla="*/ 1296553 w 1664391"/>
                <a:gd name="csY23" fmla="*/ 25637 h 663730"/>
                <a:gd name="csX24" fmla="*/ 1407648 w 1664391"/>
                <a:gd name="csY24" fmla="*/ 25637 h 663730"/>
                <a:gd name="csX25" fmla="*/ 1433286 w 1664391"/>
                <a:gd name="csY25" fmla="*/ 17091 h 663730"/>
                <a:gd name="csX26" fmla="*/ 1587110 w 1664391"/>
                <a:gd name="csY26" fmla="*/ 8546 h 663730"/>
                <a:gd name="csX27" fmla="*/ 1662643 w 1664391"/>
                <a:gd name="csY27" fmla="*/ 102987 h 663730"/>
                <a:gd name="csX28" fmla="*/ 1508852 w 1664391"/>
                <a:gd name="csY28" fmla="*/ 189286 h 663730"/>
                <a:gd name="csX29" fmla="*/ 1372254 w 1664391"/>
                <a:gd name="csY29" fmla="*/ 262632 h 663730"/>
                <a:gd name="csX30" fmla="*/ 1281816 w 1664391"/>
                <a:gd name="csY30" fmla="*/ 256777 h 663730"/>
                <a:gd name="csX31" fmla="*/ 1117159 w 1664391"/>
                <a:gd name="csY31" fmla="*/ 281069 h 663730"/>
                <a:gd name="csX32" fmla="*/ 1008721 w 1664391"/>
                <a:gd name="csY32" fmla="*/ 372415 h 663730"/>
                <a:gd name="csX33" fmla="*/ 886355 w 1664391"/>
                <a:gd name="csY33" fmla="*/ 393106 h 663730"/>
                <a:gd name="csX34" fmla="*/ 809443 w 1664391"/>
                <a:gd name="csY34" fmla="*/ 410198 h 663730"/>
                <a:gd name="csX35" fmla="*/ 741076 w 1664391"/>
                <a:gd name="csY35" fmla="*/ 476781 h 663730"/>
                <a:gd name="csX36" fmla="*/ 765839 w 1664391"/>
                <a:gd name="csY36" fmla="*/ 663073 h 663730"/>
                <a:gd name="csX37" fmla="*/ 686202 w 1664391"/>
                <a:gd name="csY37" fmla="*/ 534818 h 663730"/>
                <a:gd name="csX38" fmla="*/ 595360 w 1664391"/>
                <a:gd name="csY38" fmla="*/ 433110 h 663730"/>
                <a:gd name="csX39" fmla="*/ 481573 w 1664391"/>
                <a:gd name="csY39" fmla="*/ 475839 h 663730"/>
                <a:gd name="csX40" fmla="*/ 374549 w 1664391"/>
                <a:gd name="csY40" fmla="*/ 488860 h 663730"/>
                <a:gd name="csX41" fmla="*/ 230583 w 1664391"/>
                <a:gd name="csY41" fmla="*/ 510897 h 663730"/>
                <a:gd name="csX42" fmla="*/ 139271 w 1664391"/>
                <a:gd name="csY42" fmla="*/ 583334 h 663730"/>
                <a:gd name="csX43" fmla="*/ 7484 w 1664391"/>
                <a:gd name="csY43" fmla="*/ 580643 h 663730"/>
                <a:gd name="csX44" fmla="*/ 14684 w 1664391"/>
                <a:gd name="csY44" fmla="*/ 487110 h 663730"/>
                <a:gd name="csX45" fmla="*/ 7484 w 1664391"/>
                <a:gd name="csY45" fmla="*/ 406127 h 663730"/>
                <a:gd name="csX0" fmla="*/ 7484 w 1664391"/>
                <a:gd name="csY0" fmla="*/ 406127 h 663730"/>
                <a:gd name="csX1" fmla="*/ 57413 w 1664391"/>
                <a:gd name="csY1" fmla="*/ 379581 h 663730"/>
                <a:gd name="csX2" fmla="*/ 108687 w 1664391"/>
                <a:gd name="csY2" fmla="*/ 401652 h 663730"/>
                <a:gd name="csX3" fmla="*/ 134325 w 1664391"/>
                <a:gd name="csY3" fmla="*/ 384561 h 663730"/>
                <a:gd name="csX4" fmla="*/ 142871 w 1664391"/>
                <a:gd name="csY4" fmla="*/ 358923 h 663730"/>
                <a:gd name="csX5" fmla="*/ 159962 w 1664391"/>
                <a:gd name="csY5" fmla="*/ 333286 h 663730"/>
                <a:gd name="csX6" fmla="*/ 236908 w 1664391"/>
                <a:gd name="csY6" fmla="*/ 309903 h 663730"/>
                <a:gd name="csX7" fmla="*/ 294912 w 1664391"/>
                <a:gd name="csY7" fmla="*/ 282045 h 663730"/>
                <a:gd name="csX8" fmla="*/ 416336 w 1664391"/>
                <a:gd name="csY8" fmla="*/ 264919 h 663730"/>
                <a:gd name="csX9" fmla="*/ 459065 w 1664391"/>
                <a:gd name="csY9" fmla="*/ 282011 h 663730"/>
                <a:gd name="csX10" fmla="*/ 463540 w 1664391"/>
                <a:gd name="csY10" fmla="*/ 222157 h 663730"/>
                <a:gd name="csX11" fmla="*/ 432015 w 1664391"/>
                <a:gd name="csY11" fmla="*/ 102011 h 663730"/>
                <a:gd name="csX12" fmla="*/ 544489 w 1664391"/>
                <a:gd name="csY12" fmla="*/ 198336 h 663730"/>
                <a:gd name="csX13" fmla="*/ 602527 w 1664391"/>
                <a:gd name="csY13" fmla="*/ 262261 h 663730"/>
                <a:gd name="csX14" fmla="*/ 653364 w 1664391"/>
                <a:gd name="csY14" fmla="*/ 259570 h 663730"/>
                <a:gd name="csX15" fmla="*/ 824314 w 1664391"/>
                <a:gd name="csY15" fmla="*/ 192078 h 663730"/>
                <a:gd name="csX16" fmla="*/ 903446 w 1664391"/>
                <a:gd name="csY16" fmla="*/ 136732 h 663730"/>
                <a:gd name="csX17" fmla="*/ 1023087 w 1664391"/>
                <a:gd name="csY17" fmla="*/ 68366 h 663730"/>
                <a:gd name="csX18" fmla="*/ 1065816 w 1664391"/>
                <a:gd name="csY18" fmla="*/ 42729 h 663730"/>
                <a:gd name="csX19" fmla="*/ 1117091 w 1664391"/>
                <a:gd name="csY19" fmla="*/ 25637 h 663730"/>
                <a:gd name="csX20" fmla="*/ 1168366 w 1664391"/>
                <a:gd name="csY20" fmla="*/ 0 h 663730"/>
                <a:gd name="csX21" fmla="*/ 1262370 w 1664391"/>
                <a:gd name="csY21" fmla="*/ 8546 h 663730"/>
                <a:gd name="csX22" fmla="*/ 1296553 w 1664391"/>
                <a:gd name="csY22" fmla="*/ 25637 h 663730"/>
                <a:gd name="csX23" fmla="*/ 1407648 w 1664391"/>
                <a:gd name="csY23" fmla="*/ 25637 h 663730"/>
                <a:gd name="csX24" fmla="*/ 1433286 w 1664391"/>
                <a:gd name="csY24" fmla="*/ 17091 h 663730"/>
                <a:gd name="csX25" fmla="*/ 1587110 w 1664391"/>
                <a:gd name="csY25" fmla="*/ 8546 h 663730"/>
                <a:gd name="csX26" fmla="*/ 1662643 w 1664391"/>
                <a:gd name="csY26" fmla="*/ 102987 h 663730"/>
                <a:gd name="csX27" fmla="*/ 1508852 w 1664391"/>
                <a:gd name="csY27" fmla="*/ 189286 h 663730"/>
                <a:gd name="csX28" fmla="*/ 1372254 w 1664391"/>
                <a:gd name="csY28" fmla="*/ 262632 h 663730"/>
                <a:gd name="csX29" fmla="*/ 1281816 w 1664391"/>
                <a:gd name="csY29" fmla="*/ 256777 h 663730"/>
                <a:gd name="csX30" fmla="*/ 1117159 w 1664391"/>
                <a:gd name="csY30" fmla="*/ 281069 h 663730"/>
                <a:gd name="csX31" fmla="*/ 1008721 w 1664391"/>
                <a:gd name="csY31" fmla="*/ 372415 h 663730"/>
                <a:gd name="csX32" fmla="*/ 886355 w 1664391"/>
                <a:gd name="csY32" fmla="*/ 393106 h 663730"/>
                <a:gd name="csX33" fmla="*/ 809443 w 1664391"/>
                <a:gd name="csY33" fmla="*/ 410198 h 663730"/>
                <a:gd name="csX34" fmla="*/ 741076 w 1664391"/>
                <a:gd name="csY34" fmla="*/ 476781 h 663730"/>
                <a:gd name="csX35" fmla="*/ 765839 w 1664391"/>
                <a:gd name="csY35" fmla="*/ 663073 h 663730"/>
                <a:gd name="csX36" fmla="*/ 686202 w 1664391"/>
                <a:gd name="csY36" fmla="*/ 534818 h 663730"/>
                <a:gd name="csX37" fmla="*/ 595360 w 1664391"/>
                <a:gd name="csY37" fmla="*/ 433110 h 663730"/>
                <a:gd name="csX38" fmla="*/ 481573 w 1664391"/>
                <a:gd name="csY38" fmla="*/ 475839 h 663730"/>
                <a:gd name="csX39" fmla="*/ 374549 w 1664391"/>
                <a:gd name="csY39" fmla="*/ 488860 h 663730"/>
                <a:gd name="csX40" fmla="*/ 230583 w 1664391"/>
                <a:gd name="csY40" fmla="*/ 510897 h 663730"/>
                <a:gd name="csX41" fmla="*/ 139271 w 1664391"/>
                <a:gd name="csY41" fmla="*/ 583334 h 663730"/>
                <a:gd name="csX42" fmla="*/ 7484 w 1664391"/>
                <a:gd name="csY42" fmla="*/ 580643 h 663730"/>
                <a:gd name="csX43" fmla="*/ 14684 w 1664391"/>
                <a:gd name="csY43" fmla="*/ 487110 h 663730"/>
                <a:gd name="csX44" fmla="*/ 7484 w 1664391"/>
                <a:gd name="csY44" fmla="*/ 406127 h 663730"/>
                <a:gd name="csX0" fmla="*/ 7484 w 1664391"/>
                <a:gd name="csY0" fmla="*/ 406127 h 663730"/>
                <a:gd name="csX1" fmla="*/ 57413 w 1664391"/>
                <a:gd name="csY1" fmla="*/ 379581 h 663730"/>
                <a:gd name="csX2" fmla="*/ 108687 w 1664391"/>
                <a:gd name="csY2" fmla="*/ 401652 h 663730"/>
                <a:gd name="csX3" fmla="*/ 134325 w 1664391"/>
                <a:gd name="csY3" fmla="*/ 384561 h 663730"/>
                <a:gd name="csX4" fmla="*/ 142871 w 1664391"/>
                <a:gd name="csY4" fmla="*/ 358923 h 663730"/>
                <a:gd name="csX5" fmla="*/ 159962 w 1664391"/>
                <a:gd name="csY5" fmla="*/ 333286 h 663730"/>
                <a:gd name="csX6" fmla="*/ 236908 w 1664391"/>
                <a:gd name="csY6" fmla="*/ 309903 h 663730"/>
                <a:gd name="csX7" fmla="*/ 294912 w 1664391"/>
                <a:gd name="csY7" fmla="*/ 282045 h 663730"/>
                <a:gd name="csX8" fmla="*/ 416336 w 1664391"/>
                <a:gd name="csY8" fmla="*/ 264919 h 663730"/>
                <a:gd name="csX9" fmla="*/ 459065 w 1664391"/>
                <a:gd name="csY9" fmla="*/ 282011 h 663730"/>
                <a:gd name="csX10" fmla="*/ 463540 w 1664391"/>
                <a:gd name="csY10" fmla="*/ 222157 h 663730"/>
                <a:gd name="csX11" fmla="*/ 432015 w 1664391"/>
                <a:gd name="csY11" fmla="*/ 102011 h 663730"/>
                <a:gd name="csX12" fmla="*/ 544489 w 1664391"/>
                <a:gd name="csY12" fmla="*/ 198336 h 663730"/>
                <a:gd name="csX13" fmla="*/ 602527 w 1664391"/>
                <a:gd name="csY13" fmla="*/ 262261 h 663730"/>
                <a:gd name="csX14" fmla="*/ 653364 w 1664391"/>
                <a:gd name="csY14" fmla="*/ 259570 h 663730"/>
                <a:gd name="csX15" fmla="*/ 824314 w 1664391"/>
                <a:gd name="csY15" fmla="*/ 192078 h 663730"/>
                <a:gd name="csX16" fmla="*/ 903446 w 1664391"/>
                <a:gd name="csY16" fmla="*/ 136732 h 663730"/>
                <a:gd name="csX17" fmla="*/ 1023087 w 1664391"/>
                <a:gd name="csY17" fmla="*/ 68366 h 663730"/>
                <a:gd name="csX18" fmla="*/ 1117091 w 1664391"/>
                <a:gd name="csY18" fmla="*/ 25637 h 663730"/>
                <a:gd name="csX19" fmla="*/ 1168366 w 1664391"/>
                <a:gd name="csY19" fmla="*/ 0 h 663730"/>
                <a:gd name="csX20" fmla="*/ 1262370 w 1664391"/>
                <a:gd name="csY20" fmla="*/ 8546 h 663730"/>
                <a:gd name="csX21" fmla="*/ 1296553 w 1664391"/>
                <a:gd name="csY21" fmla="*/ 25637 h 663730"/>
                <a:gd name="csX22" fmla="*/ 1407648 w 1664391"/>
                <a:gd name="csY22" fmla="*/ 25637 h 663730"/>
                <a:gd name="csX23" fmla="*/ 1433286 w 1664391"/>
                <a:gd name="csY23" fmla="*/ 17091 h 663730"/>
                <a:gd name="csX24" fmla="*/ 1587110 w 1664391"/>
                <a:gd name="csY24" fmla="*/ 8546 h 663730"/>
                <a:gd name="csX25" fmla="*/ 1662643 w 1664391"/>
                <a:gd name="csY25" fmla="*/ 102987 h 663730"/>
                <a:gd name="csX26" fmla="*/ 1508852 w 1664391"/>
                <a:gd name="csY26" fmla="*/ 189286 h 663730"/>
                <a:gd name="csX27" fmla="*/ 1372254 w 1664391"/>
                <a:gd name="csY27" fmla="*/ 262632 h 663730"/>
                <a:gd name="csX28" fmla="*/ 1281816 w 1664391"/>
                <a:gd name="csY28" fmla="*/ 256777 h 663730"/>
                <a:gd name="csX29" fmla="*/ 1117159 w 1664391"/>
                <a:gd name="csY29" fmla="*/ 281069 h 663730"/>
                <a:gd name="csX30" fmla="*/ 1008721 w 1664391"/>
                <a:gd name="csY30" fmla="*/ 372415 h 663730"/>
                <a:gd name="csX31" fmla="*/ 886355 w 1664391"/>
                <a:gd name="csY31" fmla="*/ 393106 h 663730"/>
                <a:gd name="csX32" fmla="*/ 809443 w 1664391"/>
                <a:gd name="csY32" fmla="*/ 410198 h 663730"/>
                <a:gd name="csX33" fmla="*/ 741076 w 1664391"/>
                <a:gd name="csY33" fmla="*/ 476781 h 663730"/>
                <a:gd name="csX34" fmla="*/ 765839 w 1664391"/>
                <a:gd name="csY34" fmla="*/ 663073 h 663730"/>
                <a:gd name="csX35" fmla="*/ 686202 w 1664391"/>
                <a:gd name="csY35" fmla="*/ 534818 h 663730"/>
                <a:gd name="csX36" fmla="*/ 595360 w 1664391"/>
                <a:gd name="csY36" fmla="*/ 433110 h 663730"/>
                <a:gd name="csX37" fmla="*/ 481573 w 1664391"/>
                <a:gd name="csY37" fmla="*/ 475839 h 663730"/>
                <a:gd name="csX38" fmla="*/ 374549 w 1664391"/>
                <a:gd name="csY38" fmla="*/ 488860 h 663730"/>
                <a:gd name="csX39" fmla="*/ 230583 w 1664391"/>
                <a:gd name="csY39" fmla="*/ 510897 h 663730"/>
                <a:gd name="csX40" fmla="*/ 139271 w 1664391"/>
                <a:gd name="csY40" fmla="*/ 583334 h 663730"/>
                <a:gd name="csX41" fmla="*/ 7484 w 1664391"/>
                <a:gd name="csY41" fmla="*/ 580643 h 663730"/>
                <a:gd name="csX42" fmla="*/ 14684 w 1664391"/>
                <a:gd name="csY42" fmla="*/ 487110 h 663730"/>
                <a:gd name="csX43" fmla="*/ 7484 w 1664391"/>
                <a:gd name="csY43" fmla="*/ 406127 h 663730"/>
                <a:gd name="csX0" fmla="*/ 2107 w 1659014"/>
                <a:gd name="csY0" fmla="*/ 406127 h 663730"/>
                <a:gd name="csX1" fmla="*/ 52036 w 1659014"/>
                <a:gd name="csY1" fmla="*/ 379581 h 663730"/>
                <a:gd name="csX2" fmla="*/ 103310 w 1659014"/>
                <a:gd name="csY2" fmla="*/ 401652 h 663730"/>
                <a:gd name="csX3" fmla="*/ 128948 w 1659014"/>
                <a:gd name="csY3" fmla="*/ 384561 h 663730"/>
                <a:gd name="csX4" fmla="*/ 137494 w 1659014"/>
                <a:gd name="csY4" fmla="*/ 358923 h 663730"/>
                <a:gd name="csX5" fmla="*/ 154585 w 1659014"/>
                <a:gd name="csY5" fmla="*/ 333286 h 663730"/>
                <a:gd name="csX6" fmla="*/ 231531 w 1659014"/>
                <a:gd name="csY6" fmla="*/ 309903 h 663730"/>
                <a:gd name="csX7" fmla="*/ 289535 w 1659014"/>
                <a:gd name="csY7" fmla="*/ 282045 h 663730"/>
                <a:gd name="csX8" fmla="*/ 410959 w 1659014"/>
                <a:gd name="csY8" fmla="*/ 264919 h 663730"/>
                <a:gd name="csX9" fmla="*/ 453688 w 1659014"/>
                <a:gd name="csY9" fmla="*/ 282011 h 663730"/>
                <a:gd name="csX10" fmla="*/ 458163 w 1659014"/>
                <a:gd name="csY10" fmla="*/ 222157 h 663730"/>
                <a:gd name="csX11" fmla="*/ 426638 w 1659014"/>
                <a:gd name="csY11" fmla="*/ 102011 h 663730"/>
                <a:gd name="csX12" fmla="*/ 539112 w 1659014"/>
                <a:gd name="csY12" fmla="*/ 198336 h 663730"/>
                <a:gd name="csX13" fmla="*/ 597150 w 1659014"/>
                <a:gd name="csY13" fmla="*/ 262261 h 663730"/>
                <a:gd name="csX14" fmla="*/ 647987 w 1659014"/>
                <a:gd name="csY14" fmla="*/ 259570 h 663730"/>
                <a:gd name="csX15" fmla="*/ 818937 w 1659014"/>
                <a:gd name="csY15" fmla="*/ 192078 h 663730"/>
                <a:gd name="csX16" fmla="*/ 898069 w 1659014"/>
                <a:gd name="csY16" fmla="*/ 136732 h 663730"/>
                <a:gd name="csX17" fmla="*/ 1017710 w 1659014"/>
                <a:gd name="csY17" fmla="*/ 68366 h 663730"/>
                <a:gd name="csX18" fmla="*/ 1111714 w 1659014"/>
                <a:gd name="csY18" fmla="*/ 25637 h 663730"/>
                <a:gd name="csX19" fmla="*/ 1162989 w 1659014"/>
                <a:gd name="csY19" fmla="*/ 0 h 663730"/>
                <a:gd name="csX20" fmla="*/ 1256993 w 1659014"/>
                <a:gd name="csY20" fmla="*/ 8546 h 663730"/>
                <a:gd name="csX21" fmla="*/ 1291176 w 1659014"/>
                <a:gd name="csY21" fmla="*/ 25637 h 663730"/>
                <a:gd name="csX22" fmla="*/ 1402271 w 1659014"/>
                <a:gd name="csY22" fmla="*/ 25637 h 663730"/>
                <a:gd name="csX23" fmla="*/ 1427909 w 1659014"/>
                <a:gd name="csY23" fmla="*/ 17091 h 663730"/>
                <a:gd name="csX24" fmla="*/ 1581733 w 1659014"/>
                <a:gd name="csY24" fmla="*/ 8546 h 663730"/>
                <a:gd name="csX25" fmla="*/ 1657266 w 1659014"/>
                <a:gd name="csY25" fmla="*/ 102987 h 663730"/>
                <a:gd name="csX26" fmla="*/ 1503475 w 1659014"/>
                <a:gd name="csY26" fmla="*/ 189286 h 663730"/>
                <a:gd name="csX27" fmla="*/ 1366877 w 1659014"/>
                <a:gd name="csY27" fmla="*/ 262632 h 663730"/>
                <a:gd name="csX28" fmla="*/ 1276439 w 1659014"/>
                <a:gd name="csY28" fmla="*/ 256777 h 663730"/>
                <a:gd name="csX29" fmla="*/ 1111782 w 1659014"/>
                <a:gd name="csY29" fmla="*/ 281069 h 663730"/>
                <a:gd name="csX30" fmla="*/ 1003344 w 1659014"/>
                <a:gd name="csY30" fmla="*/ 372415 h 663730"/>
                <a:gd name="csX31" fmla="*/ 880978 w 1659014"/>
                <a:gd name="csY31" fmla="*/ 393106 h 663730"/>
                <a:gd name="csX32" fmla="*/ 804066 w 1659014"/>
                <a:gd name="csY32" fmla="*/ 410198 h 663730"/>
                <a:gd name="csX33" fmla="*/ 735699 w 1659014"/>
                <a:gd name="csY33" fmla="*/ 476781 h 663730"/>
                <a:gd name="csX34" fmla="*/ 760462 w 1659014"/>
                <a:gd name="csY34" fmla="*/ 663073 h 663730"/>
                <a:gd name="csX35" fmla="*/ 680825 w 1659014"/>
                <a:gd name="csY35" fmla="*/ 534818 h 663730"/>
                <a:gd name="csX36" fmla="*/ 589983 w 1659014"/>
                <a:gd name="csY36" fmla="*/ 433110 h 663730"/>
                <a:gd name="csX37" fmla="*/ 476196 w 1659014"/>
                <a:gd name="csY37" fmla="*/ 475839 h 663730"/>
                <a:gd name="csX38" fmla="*/ 369172 w 1659014"/>
                <a:gd name="csY38" fmla="*/ 488860 h 663730"/>
                <a:gd name="csX39" fmla="*/ 225206 w 1659014"/>
                <a:gd name="csY39" fmla="*/ 510897 h 663730"/>
                <a:gd name="csX40" fmla="*/ 133894 w 1659014"/>
                <a:gd name="csY40" fmla="*/ 583334 h 663730"/>
                <a:gd name="csX41" fmla="*/ 30907 w 1659014"/>
                <a:gd name="csY41" fmla="*/ 562643 h 663730"/>
                <a:gd name="csX42" fmla="*/ 9307 w 1659014"/>
                <a:gd name="csY42" fmla="*/ 487110 h 663730"/>
                <a:gd name="csX43" fmla="*/ 2107 w 1659014"/>
                <a:gd name="csY43" fmla="*/ 406127 h 663730"/>
                <a:gd name="csX0" fmla="*/ 2107 w 1659014"/>
                <a:gd name="csY0" fmla="*/ 418406 h 676009"/>
                <a:gd name="csX1" fmla="*/ 52036 w 1659014"/>
                <a:gd name="csY1" fmla="*/ 391860 h 676009"/>
                <a:gd name="csX2" fmla="*/ 103310 w 1659014"/>
                <a:gd name="csY2" fmla="*/ 413931 h 676009"/>
                <a:gd name="csX3" fmla="*/ 128948 w 1659014"/>
                <a:gd name="csY3" fmla="*/ 396840 h 676009"/>
                <a:gd name="csX4" fmla="*/ 137494 w 1659014"/>
                <a:gd name="csY4" fmla="*/ 371202 h 676009"/>
                <a:gd name="csX5" fmla="*/ 154585 w 1659014"/>
                <a:gd name="csY5" fmla="*/ 345565 h 676009"/>
                <a:gd name="csX6" fmla="*/ 231531 w 1659014"/>
                <a:gd name="csY6" fmla="*/ 322182 h 676009"/>
                <a:gd name="csX7" fmla="*/ 289535 w 1659014"/>
                <a:gd name="csY7" fmla="*/ 294324 h 676009"/>
                <a:gd name="csX8" fmla="*/ 410959 w 1659014"/>
                <a:gd name="csY8" fmla="*/ 277198 h 676009"/>
                <a:gd name="csX9" fmla="*/ 453688 w 1659014"/>
                <a:gd name="csY9" fmla="*/ 294290 h 676009"/>
                <a:gd name="csX10" fmla="*/ 458163 w 1659014"/>
                <a:gd name="csY10" fmla="*/ 234436 h 676009"/>
                <a:gd name="csX11" fmla="*/ 426638 w 1659014"/>
                <a:gd name="csY11" fmla="*/ 114290 h 676009"/>
                <a:gd name="csX12" fmla="*/ 539112 w 1659014"/>
                <a:gd name="csY12" fmla="*/ 210615 h 676009"/>
                <a:gd name="csX13" fmla="*/ 597150 w 1659014"/>
                <a:gd name="csY13" fmla="*/ 274540 h 676009"/>
                <a:gd name="csX14" fmla="*/ 647987 w 1659014"/>
                <a:gd name="csY14" fmla="*/ 271849 h 676009"/>
                <a:gd name="csX15" fmla="*/ 818937 w 1659014"/>
                <a:gd name="csY15" fmla="*/ 204357 h 676009"/>
                <a:gd name="csX16" fmla="*/ 898069 w 1659014"/>
                <a:gd name="csY16" fmla="*/ 149011 h 676009"/>
                <a:gd name="csX17" fmla="*/ 1017710 w 1659014"/>
                <a:gd name="csY17" fmla="*/ 80645 h 676009"/>
                <a:gd name="csX18" fmla="*/ 1111714 w 1659014"/>
                <a:gd name="csY18" fmla="*/ 37916 h 676009"/>
                <a:gd name="csX19" fmla="*/ 1162989 w 1659014"/>
                <a:gd name="csY19" fmla="*/ 12279 h 676009"/>
                <a:gd name="csX20" fmla="*/ 1256993 w 1659014"/>
                <a:gd name="csY20" fmla="*/ 20825 h 676009"/>
                <a:gd name="csX21" fmla="*/ 1291176 w 1659014"/>
                <a:gd name="csY21" fmla="*/ 37916 h 676009"/>
                <a:gd name="csX22" fmla="*/ 1402271 w 1659014"/>
                <a:gd name="csY22" fmla="*/ 37916 h 676009"/>
                <a:gd name="csX23" fmla="*/ 1481909 w 1659014"/>
                <a:gd name="csY23" fmla="*/ 570 h 676009"/>
                <a:gd name="csX24" fmla="*/ 1581733 w 1659014"/>
                <a:gd name="csY24" fmla="*/ 20825 h 676009"/>
                <a:gd name="csX25" fmla="*/ 1657266 w 1659014"/>
                <a:gd name="csY25" fmla="*/ 115266 h 676009"/>
                <a:gd name="csX26" fmla="*/ 1503475 w 1659014"/>
                <a:gd name="csY26" fmla="*/ 201565 h 676009"/>
                <a:gd name="csX27" fmla="*/ 1366877 w 1659014"/>
                <a:gd name="csY27" fmla="*/ 274911 h 676009"/>
                <a:gd name="csX28" fmla="*/ 1276439 w 1659014"/>
                <a:gd name="csY28" fmla="*/ 269056 h 676009"/>
                <a:gd name="csX29" fmla="*/ 1111782 w 1659014"/>
                <a:gd name="csY29" fmla="*/ 293348 h 676009"/>
                <a:gd name="csX30" fmla="*/ 1003344 w 1659014"/>
                <a:gd name="csY30" fmla="*/ 384694 h 676009"/>
                <a:gd name="csX31" fmla="*/ 880978 w 1659014"/>
                <a:gd name="csY31" fmla="*/ 405385 h 676009"/>
                <a:gd name="csX32" fmla="*/ 804066 w 1659014"/>
                <a:gd name="csY32" fmla="*/ 422477 h 676009"/>
                <a:gd name="csX33" fmla="*/ 735699 w 1659014"/>
                <a:gd name="csY33" fmla="*/ 489060 h 676009"/>
                <a:gd name="csX34" fmla="*/ 760462 w 1659014"/>
                <a:gd name="csY34" fmla="*/ 675352 h 676009"/>
                <a:gd name="csX35" fmla="*/ 680825 w 1659014"/>
                <a:gd name="csY35" fmla="*/ 547097 h 676009"/>
                <a:gd name="csX36" fmla="*/ 589983 w 1659014"/>
                <a:gd name="csY36" fmla="*/ 445389 h 676009"/>
                <a:gd name="csX37" fmla="*/ 476196 w 1659014"/>
                <a:gd name="csY37" fmla="*/ 488118 h 676009"/>
                <a:gd name="csX38" fmla="*/ 369172 w 1659014"/>
                <a:gd name="csY38" fmla="*/ 501139 h 676009"/>
                <a:gd name="csX39" fmla="*/ 225206 w 1659014"/>
                <a:gd name="csY39" fmla="*/ 523176 h 676009"/>
                <a:gd name="csX40" fmla="*/ 133894 w 1659014"/>
                <a:gd name="csY40" fmla="*/ 595613 h 676009"/>
                <a:gd name="csX41" fmla="*/ 30907 w 1659014"/>
                <a:gd name="csY41" fmla="*/ 574922 h 676009"/>
                <a:gd name="csX42" fmla="*/ 9307 w 1659014"/>
                <a:gd name="csY42" fmla="*/ 499389 h 676009"/>
                <a:gd name="csX43" fmla="*/ 2107 w 1659014"/>
                <a:gd name="csY43" fmla="*/ 418406 h 676009"/>
                <a:gd name="csX0" fmla="*/ 2107 w 1659014"/>
                <a:gd name="csY0" fmla="*/ 418363 h 675966"/>
                <a:gd name="csX1" fmla="*/ 52036 w 1659014"/>
                <a:gd name="csY1" fmla="*/ 391817 h 675966"/>
                <a:gd name="csX2" fmla="*/ 103310 w 1659014"/>
                <a:gd name="csY2" fmla="*/ 413888 h 675966"/>
                <a:gd name="csX3" fmla="*/ 128948 w 1659014"/>
                <a:gd name="csY3" fmla="*/ 396797 h 675966"/>
                <a:gd name="csX4" fmla="*/ 137494 w 1659014"/>
                <a:gd name="csY4" fmla="*/ 371159 h 675966"/>
                <a:gd name="csX5" fmla="*/ 154585 w 1659014"/>
                <a:gd name="csY5" fmla="*/ 345522 h 675966"/>
                <a:gd name="csX6" fmla="*/ 231531 w 1659014"/>
                <a:gd name="csY6" fmla="*/ 322139 h 675966"/>
                <a:gd name="csX7" fmla="*/ 289535 w 1659014"/>
                <a:gd name="csY7" fmla="*/ 294281 h 675966"/>
                <a:gd name="csX8" fmla="*/ 410959 w 1659014"/>
                <a:gd name="csY8" fmla="*/ 277155 h 675966"/>
                <a:gd name="csX9" fmla="*/ 453688 w 1659014"/>
                <a:gd name="csY9" fmla="*/ 294247 h 675966"/>
                <a:gd name="csX10" fmla="*/ 458163 w 1659014"/>
                <a:gd name="csY10" fmla="*/ 234393 h 675966"/>
                <a:gd name="csX11" fmla="*/ 426638 w 1659014"/>
                <a:gd name="csY11" fmla="*/ 114247 h 675966"/>
                <a:gd name="csX12" fmla="*/ 539112 w 1659014"/>
                <a:gd name="csY12" fmla="*/ 210572 h 675966"/>
                <a:gd name="csX13" fmla="*/ 597150 w 1659014"/>
                <a:gd name="csY13" fmla="*/ 274497 h 675966"/>
                <a:gd name="csX14" fmla="*/ 647987 w 1659014"/>
                <a:gd name="csY14" fmla="*/ 271806 h 675966"/>
                <a:gd name="csX15" fmla="*/ 818937 w 1659014"/>
                <a:gd name="csY15" fmla="*/ 204314 h 675966"/>
                <a:gd name="csX16" fmla="*/ 898069 w 1659014"/>
                <a:gd name="csY16" fmla="*/ 148968 h 675966"/>
                <a:gd name="csX17" fmla="*/ 1017710 w 1659014"/>
                <a:gd name="csY17" fmla="*/ 80602 h 675966"/>
                <a:gd name="csX18" fmla="*/ 1111714 w 1659014"/>
                <a:gd name="csY18" fmla="*/ 37873 h 675966"/>
                <a:gd name="csX19" fmla="*/ 1162989 w 1659014"/>
                <a:gd name="csY19" fmla="*/ 12236 h 675966"/>
                <a:gd name="csX20" fmla="*/ 1256993 w 1659014"/>
                <a:gd name="csY20" fmla="*/ 20782 h 675966"/>
                <a:gd name="csX21" fmla="*/ 1291176 w 1659014"/>
                <a:gd name="csY21" fmla="*/ 37873 h 675966"/>
                <a:gd name="csX22" fmla="*/ 1402271 w 1659014"/>
                <a:gd name="csY22" fmla="*/ 48673 h 675966"/>
                <a:gd name="csX23" fmla="*/ 1481909 w 1659014"/>
                <a:gd name="csY23" fmla="*/ 527 h 675966"/>
                <a:gd name="csX24" fmla="*/ 1581733 w 1659014"/>
                <a:gd name="csY24" fmla="*/ 20782 h 675966"/>
                <a:gd name="csX25" fmla="*/ 1657266 w 1659014"/>
                <a:gd name="csY25" fmla="*/ 115223 h 675966"/>
                <a:gd name="csX26" fmla="*/ 1503475 w 1659014"/>
                <a:gd name="csY26" fmla="*/ 201522 h 675966"/>
                <a:gd name="csX27" fmla="*/ 1366877 w 1659014"/>
                <a:gd name="csY27" fmla="*/ 274868 h 675966"/>
                <a:gd name="csX28" fmla="*/ 1276439 w 1659014"/>
                <a:gd name="csY28" fmla="*/ 269013 h 675966"/>
                <a:gd name="csX29" fmla="*/ 1111782 w 1659014"/>
                <a:gd name="csY29" fmla="*/ 293305 h 675966"/>
                <a:gd name="csX30" fmla="*/ 1003344 w 1659014"/>
                <a:gd name="csY30" fmla="*/ 384651 h 675966"/>
                <a:gd name="csX31" fmla="*/ 880978 w 1659014"/>
                <a:gd name="csY31" fmla="*/ 405342 h 675966"/>
                <a:gd name="csX32" fmla="*/ 804066 w 1659014"/>
                <a:gd name="csY32" fmla="*/ 422434 h 675966"/>
                <a:gd name="csX33" fmla="*/ 735699 w 1659014"/>
                <a:gd name="csY33" fmla="*/ 489017 h 675966"/>
                <a:gd name="csX34" fmla="*/ 760462 w 1659014"/>
                <a:gd name="csY34" fmla="*/ 675309 h 675966"/>
                <a:gd name="csX35" fmla="*/ 680825 w 1659014"/>
                <a:gd name="csY35" fmla="*/ 547054 h 675966"/>
                <a:gd name="csX36" fmla="*/ 589983 w 1659014"/>
                <a:gd name="csY36" fmla="*/ 445346 h 675966"/>
                <a:gd name="csX37" fmla="*/ 476196 w 1659014"/>
                <a:gd name="csY37" fmla="*/ 488075 h 675966"/>
                <a:gd name="csX38" fmla="*/ 369172 w 1659014"/>
                <a:gd name="csY38" fmla="*/ 501096 h 675966"/>
                <a:gd name="csX39" fmla="*/ 225206 w 1659014"/>
                <a:gd name="csY39" fmla="*/ 523133 h 675966"/>
                <a:gd name="csX40" fmla="*/ 133894 w 1659014"/>
                <a:gd name="csY40" fmla="*/ 595570 h 675966"/>
                <a:gd name="csX41" fmla="*/ 30907 w 1659014"/>
                <a:gd name="csY41" fmla="*/ 574879 h 675966"/>
                <a:gd name="csX42" fmla="*/ 9307 w 1659014"/>
                <a:gd name="csY42" fmla="*/ 499346 h 675966"/>
                <a:gd name="csX43" fmla="*/ 2107 w 1659014"/>
                <a:gd name="csY43" fmla="*/ 418363 h 675966"/>
                <a:gd name="csX0" fmla="*/ 2107 w 1659014"/>
                <a:gd name="csY0" fmla="*/ 418363 h 675966"/>
                <a:gd name="csX1" fmla="*/ 52036 w 1659014"/>
                <a:gd name="csY1" fmla="*/ 391817 h 675966"/>
                <a:gd name="csX2" fmla="*/ 103310 w 1659014"/>
                <a:gd name="csY2" fmla="*/ 413888 h 675966"/>
                <a:gd name="csX3" fmla="*/ 128948 w 1659014"/>
                <a:gd name="csY3" fmla="*/ 396797 h 675966"/>
                <a:gd name="csX4" fmla="*/ 137494 w 1659014"/>
                <a:gd name="csY4" fmla="*/ 371159 h 675966"/>
                <a:gd name="csX5" fmla="*/ 154585 w 1659014"/>
                <a:gd name="csY5" fmla="*/ 345522 h 675966"/>
                <a:gd name="csX6" fmla="*/ 231531 w 1659014"/>
                <a:gd name="csY6" fmla="*/ 322139 h 675966"/>
                <a:gd name="csX7" fmla="*/ 289535 w 1659014"/>
                <a:gd name="csY7" fmla="*/ 294281 h 675966"/>
                <a:gd name="csX8" fmla="*/ 410959 w 1659014"/>
                <a:gd name="csY8" fmla="*/ 277155 h 675966"/>
                <a:gd name="csX9" fmla="*/ 453688 w 1659014"/>
                <a:gd name="csY9" fmla="*/ 294247 h 675966"/>
                <a:gd name="csX10" fmla="*/ 458163 w 1659014"/>
                <a:gd name="csY10" fmla="*/ 234393 h 675966"/>
                <a:gd name="csX11" fmla="*/ 426638 w 1659014"/>
                <a:gd name="csY11" fmla="*/ 114247 h 675966"/>
                <a:gd name="csX12" fmla="*/ 539112 w 1659014"/>
                <a:gd name="csY12" fmla="*/ 210572 h 675966"/>
                <a:gd name="csX13" fmla="*/ 597150 w 1659014"/>
                <a:gd name="csY13" fmla="*/ 274497 h 675966"/>
                <a:gd name="csX14" fmla="*/ 647987 w 1659014"/>
                <a:gd name="csY14" fmla="*/ 271806 h 675966"/>
                <a:gd name="csX15" fmla="*/ 818937 w 1659014"/>
                <a:gd name="csY15" fmla="*/ 204314 h 675966"/>
                <a:gd name="csX16" fmla="*/ 898069 w 1659014"/>
                <a:gd name="csY16" fmla="*/ 148968 h 675966"/>
                <a:gd name="csX17" fmla="*/ 1017710 w 1659014"/>
                <a:gd name="csY17" fmla="*/ 80602 h 675966"/>
                <a:gd name="csX18" fmla="*/ 1111714 w 1659014"/>
                <a:gd name="csY18" fmla="*/ 37873 h 675966"/>
                <a:gd name="csX19" fmla="*/ 1162989 w 1659014"/>
                <a:gd name="csY19" fmla="*/ 12236 h 675966"/>
                <a:gd name="csX20" fmla="*/ 1256993 w 1659014"/>
                <a:gd name="csY20" fmla="*/ 20782 h 675966"/>
                <a:gd name="csX21" fmla="*/ 1319976 w 1659014"/>
                <a:gd name="csY21" fmla="*/ 37873 h 675966"/>
                <a:gd name="csX22" fmla="*/ 1402271 w 1659014"/>
                <a:gd name="csY22" fmla="*/ 48673 h 675966"/>
                <a:gd name="csX23" fmla="*/ 1481909 w 1659014"/>
                <a:gd name="csY23" fmla="*/ 527 h 675966"/>
                <a:gd name="csX24" fmla="*/ 1581733 w 1659014"/>
                <a:gd name="csY24" fmla="*/ 20782 h 675966"/>
                <a:gd name="csX25" fmla="*/ 1657266 w 1659014"/>
                <a:gd name="csY25" fmla="*/ 115223 h 675966"/>
                <a:gd name="csX26" fmla="*/ 1503475 w 1659014"/>
                <a:gd name="csY26" fmla="*/ 201522 h 675966"/>
                <a:gd name="csX27" fmla="*/ 1366877 w 1659014"/>
                <a:gd name="csY27" fmla="*/ 274868 h 675966"/>
                <a:gd name="csX28" fmla="*/ 1276439 w 1659014"/>
                <a:gd name="csY28" fmla="*/ 269013 h 675966"/>
                <a:gd name="csX29" fmla="*/ 1111782 w 1659014"/>
                <a:gd name="csY29" fmla="*/ 293305 h 675966"/>
                <a:gd name="csX30" fmla="*/ 1003344 w 1659014"/>
                <a:gd name="csY30" fmla="*/ 384651 h 675966"/>
                <a:gd name="csX31" fmla="*/ 880978 w 1659014"/>
                <a:gd name="csY31" fmla="*/ 405342 h 675966"/>
                <a:gd name="csX32" fmla="*/ 804066 w 1659014"/>
                <a:gd name="csY32" fmla="*/ 422434 h 675966"/>
                <a:gd name="csX33" fmla="*/ 735699 w 1659014"/>
                <a:gd name="csY33" fmla="*/ 489017 h 675966"/>
                <a:gd name="csX34" fmla="*/ 760462 w 1659014"/>
                <a:gd name="csY34" fmla="*/ 675309 h 675966"/>
                <a:gd name="csX35" fmla="*/ 680825 w 1659014"/>
                <a:gd name="csY35" fmla="*/ 547054 h 675966"/>
                <a:gd name="csX36" fmla="*/ 589983 w 1659014"/>
                <a:gd name="csY36" fmla="*/ 445346 h 675966"/>
                <a:gd name="csX37" fmla="*/ 476196 w 1659014"/>
                <a:gd name="csY37" fmla="*/ 488075 h 675966"/>
                <a:gd name="csX38" fmla="*/ 369172 w 1659014"/>
                <a:gd name="csY38" fmla="*/ 501096 h 675966"/>
                <a:gd name="csX39" fmla="*/ 225206 w 1659014"/>
                <a:gd name="csY39" fmla="*/ 523133 h 675966"/>
                <a:gd name="csX40" fmla="*/ 133894 w 1659014"/>
                <a:gd name="csY40" fmla="*/ 595570 h 675966"/>
                <a:gd name="csX41" fmla="*/ 30907 w 1659014"/>
                <a:gd name="csY41" fmla="*/ 574879 h 675966"/>
                <a:gd name="csX42" fmla="*/ 9307 w 1659014"/>
                <a:gd name="csY42" fmla="*/ 499346 h 675966"/>
                <a:gd name="csX43" fmla="*/ 2107 w 1659014"/>
                <a:gd name="csY43" fmla="*/ 418363 h 675966"/>
                <a:gd name="csX0" fmla="*/ 2107 w 1701567"/>
                <a:gd name="csY0" fmla="*/ 418363 h 675966"/>
                <a:gd name="csX1" fmla="*/ 52036 w 1701567"/>
                <a:gd name="csY1" fmla="*/ 391817 h 675966"/>
                <a:gd name="csX2" fmla="*/ 103310 w 1701567"/>
                <a:gd name="csY2" fmla="*/ 413888 h 675966"/>
                <a:gd name="csX3" fmla="*/ 128948 w 1701567"/>
                <a:gd name="csY3" fmla="*/ 396797 h 675966"/>
                <a:gd name="csX4" fmla="*/ 137494 w 1701567"/>
                <a:gd name="csY4" fmla="*/ 371159 h 675966"/>
                <a:gd name="csX5" fmla="*/ 154585 w 1701567"/>
                <a:gd name="csY5" fmla="*/ 345522 h 675966"/>
                <a:gd name="csX6" fmla="*/ 231531 w 1701567"/>
                <a:gd name="csY6" fmla="*/ 322139 h 675966"/>
                <a:gd name="csX7" fmla="*/ 289535 w 1701567"/>
                <a:gd name="csY7" fmla="*/ 294281 h 675966"/>
                <a:gd name="csX8" fmla="*/ 410959 w 1701567"/>
                <a:gd name="csY8" fmla="*/ 277155 h 675966"/>
                <a:gd name="csX9" fmla="*/ 453688 w 1701567"/>
                <a:gd name="csY9" fmla="*/ 294247 h 675966"/>
                <a:gd name="csX10" fmla="*/ 458163 w 1701567"/>
                <a:gd name="csY10" fmla="*/ 234393 h 675966"/>
                <a:gd name="csX11" fmla="*/ 426638 w 1701567"/>
                <a:gd name="csY11" fmla="*/ 114247 h 675966"/>
                <a:gd name="csX12" fmla="*/ 539112 w 1701567"/>
                <a:gd name="csY12" fmla="*/ 210572 h 675966"/>
                <a:gd name="csX13" fmla="*/ 597150 w 1701567"/>
                <a:gd name="csY13" fmla="*/ 274497 h 675966"/>
                <a:gd name="csX14" fmla="*/ 647987 w 1701567"/>
                <a:gd name="csY14" fmla="*/ 271806 h 675966"/>
                <a:gd name="csX15" fmla="*/ 818937 w 1701567"/>
                <a:gd name="csY15" fmla="*/ 204314 h 675966"/>
                <a:gd name="csX16" fmla="*/ 898069 w 1701567"/>
                <a:gd name="csY16" fmla="*/ 148968 h 675966"/>
                <a:gd name="csX17" fmla="*/ 1017710 w 1701567"/>
                <a:gd name="csY17" fmla="*/ 80602 h 675966"/>
                <a:gd name="csX18" fmla="*/ 1111714 w 1701567"/>
                <a:gd name="csY18" fmla="*/ 37873 h 675966"/>
                <a:gd name="csX19" fmla="*/ 1162989 w 1701567"/>
                <a:gd name="csY19" fmla="*/ 12236 h 675966"/>
                <a:gd name="csX20" fmla="*/ 1256993 w 1701567"/>
                <a:gd name="csY20" fmla="*/ 20782 h 675966"/>
                <a:gd name="csX21" fmla="*/ 1319976 w 1701567"/>
                <a:gd name="csY21" fmla="*/ 37873 h 675966"/>
                <a:gd name="csX22" fmla="*/ 1402271 w 1701567"/>
                <a:gd name="csY22" fmla="*/ 48673 h 675966"/>
                <a:gd name="csX23" fmla="*/ 1481909 w 1701567"/>
                <a:gd name="csY23" fmla="*/ 527 h 675966"/>
                <a:gd name="csX24" fmla="*/ 1581733 w 1701567"/>
                <a:gd name="csY24" fmla="*/ 20782 h 675966"/>
                <a:gd name="csX25" fmla="*/ 1700466 w 1701567"/>
                <a:gd name="csY25" fmla="*/ 129623 h 675966"/>
                <a:gd name="csX26" fmla="*/ 1503475 w 1701567"/>
                <a:gd name="csY26" fmla="*/ 201522 h 675966"/>
                <a:gd name="csX27" fmla="*/ 1366877 w 1701567"/>
                <a:gd name="csY27" fmla="*/ 274868 h 675966"/>
                <a:gd name="csX28" fmla="*/ 1276439 w 1701567"/>
                <a:gd name="csY28" fmla="*/ 269013 h 675966"/>
                <a:gd name="csX29" fmla="*/ 1111782 w 1701567"/>
                <a:gd name="csY29" fmla="*/ 293305 h 675966"/>
                <a:gd name="csX30" fmla="*/ 1003344 w 1701567"/>
                <a:gd name="csY30" fmla="*/ 384651 h 675966"/>
                <a:gd name="csX31" fmla="*/ 880978 w 1701567"/>
                <a:gd name="csY31" fmla="*/ 405342 h 675966"/>
                <a:gd name="csX32" fmla="*/ 804066 w 1701567"/>
                <a:gd name="csY32" fmla="*/ 422434 h 675966"/>
                <a:gd name="csX33" fmla="*/ 735699 w 1701567"/>
                <a:gd name="csY33" fmla="*/ 489017 h 675966"/>
                <a:gd name="csX34" fmla="*/ 760462 w 1701567"/>
                <a:gd name="csY34" fmla="*/ 675309 h 675966"/>
                <a:gd name="csX35" fmla="*/ 680825 w 1701567"/>
                <a:gd name="csY35" fmla="*/ 547054 h 675966"/>
                <a:gd name="csX36" fmla="*/ 589983 w 1701567"/>
                <a:gd name="csY36" fmla="*/ 445346 h 675966"/>
                <a:gd name="csX37" fmla="*/ 476196 w 1701567"/>
                <a:gd name="csY37" fmla="*/ 488075 h 675966"/>
                <a:gd name="csX38" fmla="*/ 369172 w 1701567"/>
                <a:gd name="csY38" fmla="*/ 501096 h 675966"/>
                <a:gd name="csX39" fmla="*/ 225206 w 1701567"/>
                <a:gd name="csY39" fmla="*/ 523133 h 675966"/>
                <a:gd name="csX40" fmla="*/ 133894 w 1701567"/>
                <a:gd name="csY40" fmla="*/ 595570 h 675966"/>
                <a:gd name="csX41" fmla="*/ 30907 w 1701567"/>
                <a:gd name="csY41" fmla="*/ 574879 h 675966"/>
                <a:gd name="csX42" fmla="*/ 9307 w 1701567"/>
                <a:gd name="csY42" fmla="*/ 499346 h 675966"/>
                <a:gd name="csX43" fmla="*/ 2107 w 1701567"/>
                <a:gd name="csY43" fmla="*/ 418363 h 675966"/>
                <a:gd name="csX0" fmla="*/ 2107 w 1701567"/>
                <a:gd name="csY0" fmla="*/ 523761 h 781364"/>
                <a:gd name="csX1" fmla="*/ 52036 w 1701567"/>
                <a:gd name="csY1" fmla="*/ 497215 h 781364"/>
                <a:gd name="csX2" fmla="*/ 103310 w 1701567"/>
                <a:gd name="csY2" fmla="*/ 519286 h 781364"/>
                <a:gd name="csX3" fmla="*/ 128948 w 1701567"/>
                <a:gd name="csY3" fmla="*/ 502195 h 781364"/>
                <a:gd name="csX4" fmla="*/ 137494 w 1701567"/>
                <a:gd name="csY4" fmla="*/ 476557 h 781364"/>
                <a:gd name="csX5" fmla="*/ 154585 w 1701567"/>
                <a:gd name="csY5" fmla="*/ 450920 h 781364"/>
                <a:gd name="csX6" fmla="*/ 231531 w 1701567"/>
                <a:gd name="csY6" fmla="*/ 427537 h 781364"/>
                <a:gd name="csX7" fmla="*/ 289535 w 1701567"/>
                <a:gd name="csY7" fmla="*/ 399679 h 781364"/>
                <a:gd name="csX8" fmla="*/ 410959 w 1701567"/>
                <a:gd name="csY8" fmla="*/ 382553 h 781364"/>
                <a:gd name="csX9" fmla="*/ 453688 w 1701567"/>
                <a:gd name="csY9" fmla="*/ 399645 h 781364"/>
                <a:gd name="csX10" fmla="*/ 458163 w 1701567"/>
                <a:gd name="csY10" fmla="*/ 339791 h 781364"/>
                <a:gd name="csX11" fmla="*/ 430238 w 1701567"/>
                <a:gd name="csY11" fmla="*/ 45 h 781364"/>
                <a:gd name="csX12" fmla="*/ 539112 w 1701567"/>
                <a:gd name="csY12" fmla="*/ 315970 h 781364"/>
                <a:gd name="csX13" fmla="*/ 597150 w 1701567"/>
                <a:gd name="csY13" fmla="*/ 379895 h 781364"/>
                <a:gd name="csX14" fmla="*/ 647987 w 1701567"/>
                <a:gd name="csY14" fmla="*/ 377204 h 781364"/>
                <a:gd name="csX15" fmla="*/ 818937 w 1701567"/>
                <a:gd name="csY15" fmla="*/ 309712 h 781364"/>
                <a:gd name="csX16" fmla="*/ 898069 w 1701567"/>
                <a:gd name="csY16" fmla="*/ 254366 h 781364"/>
                <a:gd name="csX17" fmla="*/ 1017710 w 1701567"/>
                <a:gd name="csY17" fmla="*/ 186000 h 781364"/>
                <a:gd name="csX18" fmla="*/ 1111714 w 1701567"/>
                <a:gd name="csY18" fmla="*/ 143271 h 781364"/>
                <a:gd name="csX19" fmla="*/ 1162989 w 1701567"/>
                <a:gd name="csY19" fmla="*/ 117634 h 781364"/>
                <a:gd name="csX20" fmla="*/ 1256993 w 1701567"/>
                <a:gd name="csY20" fmla="*/ 126180 h 781364"/>
                <a:gd name="csX21" fmla="*/ 1319976 w 1701567"/>
                <a:gd name="csY21" fmla="*/ 143271 h 781364"/>
                <a:gd name="csX22" fmla="*/ 1402271 w 1701567"/>
                <a:gd name="csY22" fmla="*/ 154071 h 781364"/>
                <a:gd name="csX23" fmla="*/ 1481909 w 1701567"/>
                <a:gd name="csY23" fmla="*/ 105925 h 781364"/>
                <a:gd name="csX24" fmla="*/ 1581733 w 1701567"/>
                <a:gd name="csY24" fmla="*/ 126180 h 781364"/>
                <a:gd name="csX25" fmla="*/ 1700466 w 1701567"/>
                <a:gd name="csY25" fmla="*/ 235021 h 781364"/>
                <a:gd name="csX26" fmla="*/ 1503475 w 1701567"/>
                <a:gd name="csY26" fmla="*/ 306920 h 781364"/>
                <a:gd name="csX27" fmla="*/ 1366877 w 1701567"/>
                <a:gd name="csY27" fmla="*/ 380266 h 781364"/>
                <a:gd name="csX28" fmla="*/ 1276439 w 1701567"/>
                <a:gd name="csY28" fmla="*/ 374411 h 781364"/>
                <a:gd name="csX29" fmla="*/ 1111782 w 1701567"/>
                <a:gd name="csY29" fmla="*/ 398703 h 781364"/>
                <a:gd name="csX30" fmla="*/ 1003344 w 1701567"/>
                <a:gd name="csY30" fmla="*/ 490049 h 781364"/>
                <a:gd name="csX31" fmla="*/ 880978 w 1701567"/>
                <a:gd name="csY31" fmla="*/ 510740 h 781364"/>
                <a:gd name="csX32" fmla="*/ 804066 w 1701567"/>
                <a:gd name="csY32" fmla="*/ 527832 h 781364"/>
                <a:gd name="csX33" fmla="*/ 735699 w 1701567"/>
                <a:gd name="csY33" fmla="*/ 594415 h 781364"/>
                <a:gd name="csX34" fmla="*/ 760462 w 1701567"/>
                <a:gd name="csY34" fmla="*/ 780707 h 781364"/>
                <a:gd name="csX35" fmla="*/ 680825 w 1701567"/>
                <a:gd name="csY35" fmla="*/ 652452 h 781364"/>
                <a:gd name="csX36" fmla="*/ 589983 w 1701567"/>
                <a:gd name="csY36" fmla="*/ 550744 h 781364"/>
                <a:gd name="csX37" fmla="*/ 476196 w 1701567"/>
                <a:gd name="csY37" fmla="*/ 593473 h 781364"/>
                <a:gd name="csX38" fmla="*/ 369172 w 1701567"/>
                <a:gd name="csY38" fmla="*/ 606494 h 781364"/>
                <a:gd name="csX39" fmla="*/ 225206 w 1701567"/>
                <a:gd name="csY39" fmla="*/ 628531 h 781364"/>
                <a:gd name="csX40" fmla="*/ 133894 w 1701567"/>
                <a:gd name="csY40" fmla="*/ 700968 h 781364"/>
                <a:gd name="csX41" fmla="*/ 30907 w 1701567"/>
                <a:gd name="csY41" fmla="*/ 680277 h 781364"/>
                <a:gd name="csX42" fmla="*/ 9307 w 1701567"/>
                <a:gd name="csY42" fmla="*/ 604744 h 781364"/>
                <a:gd name="csX43" fmla="*/ 2107 w 1701567"/>
                <a:gd name="csY43" fmla="*/ 523761 h 781364"/>
                <a:gd name="csX0" fmla="*/ 2107 w 1701567"/>
                <a:gd name="csY0" fmla="*/ 525281 h 782884"/>
                <a:gd name="csX1" fmla="*/ 52036 w 1701567"/>
                <a:gd name="csY1" fmla="*/ 498735 h 782884"/>
                <a:gd name="csX2" fmla="*/ 103310 w 1701567"/>
                <a:gd name="csY2" fmla="*/ 520806 h 782884"/>
                <a:gd name="csX3" fmla="*/ 128948 w 1701567"/>
                <a:gd name="csY3" fmla="*/ 503715 h 782884"/>
                <a:gd name="csX4" fmla="*/ 137494 w 1701567"/>
                <a:gd name="csY4" fmla="*/ 478077 h 782884"/>
                <a:gd name="csX5" fmla="*/ 154585 w 1701567"/>
                <a:gd name="csY5" fmla="*/ 452440 h 782884"/>
                <a:gd name="csX6" fmla="*/ 231531 w 1701567"/>
                <a:gd name="csY6" fmla="*/ 429057 h 782884"/>
                <a:gd name="csX7" fmla="*/ 289535 w 1701567"/>
                <a:gd name="csY7" fmla="*/ 401199 h 782884"/>
                <a:gd name="csX8" fmla="*/ 410959 w 1701567"/>
                <a:gd name="csY8" fmla="*/ 384073 h 782884"/>
                <a:gd name="csX9" fmla="*/ 453688 w 1701567"/>
                <a:gd name="csY9" fmla="*/ 401165 h 782884"/>
                <a:gd name="csX10" fmla="*/ 458163 w 1701567"/>
                <a:gd name="csY10" fmla="*/ 341311 h 782884"/>
                <a:gd name="csX11" fmla="*/ 446589 w 1701567"/>
                <a:gd name="csY11" fmla="*/ 202121 h 782884"/>
                <a:gd name="csX12" fmla="*/ 430238 w 1701567"/>
                <a:gd name="csY12" fmla="*/ 1565 h 782884"/>
                <a:gd name="csX13" fmla="*/ 539112 w 1701567"/>
                <a:gd name="csY13" fmla="*/ 317490 h 782884"/>
                <a:gd name="csX14" fmla="*/ 597150 w 1701567"/>
                <a:gd name="csY14" fmla="*/ 381415 h 782884"/>
                <a:gd name="csX15" fmla="*/ 647987 w 1701567"/>
                <a:gd name="csY15" fmla="*/ 378724 h 782884"/>
                <a:gd name="csX16" fmla="*/ 818937 w 1701567"/>
                <a:gd name="csY16" fmla="*/ 311232 h 782884"/>
                <a:gd name="csX17" fmla="*/ 898069 w 1701567"/>
                <a:gd name="csY17" fmla="*/ 255886 h 782884"/>
                <a:gd name="csX18" fmla="*/ 1017710 w 1701567"/>
                <a:gd name="csY18" fmla="*/ 187520 h 782884"/>
                <a:gd name="csX19" fmla="*/ 1111714 w 1701567"/>
                <a:gd name="csY19" fmla="*/ 144791 h 782884"/>
                <a:gd name="csX20" fmla="*/ 1162989 w 1701567"/>
                <a:gd name="csY20" fmla="*/ 119154 h 782884"/>
                <a:gd name="csX21" fmla="*/ 1256993 w 1701567"/>
                <a:gd name="csY21" fmla="*/ 127700 h 782884"/>
                <a:gd name="csX22" fmla="*/ 1319976 w 1701567"/>
                <a:gd name="csY22" fmla="*/ 144791 h 782884"/>
                <a:gd name="csX23" fmla="*/ 1402271 w 1701567"/>
                <a:gd name="csY23" fmla="*/ 155591 h 782884"/>
                <a:gd name="csX24" fmla="*/ 1481909 w 1701567"/>
                <a:gd name="csY24" fmla="*/ 107445 h 782884"/>
                <a:gd name="csX25" fmla="*/ 1581733 w 1701567"/>
                <a:gd name="csY25" fmla="*/ 127700 h 782884"/>
                <a:gd name="csX26" fmla="*/ 1700466 w 1701567"/>
                <a:gd name="csY26" fmla="*/ 236541 h 782884"/>
                <a:gd name="csX27" fmla="*/ 1503475 w 1701567"/>
                <a:gd name="csY27" fmla="*/ 308440 h 782884"/>
                <a:gd name="csX28" fmla="*/ 1366877 w 1701567"/>
                <a:gd name="csY28" fmla="*/ 381786 h 782884"/>
                <a:gd name="csX29" fmla="*/ 1276439 w 1701567"/>
                <a:gd name="csY29" fmla="*/ 375931 h 782884"/>
                <a:gd name="csX30" fmla="*/ 1111782 w 1701567"/>
                <a:gd name="csY30" fmla="*/ 400223 h 782884"/>
                <a:gd name="csX31" fmla="*/ 1003344 w 1701567"/>
                <a:gd name="csY31" fmla="*/ 491569 h 782884"/>
                <a:gd name="csX32" fmla="*/ 880978 w 1701567"/>
                <a:gd name="csY32" fmla="*/ 512260 h 782884"/>
                <a:gd name="csX33" fmla="*/ 804066 w 1701567"/>
                <a:gd name="csY33" fmla="*/ 529352 h 782884"/>
                <a:gd name="csX34" fmla="*/ 735699 w 1701567"/>
                <a:gd name="csY34" fmla="*/ 595935 h 782884"/>
                <a:gd name="csX35" fmla="*/ 760462 w 1701567"/>
                <a:gd name="csY35" fmla="*/ 782227 h 782884"/>
                <a:gd name="csX36" fmla="*/ 680825 w 1701567"/>
                <a:gd name="csY36" fmla="*/ 653972 h 782884"/>
                <a:gd name="csX37" fmla="*/ 589983 w 1701567"/>
                <a:gd name="csY37" fmla="*/ 552264 h 782884"/>
                <a:gd name="csX38" fmla="*/ 476196 w 1701567"/>
                <a:gd name="csY38" fmla="*/ 594993 h 782884"/>
                <a:gd name="csX39" fmla="*/ 369172 w 1701567"/>
                <a:gd name="csY39" fmla="*/ 608014 h 782884"/>
                <a:gd name="csX40" fmla="*/ 225206 w 1701567"/>
                <a:gd name="csY40" fmla="*/ 630051 h 782884"/>
                <a:gd name="csX41" fmla="*/ 133894 w 1701567"/>
                <a:gd name="csY41" fmla="*/ 702488 h 782884"/>
                <a:gd name="csX42" fmla="*/ 30907 w 1701567"/>
                <a:gd name="csY42" fmla="*/ 681797 h 782884"/>
                <a:gd name="csX43" fmla="*/ 9307 w 1701567"/>
                <a:gd name="csY43" fmla="*/ 606264 h 782884"/>
                <a:gd name="csX44" fmla="*/ 2107 w 1701567"/>
                <a:gd name="csY44" fmla="*/ 525281 h 782884"/>
                <a:gd name="csX0" fmla="*/ 2107 w 1701567"/>
                <a:gd name="csY0" fmla="*/ 525281 h 782884"/>
                <a:gd name="csX1" fmla="*/ 52036 w 1701567"/>
                <a:gd name="csY1" fmla="*/ 498735 h 782884"/>
                <a:gd name="csX2" fmla="*/ 103310 w 1701567"/>
                <a:gd name="csY2" fmla="*/ 520806 h 782884"/>
                <a:gd name="csX3" fmla="*/ 128948 w 1701567"/>
                <a:gd name="csY3" fmla="*/ 503715 h 782884"/>
                <a:gd name="csX4" fmla="*/ 137494 w 1701567"/>
                <a:gd name="csY4" fmla="*/ 478077 h 782884"/>
                <a:gd name="csX5" fmla="*/ 154585 w 1701567"/>
                <a:gd name="csY5" fmla="*/ 452440 h 782884"/>
                <a:gd name="csX6" fmla="*/ 231531 w 1701567"/>
                <a:gd name="csY6" fmla="*/ 429057 h 782884"/>
                <a:gd name="csX7" fmla="*/ 289535 w 1701567"/>
                <a:gd name="csY7" fmla="*/ 401199 h 782884"/>
                <a:gd name="csX8" fmla="*/ 410959 w 1701567"/>
                <a:gd name="csY8" fmla="*/ 384073 h 782884"/>
                <a:gd name="csX9" fmla="*/ 453688 w 1701567"/>
                <a:gd name="csY9" fmla="*/ 401165 h 782884"/>
                <a:gd name="csX10" fmla="*/ 458163 w 1701567"/>
                <a:gd name="csY10" fmla="*/ 341311 h 782884"/>
                <a:gd name="csX11" fmla="*/ 428589 w 1701567"/>
                <a:gd name="csY11" fmla="*/ 202121 h 782884"/>
                <a:gd name="csX12" fmla="*/ 430238 w 1701567"/>
                <a:gd name="csY12" fmla="*/ 1565 h 782884"/>
                <a:gd name="csX13" fmla="*/ 539112 w 1701567"/>
                <a:gd name="csY13" fmla="*/ 317490 h 782884"/>
                <a:gd name="csX14" fmla="*/ 597150 w 1701567"/>
                <a:gd name="csY14" fmla="*/ 381415 h 782884"/>
                <a:gd name="csX15" fmla="*/ 647987 w 1701567"/>
                <a:gd name="csY15" fmla="*/ 378724 h 782884"/>
                <a:gd name="csX16" fmla="*/ 818937 w 1701567"/>
                <a:gd name="csY16" fmla="*/ 311232 h 782884"/>
                <a:gd name="csX17" fmla="*/ 898069 w 1701567"/>
                <a:gd name="csY17" fmla="*/ 255886 h 782884"/>
                <a:gd name="csX18" fmla="*/ 1017710 w 1701567"/>
                <a:gd name="csY18" fmla="*/ 187520 h 782884"/>
                <a:gd name="csX19" fmla="*/ 1111714 w 1701567"/>
                <a:gd name="csY19" fmla="*/ 144791 h 782884"/>
                <a:gd name="csX20" fmla="*/ 1162989 w 1701567"/>
                <a:gd name="csY20" fmla="*/ 119154 h 782884"/>
                <a:gd name="csX21" fmla="*/ 1256993 w 1701567"/>
                <a:gd name="csY21" fmla="*/ 127700 h 782884"/>
                <a:gd name="csX22" fmla="*/ 1319976 w 1701567"/>
                <a:gd name="csY22" fmla="*/ 144791 h 782884"/>
                <a:gd name="csX23" fmla="*/ 1402271 w 1701567"/>
                <a:gd name="csY23" fmla="*/ 155591 h 782884"/>
                <a:gd name="csX24" fmla="*/ 1481909 w 1701567"/>
                <a:gd name="csY24" fmla="*/ 107445 h 782884"/>
                <a:gd name="csX25" fmla="*/ 1581733 w 1701567"/>
                <a:gd name="csY25" fmla="*/ 127700 h 782884"/>
                <a:gd name="csX26" fmla="*/ 1700466 w 1701567"/>
                <a:gd name="csY26" fmla="*/ 236541 h 782884"/>
                <a:gd name="csX27" fmla="*/ 1503475 w 1701567"/>
                <a:gd name="csY27" fmla="*/ 308440 h 782884"/>
                <a:gd name="csX28" fmla="*/ 1366877 w 1701567"/>
                <a:gd name="csY28" fmla="*/ 381786 h 782884"/>
                <a:gd name="csX29" fmla="*/ 1276439 w 1701567"/>
                <a:gd name="csY29" fmla="*/ 375931 h 782884"/>
                <a:gd name="csX30" fmla="*/ 1111782 w 1701567"/>
                <a:gd name="csY30" fmla="*/ 400223 h 782884"/>
                <a:gd name="csX31" fmla="*/ 1003344 w 1701567"/>
                <a:gd name="csY31" fmla="*/ 491569 h 782884"/>
                <a:gd name="csX32" fmla="*/ 880978 w 1701567"/>
                <a:gd name="csY32" fmla="*/ 512260 h 782884"/>
                <a:gd name="csX33" fmla="*/ 804066 w 1701567"/>
                <a:gd name="csY33" fmla="*/ 529352 h 782884"/>
                <a:gd name="csX34" fmla="*/ 735699 w 1701567"/>
                <a:gd name="csY34" fmla="*/ 595935 h 782884"/>
                <a:gd name="csX35" fmla="*/ 760462 w 1701567"/>
                <a:gd name="csY35" fmla="*/ 782227 h 782884"/>
                <a:gd name="csX36" fmla="*/ 680825 w 1701567"/>
                <a:gd name="csY36" fmla="*/ 653972 h 782884"/>
                <a:gd name="csX37" fmla="*/ 589983 w 1701567"/>
                <a:gd name="csY37" fmla="*/ 552264 h 782884"/>
                <a:gd name="csX38" fmla="*/ 476196 w 1701567"/>
                <a:gd name="csY38" fmla="*/ 594993 h 782884"/>
                <a:gd name="csX39" fmla="*/ 369172 w 1701567"/>
                <a:gd name="csY39" fmla="*/ 608014 h 782884"/>
                <a:gd name="csX40" fmla="*/ 225206 w 1701567"/>
                <a:gd name="csY40" fmla="*/ 630051 h 782884"/>
                <a:gd name="csX41" fmla="*/ 133894 w 1701567"/>
                <a:gd name="csY41" fmla="*/ 702488 h 782884"/>
                <a:gd name="csX42" fmla="*/ 30907 w 1701567"/>
                <a:gd name="csY42" fmla="*/ 681797 h 782884"/>
                <a:gd name="csX43" fmla="*/ 9307 w 1701567"/>
                <a:gd name="csY43" fmla="*/ 606264 h 782884"/>
                <a:gd name="csX44" fmla="*/ 2107 w 1701567"/>
                <a:gd name="csY44" fmla="*/ 525281 h 782884"/>
                <a:gd name="csX0" fmla="*/ 2107 w 1701567"/>
                <a:gd name="csY0" fmla="*/ 524188 h 781791"/>
                <a:gd name="csX1" fmla="*/ 52036 w 1701567"/>
                <a:gd name="csY1" fmla="*/ 497642 h 781791"/>
                <a:gd name="csX2" fmla="*/ 103310 w 1701567"/>
                <a:gd name="csY2" fmla="*/ 519713 h 781791"/>
                <a:gd name="csX3" fmla="*/ 128948 w 1701567"/>
                <a:gd name="csY3" fmla="*/ 502622 h 781791"/>
                <a:gd name="csX4" fmla="*/ 137494 w 1701567"/>
                <a:gd name="csY4" fmla="*/ 476984 h 781791"/>
                <a:gd name="csX5" fmla="*/ 154585 w 1701567"/>
                <a:gd name="csY5" fmla="*/ 451347 h 781791"/>
                <a:gd name="csX6" fmla="*/ 231531 w 1701567"/>
                <a:gd name="csY6" fmla="*/ 427964 h 781791"/>
                <a:gd name="csX7" fmla="*/ 289535 w 1701567"/>
                <a:gd name="csY7" fmla="*/ 400106 h 781791"/>
                <a:gd name="csX8" fmla="*/ 410959 w 1701567"/>
                <a:gd name="csY8" fmla="*/ 382980 h 781791"/>
                <a:gd name="csX9" fmla="*/ 453688 w 1701567"/>
                <a:gd name="csY9" fmla="*/ 400072 h 781791"/>
                <a:gd name="csX10" fmla="*/ 458163 w 1701567"/>
                <a:gd name="csY10" fmla="*/ 340218 h 781791"/>
                <a:gd name="csX11" fmla="*/ 428589 w 1701567"/>
                <a:gd name="csY11" fmla="*/ 201028 h 781791"/>
                <a:gd name="csX12" fmla="*/ 430238 w 1701567"/>
                <a:gd name="csY12" fmla="*/ 472 h 781791"/>
                <a:gd name="csX13" fmla="*/ 478989 w 1701567"/>
                <a:gd name="csY13" fmla="*/ 150628 h 781791"/>
                <a:gd name="csX14" fmla="*/ 539112 w 1701567"/>
                <a:gd name="csY14" fmla="*/ 316397 h 781791"/>
                <a:gd name="csX15" fmla="*/ 597150 w 1701567"/>
                <a:gd name="csY15" fmla="*/ 380322 h 781791"/>
                <a:gd name="csX16" fmla="*/ 647987 w 1701567"/>
                <a:gd name="csY16" fmla="*/ 377631 h 781791"/>
                <a:gd name="csX17" fmla="*/ 818937 w 1701567"/>
                <a:gd name="csY17" fmla="*/ 310139 h 781791"/>
                <a:gd name="csX18" fmla="*/ 898069 w 1701567"/>
                <a:gd name="csY18" fmla="*/ 254793 h 781791"/>
                <a:gd name="csX19" fmla="*/ 1017710 w 1701567"/>
                <a:gd name="csY19" fmla="*/ 186427 h 781791"/>
                <a:gd name="csX20" fmla="*/ 1111714 w 1701567"/>
                <a:gd name="csY20" fmla="*/ 143698 h 781791"/>
                <a:gd name="csX21" fmla="*/ 1162989 w 1701567"/>
                <a:gd name="csY21" fmla="*/ 118061 h 781791"/>
                <a:gd name="csX22" fmla="*/ 1256993 w 1701567"/>
                <a:gd name="csY22" fmla="*/ 126607 h 781791"/>
                <a:gd name="csX23" fmla="*/ 1319976 w 1701567"/>
                <a:gd name="csY23" fmla="*/ 143698 h 781791"/>
                <a:gd name="csX24" fmla="*/ 1402271 w 1701567"/>
                <a:gd name="csY24" fmla="*/ 154498 h 781791"/>
                <a:gd name="csX25" fmla="*/ 1481909 w 1701567"/>
                <a:gd name="csY25" fmla="*/ 106352 h 781791"/>
                <a:gd name="csX26" fmla="*/ 1581733 w 1701567"/>
                <a:gd name="csY26" fmla="*/ 126607 h 781791"/>
                <a:gd name="csX27" fmla="*/ 1700466 w 1701567"/>
                <a:gd name="csY27" fmla="*/ 235448 h 781791"/>
                <a:gd name="csX28" fmla="*/ 1503475 w 1701567"/>
                <a:gd name="csY28" fmla="*/ 307347 h 781791"/>
                <a:gd name="csX29" fmla="*/ 1366877 w 1701567"/>
                <a:gd name="csY29" fmla="*/ 380693 h 781791"/>
                <a:gd name="csX30" fmla="*/ 1276439 w 1701567"/>
                <a:gd name="csY30" fmla="*/ 374838 h 781791"/>
                <a:gd name="csX31" fmla="*/ 1111782 w 1701567"/>
                <a:gd name="csY31" fmla="*/ 399130 h 781791"/>
                <a:gd name="csX32" fmla="*/ 1003344 w 1701567"/>
                <a:gd name="csY32" fmla="*/ 490476 h 781791"/>
                <a:gd name="csX33" fmla="*/ 880978 w 1701567"/>
                <a:gd name="csY33" fmla="*/ 511167 h 781791"/>
                <a:gd name="csX34" fmla="*/ 804066 w 1701567"/>
                <a:gd name="csY34" fmla="*/ 528259 h 781791"/>
                <a:gd name="csX35" fmla="*/ 735699 w 1701567"/>
                <a:gd name="csY35" fmla="*/ 594842 h 781791"/>
                <a:gd name="csX36" fmla="*/ 760462 w 1701567"/>
                <a:gd name="csY36" fmla="*/ 781134 h 781791"/>
                <a:gd name="csX37" fmla="*/ 680825 w 1701567"/>
                <a:gd name="csY37" fmla="*/ 652879 h 781791"/>
                <a:gd name="csX38" fmla="*/ 589983 w 1701567"/>
                <a:gd name="csY38" fmla="*/ 551171 h 781791"/>
                <a:gd name="csX39" fmla="*/ 476196 w 1701567"/>
                <a:gd name="csY39" fmla="*/ 593900 h 781791"/>
                <a:gd name="csX40" fmla="*/ 369172 w 1701567"/>
                <a:gd name="csY40" fmla="*/ 606921 h 781791"/>
                <a:gd name="csX41" fmla="*/ 225206 w 1701567"/>
                <a:gd name="csY41" fmla="*/ 628958 h 781791"/>
                <a:gd name="csX42" fmla="*/ 133894 w 1701567"/>
                <a:gd name="csY42" fmla="*/ 701395 h 781791"/>
                <a:gd name="csX43" fmla="*/ 30907 w 1701567"/>
                <a:gd name="csY43" fmla="*/ 680704 h 781791"/>
                <a:gd name="csX44" fmla="*/ 9307 w 1701567"/>
                <a:gd name="csY44" fmla="*/ 605171 h 781791"/>
                <a:gd name="csX45" fmla="*/ 2107 w 1701567"/>
                <a:gd name="csY45" fmla="*/ 524188 h 781791"/>
                <a:gd name="csX0" fmla="*/ 2107 w 1701567"/>
                <a:gd name="csY0" fmla="*/ 525500 h 783103"/>
                <a:gd name="csX1" fmla="*/ 52036 w 1701567"/>
                <a:gd name="csY1" fmla="*/ 498954 h 783103"/>
                <a:gd name="csX2" fmla="*/ 103310 w 1701567"/>
                <a:gd name="csY2" fmla="*/ 521025 h 783103"/>
                <a:gd name="csX3" fmla="*/ 128948 w 1701567"/>
                <a:gd name="csY3" fmla="*/ 503934 h 783103"/>
                <a:gd name="csX4" fmla="*/ 137494 w 1701567"/>
                <a:gd name="csY4" fmla="*/ 478296 h 783103"/>
                <a:gd name="csX5" fmla="*/ 154585 w 1701567"/>
                <a:gd name="csY5" fmla="*/ 452659 h 783103"/>
                <a:gd name="csX6" fmla="*/ 231531 w 1701567"/>
                <a:gd name="csY6" fmla="*/ 429276 h 783103"/>
                <a:gd name="csX7" fmla="*/ 289535 w 1701567"/>
                <a:gd name="csY7" fmla="*/ 401418 h 783103"/>
                <a:gd name="csX8" fmla="*/ 410959 w 1701567"/>
                <a:gd name="csY8" fmla="*/ 384292 h 783103"/>
                <a:gd name="csX9" fmla="*/ 453688 w 1701567"/>
                <a:gd name="csY9" fmla="*/ 401384 h 783103"/>
                <a:gd name="csX10" fmla="*/ 458163 w 1701567"/>
                <a:gd name="csY10" fmla="*/ 341530 h 783103"/>
                <a:gd name="csX11" fmla="*/ 428589 w 1701567"/>
                <a:gd name="csY11" fmla="*/ 202340 h 783103"/>
                <a:gd name="csX12" fmla="*/ 430238 w 1701567"/>
                <a:gd name="csY12" fmla="*/ 1784 h 783103"/>
                <a:gd name="csX13" fmla="*/ 514989 w 1701567"/>
                <a:gd name="csY13" fmla="*/ 115940 h 783103"/>
                <a:gd name="csX14" fmla="*/ 539112 w 1701567"/>
                <a:gd name="csY14" fmla="*/ 317709 h 783103"/>
                <a:gd name="csX15" fmla="*/ 597150 w 1701567"/>
                <a:gd name="csY15" fmla="*/ 381634 h 783103"/>
                <a:gd name="csX16" fmla="*/ 647987 w 1701567"/>
                <a:gd name="csY16" fmla="*/ 378943 h 783103"/>
                <a:gd name="csX17" fmla="*/ 818937 w 1701567"/>
                <a:gd name="csY17" fmla="*/ 311451 h 783103"/>
                <a:gd name="csX18" fmla="*/ 898069 w 1701567"/>
                <a:gd name="csY18" fmla="*/ 256105 h 783103"/>
                <a:gd name="csX19" fmla="*/ 1017710 w 1701567"/>
                <a:gd name="csY19" fmla="*/ 187739 h 783103"/>
                <a:gd name="csX20" fmla="*/ 1111714 w 1701567"/>
                <a:gd name="csY20" fmla="*/ 145010 h 783103"/>
                <a:gd name="csX21" fmla="*/ 1162989 w 1701567"/>
                <a:gd name="csY21" fmla="*/ 119373 h 783103"/>
                <a:gd name="csX22" fmla="*/ 1256993 w 1701567"/>
                <a:gd name="csY22" fmla="*/ 127919 h 783103"/>
                <a:gd name="csX23" fmla="*/ 1319976 w 1701567"/>
                <a:gd name="csY23" fmla="*/ 145010 h 783103"/>
                <a:gd name="csX24" fmla="*/ 1402271 w 1701567"/>
                <a:gd name="csY24" fmla="*/ 155810 h 783103"/>
                <a:gd name="csX25" fmla="*/ 1481909 w 1701567"/>
                <a:gd name="csY25" fmla="*/ 107664 h 783103"/>
                <a:gd name="csX26" fmla="*/ 1581733 w 1701567"/>
                <a:gd name="csY26" fmla="*/ 127919 h 783103"/>
                <a:gd name="csX27" fmla="*/ 1700466 w 1701567"/>
                <a:gd name="csY27" fmla="*/ 236760 h 783103"/>
                <a:gd name="csX28" fmla="*/ 1503475 w 1701567"/>
                <a:gd name="csY28" fmla="*/ 308659 h 783103"/>
                <a:gd name="csX29" fmla="*/ 1366877 w 1701567"/>
                <a:gd name="csY29" fmla="*/ 382005 h 783103"/>
                <a:gd name="csX30" fmla="*/ 1276439 w 1701567"/>
                <a:gd name="csY30" fmla="*/ 376150 h 783103"/>
                <a:gd name="csX31" fmla="*/ 1111782 w 1701567"/>
                <a:gd name="csY31" fmla="*/ 400442 h 783103"/>
                <a:gd name="csX32" fmla="*/ 1003344 w 1701567"/>
                <a:gd name="csY32" fmla="*/ 491788 h 783103"/>
                <a:gd name="csX33" fmla="*/ 880978 w 1701567"/>
                <a:gd name="csY33" fmla="*/ 512479 h 783103"/>
                <a:gd name="csX34" fmla="*/ 804066 w 1701567"/>
                <a:gd name="csY34" fmla="*/ 529571 h 783103"/>
                <a:gd name="csX35" fmla="*/ 735699 w 1701567"/>
                <a:gd name="csY35" fmla="*/ 596154 h 783103"/>
                <a:gd name="csX36" fmla="*/ 760462 w 1701567"/>
                <a:gd name="csY36" fmla="*/ 782446 h 783103"/>
                <a:gd name="csX37" fmla="*/ 680825 w 1701567"/>
                <a:gd name="csY37" fmla="*/ 654191 h 783103"/>
                <a:gd name="csX38" fmla="*/ 589983 w 1701567"/>
                <a:gd name="csY38" fmla="*/ 552483 h 783103"/>
                <a:gd name="csX39" fmla="*/ 476196 w 1701567"/>
                <a:gd name="csY39" fmla="*/ 595212 h 783103"/>
                <a:gd name="csX40" fmla="*/ 369172 w 1701567"/>
                <a:gd name="csY40" fmla="*/ 608233 h 783103"/>
                <a:gd name="csX41" fmla="*/ 225206 w 1701567"/>
                <a:gd name="csY41" fmla="*/ 630270 h 783103"/>
                <a:gd name="csX42" fmla="*/ 133894 w 1701567"/>
                <a:gd name="csY42" fmla="*/ 702707 h 783103"/>
                <a:gd name="csX43" fmla="*/ 30907 w 1701567"/>
                <a:gd name="csY43" fmla="*/ 682016 h 783103"/>
                <a:gd name="csX44" fmla="*/ 9307 w 1701567"/>
                <a:gd name="csY44" fmla="*/ 606483 h 783103"/>
                <a:gd name="csX45" fmla="*/ 2107 w 1701567"/>
                <a:gd name="csY45" fmla="*/ 525500 h 783103"/>
                <a:gd name="csX0" fmla="*/ 2107 w 1701567"/>
                <a:gd name="csY0" fmla="*/ 525500 h 783103"/>
                <a:gd name="csX1" fmla="*/ 52036 w 1701567"/>
                <a:gd name="csY1" fmla="*/ 498954 h 783103"/>
                <a:gd name="csX2" fmla="*/ 103310 w 1701567"/>
                <a:gd name="csY2" fmla="*/ 521025 h 783103"/>
                <a:gd name="csX3" fmla="*/ 128948 w 1701567"/>
                <a:gd name="csY3" fmla="*/ 503934 h 783103"/>
                <a:gd name="csX4" fmla="*/ 137494 w 1701567"/>
                <a:gd name="csY4" fmla="*/ 478296 h 783103"/>
                <a:gd name="csX5" fmla="*/ 154585 w 1701567"/>
                <a:gd name="csY5" fmla="*/ 452659 h 783103"/>
                <a:gd name="csX6" fmla="*/ 231531 w 1701567"/>
                <a:gd name="csY6" fmla="*/ 429276 h 783103"/>
                <a:gd name="csX7" fmla="*/ 289535 w 1701567"/>
                <a:gd name="csY7" fmla="*/ 401418 h 783103"/>
                <a:gd name="csX8" fmla="*/ 410959 w 1701567"/>
                <a:gd name="csY8" fmla="*/ 384292 h 783103"/>
                <a:gd name="csX9" fmla="*/ 453688 w 1701567"/>
                <a:gd name="csY9" fmla="*/ 401384 h 783103"/>
                <a:gd name="csX10" fmla="*/ 458163 w 1701567"/>
                <a:gd name="csY10" fmla="*/ 341530 h 783103"/>
                <a:gd name="csX11" fmla="*/ 428589 w 1701567"/>
                <a:gd name="csY11" fmla="*/ 202340 h 783103"/>
                <a:gd name="csX12" fmla="*/ 430238 w 1701567"/>
                <a:gd name="csY12" fmla="*/ 1784 h 783103"/>
                <a:gd name="csX13" fmla="*/ 514989 w 1701567"/>
                <a:gd name="csY13" fmla="*/ 115940 h 783103"/>
                <a:gd name="csX14" fmla="*/ 607512 w 1701567"/>
                <a:gd name="csY14" fmla="*/ 206109 h 783103"/>
                <a:gd name="csX15" fmla="*/ 597150 w 1701567"/>
                <a:gd name="csY15" fmla="*/ 381634 h 783103"/>
                <a:gd name="csX16" fmla="*/ 647987 w 1701567"/>
                <a:gd name="csY16" fmla="*/ 378943 h 783103"/>
                <a:gd name="csX17" fmla="*/ 818937 w 1701567"/>
                <a:gd name="csY17" fmla="*/ 311451 h 783103"/>
                <a:gd name="csX18" fmla="*/ 898069 w 1701567"/>
                <a:gd name="csY18" fmla="*/ 256105 h 783103"/>
                <a:gd name="csX19" fmla="*/ 1017710 w 1701567"/>
                <a:gd name="csY19" fmla="*/ 187739 h 783103"/>
                <a:gd name="csX20" fmla="*/ 1111714 w 1701567"/>
                <a:gd name="csY20" fmla="*/ 145010 h 783103"/>
                <a:gd name="csX21" fmla="*/ 1162989 w 1701567"/>
                <a:gd name="csY21" fmla="*/ 119373 h 783103"/>
                <a:gd name="csX22" fmla="*/ 1256993 w 1701567"/>
                <a:gd name="csY22" fmla="*/ 127919 h 783103"/>
                <a:gd name="csX23" fmla="*/ 1319976 w 1701567"/>
                <a:gd name="csY23" fmla="*/ 145010 h 783103"/>
                <a:gd name="csX24" fmla="*/ 1402271 w 1701567"/>
                <a:gd name="csY24" fmla="*/ 155810 h 783103"/>
                <a:gd name="csX25" fmla="*/ 1481909 w 1701567"/>
                <a:gd name="csY25" fmla="*/ 107664 h 783103"/>
                <a:gd name="csX26" fmla="*/ 1581733 w 1701567"/>
                <a:gd name="csY26" fmla="*/ 127919 h 783103"/>
                <a:gd name="csX27" fmla="*/ 1700466 w 1701567"/>
                <a:gd name="csY27" fmla="*/ 236760 h 783103"/>
                <a:gd name="csX28" fmla="*/ 1503475 w 1701567"/>
                <a:gd name="csY28" fmla="*/ 308659 h 783103"/>
                <a:gd name="csX29" fmla="*/ 1366877 w 1701567"/>
                <a:gd name="csY29" fmla="*/ 382005 h 783103"/>
                <a:gd name="csX30" fmla="*/ 1276439 w 1701567"/>
                <a:gd name="csY30" fmla="*/ 376150 h 783103"/>
                <a:gd name="csX31" fmla="*/ 1111782 w 1701567"/>
                <a:gd name="csY31" fmla="*/ 400442 h 783103"/>
                <a:gd name="csX32" fmla="*/ 1003344 w 1701567"/>
                <a:gd name="csY32" fmla="*/ 491788 h 783103"/>
                <a:gd name="csX33" fmla="*/ 880978 w 1701567"/>
                <a:gd name="csY33" fmla="*/ 512479 h 783103"/>
                <a:gd name="csX34" fmla="*/ 804066 w 1701567"/>
                <a:gd name="csY34" fmla="*/ 529571 h 783103"/>
                <a:gd name="csX35" fmla="*/ 735699 w 1701567"/>
                <a:gd name="csY35" fmla="*/ 596154 h 783103"/>
                <a:gd name="csX36" fmla="*/ 760462 w 1701567"/>
                <a:gd name="csY36" fmla="*/ 782446 h 783103"/>
                <a:gd name="csX37" fmla="*/ 680825 w 1701567"/>
                <a:gd name="csY37" fmla="*/ 654191 h 783103"/>
                <a:gd name="csX38" fmla="*/ 589983 w 1701567"/>
                <a:gd name="csY38" fmla="*/ 552483 h 783103"/>
                <a:gd name="csX39" fmla="*/ 476196 w 1701567"/>
                <a:gd name="csY39" fmla="*/ 595212 h 783103"/>
                <a:gd name="csX40" fmla="*/ 369172 w 1701567"/>
                <a:gd name="csY40" fmla="*/ 608233 h 783103"/>
                <a:gd name="csX41" fmla="*/ 225206 w 1701567"/>
                <a:gd name="csY41" fmla="*/ 630270 h 783103"/>
                <a:gd name="csX42" fmla="*/ 133894 w 1701567"/>
                <a:gd name="csY42" fmla="*/ 702707 h 783103"/>
                <a:gd name="csX43" fmla="*/ 30907 w 1701567"/>
                <a:gd name="csY43" fmla="*/ 682016 h 783103"/>
                <a:gd name="csX44" fmla="*/ 9307 w 1701567"/>
                <a:gd name="csY44" fmla="*/ 606483 h 783103"/>
                <a:gd name="csX45" fmla="*/ 2107 w 1701567"/>
                <a:gd name="csY45" fmla="*/ 525500 h 783103"/>
                <a:gd name="csX0" fmla="*/ 2107 w 1701567"/>
                <a:gd name="csY0" fmla="*/ 525077 h 782680"/>
                <a:gd name="csX1" fmla="*/ 52036 w 1701567"/>
                <a:gd name="csY1" fmla="*/ 498531 h 782680"/>
                <a:gd name="csX2" fmla="*/ 103310 w 1701567"/>
                <a:gd name="csY2" fmla="*/ 520602 h 782680"/>
                <a:gd name="csX3" fmla="*/ 128948 w 1701567"/>
                <a:gd name="csY3" fmla="*/ 503511 h 782680"/>
                <a:gd name="csX4" fmla="*/ 137494 w 1701567"/>
                <a:gd name="csY4" fmla="*/ 477873 h 782680"/>
                <a:gd name="csX5" fmla="*/ 154585 w 1701567"/>
                <a:gd name="csY5" fmla="*/ 452236 h 782680"/>
                <a:gd name="csX6" fmla="*/ 231531 w 1701567"/>
                <a:gd name="csY6" fmla="*/ 428853 h 782680"/>
                <a:gd name="csX7" fmla="*/ 289535 w 1701567"/>
                <a:gd name="csY7" fmla="*/ 400995 h 782680"/>
                <a:gd name="csX8" fmla="*/ 410959 w 1701567"/>
                <a:gd name="csY8" fmla="*/ 383869 h 782680"/>
                <a:gd name="csX9" fmla="*/ 453688 w 1701567"/>
                <a:gd name="csY9" fmla="*/ 400961 h 782680"/>
                <a:gd name="csX10" fmla="*/ 458163 w 1701567"/>
                <a:gd name="csY10" fmla="*/ 341107 h 782680"/>
                <a:gd name="csX11" fmla="*/ 428589 w 1701567"/>
                <a:gd name="csY11" fmla="*/ 201917 h 782680"/>
                <a:gd name="csX12" fmla="*/ 430238 w 1701567"/>
                <a:gd name="csY12" fmla="*/ 1361 h 782680"/>
                <a:gd name="csX13" fmla="*/ 514989 w 1701567"/>
                <a:gd name="csY13" fmla="*/ 115517 h 782680"/>
                <a:gd name="csX14" fmla="*/ 536589 w 1701567"/>
                <a:gd name="csY14" fmla="*/ 147917 h 782680"/>
                <a:gd name="csX15" fmla="*/ 607512 w 1701567"/>
                <a:gd name="csY15" fmla="*/ 205686 h 782680"/>
                <a:gd name="csX16" fmla="*/ 597150 w 1701567"/>
                <a:gd name="csY16" fmla="*/ 381211 h 782680"/>
                <a:gd name="csX17" fmla="*/ 647987 w 1701567"/>
                <a:gd name="csY17" fmla="*/ 378520 h 782680"/>
                <a:gd name="csX18" fmla="*/ 818937 w 1701567"/>
                <a:gd name="csY18" fmla="*/ 311028 h 782680"/>
                <a:gd name="csX19" fmla="*/ 898069 w 1701567"/>
                <a:gd name="csY19" fmla="*/ 255682 h 782680"/>
                <a:gd name="csX20" fmla="*/ 1017710 w 1701567"/>
                <a:gd name="csY20" fmla="*/ 187316 h 782680"/>
                <a:gd name="csX21" fmla="*/ 1111714 w 1701567"/>
                <a:gd name="csY21" fmla="*/ 144587 h 782680"/>
                <a:gd name="csX22" fmla="*/ 1162989 w 1701567"/>
                <a:gd name="csY22" fmla="*/ 118950 h 782680"/>
                <a:gd name="csX23" fmla="*/ 1256993 w 1701567"/>
                <a:gd name="csY23" fmla="*/ 127496 h 782680"/>
                <a:gd name="csX24" fmla="*/ 1319976 w 1701567"/>
                <a:gd name="csY24" fmla="*/ 144587 h 782680"/>
                <a:gd name="csX25" fmla="*/ 1402271 w 1701567"/>
                <a:gd name="csY25" fmla="*/ 155387 h 782680"/>
                <a:gd name="csX26" fmla="*/ 1481909 w 1701567"/>
                <a:gd name="csY26" fmla="*/ 107241 h 782680"/>
                <a:gd name="csX27" fmla="*/ 1581733 w 1701567"/>
                <a:gd name="csY27" fmla="*/ 127496 h 782680"/>
                <a:gd name="csX28" fmla="*/ 1700466 w 1701567"/>
                <a:gd name="csY28" fmla="*/ 236337 h 782680"/>
                <a:gd name="csX29" fmla="*/ 1503475 w 1701567"/>
                <a:gd name="csY29" fmla="*/ 308236 h 782680"/>
                <a:gd name="csX30" fmla="*/ 1366877 w 1701567"/>
                <a:gd name="csY30" fmla="*/ 381582 h 782680"/>
                <a:gd name="csX31" fmla="*/ 1276439 w 1701567"/>
                <a:gd name="csY31" fmla="*/ 375727 h 782680"/>
                <a:gd name="csX32" fmla="*/ 1111782 w 1701567"/>
                <a:gd name="csY32" fmla="*/ 400019 h 782680"/>
                <a:gd name="csX33" fmla="*/ 1003344 w 1701567"/>
                <a:gd name="csY33" fmla="*/ 491365 h 782680"/>
                <a:gd name="csX34" fmla="*/ 880978 w 1701567"/>
                <a:gd name="csY34" fmla="*/ 512056 h 782680"/>
                <a:gd name="csX35" fmla="*/ 804066 w 1701567"/>
                <a:gd name="csY35" fmla="*/ 529148 h 782680"/>
                <a:gd name="csX36" fmla="*/ 735699 w 1701567"/>
                <a:gd name="csY36" fmla="*/ 595731 h 782680"/>
                <a:gd name="csX37" fmla="*/ 760462 w 1701567"/>
                <a:gd name="csY37" fmla="*/ 782023 h 782680"/>
                <a:gd name="csX38" fmla="*/ 680825 w 1701567"/>
                <a:gd name="csY38" fmla="*/ 653768 h 782680"/>
                <a:gd name="csX39" fmla="*/ 589983 w 1701567"/>
                <a:gd name="csY39" fmla="*/ 552060 h 782680"/>
                <a:gd name="csX40" fmla="*/ 476196 w 1701567"/>
                <a:gd name="csY40" fmla="*/ 594789 h 782680"/>
                <a:gd name="csX41" fmla="*/ 369172 w 1701567"/>
                <a:gd name="csY41" fmla="*/ 607810 h 782680"/>
                <a:gd name="csX42" fmla="*/ 225206 w 1701567"/>
                <a:gd name="csY42" fmla="*/ 629847 h 782680"/>
                <a:gd name="csX43" fmla="*/ 133894 w 1701567"/>
                <a:gd name="csY43" fmla="*/ 702284 h 782680"/>
                <a:gd name="csX44" fmla="*/ 30907 w 1701567"/>
                <a:gd name="csY44" fmla="*/ 681593 h 782680"/>
                <a:gd name="csX45" fmla="*/ 9307 w 1701567"/>
                <a:gd name="csY45" fmla="*/ 606060 h 782680"/>
                <a:gd name="csX46" fmla="*/ 2107 w 1701567"/>
                <a:gd name="csY46" fmla="*/ 525077 h 782680"/>
                <a:gd name="csX0" fmla="*/ 2107 w 1701567"/>
                <a:gd name="csY0" fmla="*/ 525077 h 782680"/>
                <a:gd name="csX1" fmla="*/ 52036 w 1701567"/>
                <a:gd name="csY1" fmla="*/ 498531 h 782680"/>
                <a:gd name="csX2" fmla="*/ 103310 w 1701567"/>
                <a:gd name="csY2" fmla="*/ 520602 h 782680"/>
                <a:gd name="csX3" fmla="*/ 128948 w 1701567"/>
                <a:gd name="csY3" fmla="*/ 503511 h 782680"/>
                <a:gd name="csX4" fmla="*/ 137494 w 1701567"/>
                <a:gd name="csY4" fmla="*/ 477873 h 782680"/>
                <a:gd name="csX5" fmla="*/ 154585 w 1701567"/>
                <a:gd name="csY5" fmla="*/ 452236 h 782680"/>
                <a:gd name="csX6" fmla="*/ 231531 w 1701567"/>
                <a:gd name="csY6" fmla="*/ 428853 h 782680"/>
                <a:gd name="csX7" fmla="*/ 289535 w 1701567"/>
                <a:gd name="csY7" fmla="*/ 400995 h 782680"/>
                <a:gd name="csX8" fmla="*/ 410959 w 1701567"/>
                <a:gd name="csY8" fmla="*/ 383869 h 782680"/>
                <a:gd name="csX9" fmla="*/ 453688 w 1701567"/>
                <a:gd name="csY9" fmla="*/ 400961 h 782680"/>
                <a:gd name="csX10" fmla="*/ 458163 w 1701567"/>
                <a:gd name="csY10" fmla="*/ 341107 h 782680"/>
                <a:gd name="csX11" fmla="*/ 428589 w 1701567"/>
                <a:gd name="csY11" fmla="*/ 201917 h 782680"/>
                <a:gd name="csX12" fmla="*/ 430238 w 1701567"/>
                <a:gd name="csY12" fmla="*/ 1361 h 782680"/>
                <a:gd name="csX13" fmla="*/ 514989 w 1701567"/>
                <a:gd name="csY13" fmla="*/ 115517 h 782680"/>
                <a:gd name="csX14" fmla="*/ 518589 w 1701567"/>
                <a:gd name="csY14" fmla="*/ 191117 h 782680"/>
                <a:gd name="csX15" fmla="*/ 607512 w 1701567"/>
                <a:gd name="csY15" fmla="*/ 205686 h 782680"/>
                <a:gd name="csX16" fmla="*/ 597150 w 1701567"/>
                <a:gd name="csY16" fmla="*/ 381211 h 782680"/>
                <a:gd name="csX17" fmla="*/ 647987 w 1701567"/>
                <a:gd name="csY17" fmla="*/ 378520 h 782680"/>
                <a:gd name="csX18" fmla="*/ 818937 w 1701567"/>
                <a:gd name="csY18" fmla="*/ 311028 h 782680"/>
                <a:gd name="csX19" fmla="*/ 898069 w 1701567"/>
                <a:gd name="csY19" fmla="*/ 255682 h 782680"/>
                <a:gd name="csX20" fmla="*/ 1017710 w 1701567"/>
                <a:gd name="csY20" fmla="*/ 187316 h 782680"/>
                <a:gd name="csX21" fmla="*/ 1111714 w 1701567"/>
                <a:gd name="csY21" fmla="*/ 144587 h 782680"/>
                <a:gd name="csX22" fmla="*/ 1162989 w 1701567"/>
                <a:gd name="csY22" fmla="*/ 118950 h 782680"/>
                <a:gd name="csX23" fmla="*/ 1256993 w 1701567"/>
                <a:gd name="csY23" fmla="*/ 127496 h 782680"/>
                <a:gd name="csX24" fmla="*/ 1319976 w 1701567"/>
                <a:gd name="csY24" fmla="*/ 144587 h 782680"/>
                <a:gd name="csX25" fmla="*/ 1402271 w 1701567"/>
                <a:gd name="csY25" fmla="*/ 155387 h 782680"/>
                <a:gd name="csX26" fmla="*/ 1481909 w 1701567"/>
                <a:gd name="csY26" fmla="*/ 107241 h 782680"/>
                <a:gd name="csX27" fmla="*/ 1581733 w 1701567"/>
                <a:gd name="csY27" fmla="*/ 127496 h 782680"/>
                <a:gd name="csX28" fmla="*/ 1700466 w 1701567"/>
                <a:gd name="csY28" fmla="*/ 236337 h 782680"/>
                <a:gd name="csX29" fmla="*/ 1503475 w 1701567"/>
                <a:gd name="csY29" fmla="*/ 308236 h 782680"/>
                <a:gd name="csX30" fmla="*/ 1366877 w 1701567"/>
                <a:gd name="csY30" fmla="*/ 381582 h 782680"/>
                <a:gd name="csX31" fmla="*/ 1276439 w 1701567"/>
                <a:gd name="csY31" fmla="*/ 375727 h 782680"/>
                <a:gd name="csX32" fmla="*/ 1111782 w 1701567"/>
                <a:gd name="csY32" fmla="*/ 400019 h 782680"/>
                <a:gd name="csX33" fmla="*/ 1003344 w 1701567"/>
                <a:gd name="csY33" fmla="*/ 491365 h 782680"/>
                <a:gd name="csX34" fmla="*/ 880978 w 1701567"/>
                <a:gd name="csY34" fmla="*/ 512056 h 782680"/>
                <a:gd name="csX35" fmla="*/ 804066 w 1701567"/>
                <a:gd name="csY35" fmla="*/ 529148 h 782680"/>
                <a:gd name="csX36" fmla="*/ 735699 w 1701567"/>
                <a:gd name="csY36" fmla="*/ 595731 h 782680"/>
                <a:gd name="csX37" fmla="*/ 760462 w 1701567"/>
                <a:gd name="csY37" fmla="*/ 782023 h 782680"/>
                <a:gd name="csX38" fmla="*/ 680825 w 1701567"/>
                <a:gd name="csY38" fmla="*/ 653768 h 782680"/>
                <a:gd name="csX39" fmla="*/ 589983 w 1701567"/>
                <a:gd name="csY39" fmla="*/ 552060 h 782680"/>
                <a:gd name="csX40" fmla="*/ 476196 w 1701567"/>
                <a:gd name="csY40" fmla="*/ 594789 h 782680"/>
                <a:gd name="csX41" fmla="*/ 369172 w 1701567"/>
                <a:gd name="csY41" fmla="*/ 607810 h 782680"/>
                <a:gd name="csX42" fmla="*/ 225206 w 1701567"/>
                <a:gd name="csY42" fmla="*/ 629847 h 782680"/>
                <a:gd name="csX43" fmla="*/ 133894 w 1701567"/>
                <a:gd name="csY43" fmla="*/ 702284 h 782680"/>
                <a:gd name="csX44" fmla="*/ 30907 w 1701567"/>
                <a:gd name="csY44" fmla="*/ 681593 h 782680"/>
                <a:gd name="csX45" fmla="*/ 9307 w 1701567"/>
                <a:gd name="csY45" fmla="*/ 606060 h 782680"/>
                <a:gd name="csX46" fmla="*/ 2107 w 1701567"/>
                <a:gd name="csY46" fmla="*/ 525077 h 782680"/>
                <a:gd name="csX0" fmla="*/ 2107 w 1701567"/>
                <a:gd name="csY0" fmla="*/ 525077 h 782680"/>
                <a:gd name="csX1" fmla="*/ 52036 w 1701567"/>
                <a:gd name="csY1" fmla="*/ 498531 h 782680"/>
                <a:gd name="csX2" fmla="*/ 103310 w 1701567"/>
                <a:gd name="csY2" fmla="*/ 520602 h 782680"/>
                <a:gd name="csX3" fmla="*/ 128948 w 1701567"/>
                <a:gd name="csY3" fmla="*/ 503511 h 782680"/>
                <a:gd name="csX4" fmla="*/ 137494 w 1701567"/>
                <a:gd name="csY4" fmla="*/ 477873 h 782680"/>
                <a:gd name="csX5" fmla="*/ 154585 w 1701567"/>
                <a:gd name="csY5" fmla="*/ 452236 h 782680"/>
                <a:gd name="csX6" fmla="*/ 231531 w 1701567"/>
                <a:gd name="csY6" fmla="*/ 428853 h 782680"/>
                <a:gd name="csX7" fmla="*/ 289535 w 1701567"/>
                <a:gd name="csY7" fmla="*/ 400995 h 782680"/>
                <a:gd name="csX8" fmla="*/ 410959 w 1701567"/>
                <a:gd name="csY8" fmla="*/ 383869 h 782680"/>
                <a:gd name="csX9" fmla="*/ 453688 w 1701567"/>
                <a:gd name="csY9" fmla="*/ 400961 h 782680"/>
                <a:gd name="csX10" fmla="*/ 458163 w 1701567"/>
                <a:gd name="csY10" fmla="*/ 341107 h 782680"/>
                <a:gd name="csX11" fmla="*/ 428589 w 1701567"/>
                <a:gd name="csY11" fmla="*/ 201917 h 782680"/>
                <a:gd name="csX12" fmla="*/ 430238 w 1701567"/>
                <a:gd name="csY12" fmla="*/ 1361 h 782680"/>
                <a:gd name="csX13" fmla="*/ 514989 w 1701567"/>
                <a:gd name="csY13" fmla="*/ 115517 h 782680"/>
                <a:gd name="csX14" fmla="*/ 518589 w 1701567"/>
                <a:gd name="csY14" fmla="*/ 191117 h 782680"/>
                <a:gd name="csX15" fmla="*/ 607512 w 1701567"/>
                <a:gd name="csY15" fmla="*/ 205686 h 782680"/>
                <a:gd name="csX16" fmla="*/ 597789 w 1701567"/>
                <a:gd name="csY16" fmla="*/ 288316 h 782680"/>
                <a:gd name="csX17" fmla="*/ 597150 w 1701567"/>
                <a:gd name="csY17" fmla="*/ 381211 h 782680"/>
                <a:gd name="csX18" fmla="*/ 647987 w 1701567"/>
                <a:gd name="csY18" fmla="*/ 378520 h 782680"/>
                <a:gd name="csX19" fmla="*/ 818937 w 1701567"/>
                <a:gd name="csY19" fmla="*/ 311028 h 782680"/>
                <a:gd name="csX20" fmla="*/ 898069 w 1701567"/>
                <a:gd name="csY20" fmla="*/ 255682 h 782680"/>
                <a:gd name="csX21" fmla="*/ 1017710 w 1701567"/>
                <a:gd name="csY21" fmla="*/ 187316 h 782680"/>
                <a:gd name="csX22" fmla="*/ 1111714 w 1701567"/>
                <a:gd name="csY22" fmla="*/ 144587 h 782680"/>
                <a:gd name="csX23" fmla="*/ 1162989 w 1701567"/>
                <a:gd name="csY23" fmla="*/ 118950 h 782680"/>
                <a:gd name="csX24" fmla="*/ 1256993 w 1701567"/>
                <a:gd name="csY24" fmla="*/ 127496 h 782680"/>
                <a:gd name="csX25" fmla="*/ 1319976 w 1701567"/>
                <a:gd name="csY25" fmla="*/ 144587 h 782680"/>
                <a:gd name="csX26" fmla="*/ 1402271 w 1701567"/>
                <a:gd name="csY26" fmla="*/ 155387 h 782680"/>
                <a:gd name="csX27" fmla="*/ 1481909 w 1701567"/>
                <a:gd name="csY27" fmla="*/ 107241 h 782680"/>
                <a:gd name="csX28" fmla="*/ 1581733 w 1701567"/>
                <a:gd name="csY28" fmla="*/ 127496 h 782680"/>
                <a:gd name="csX29" fmla="*/ 1700466 w 1701567"/>
                <a:gd name="csY29" fmla="*/ 236337 h 782680"/>
                <a:gd name="csX30" fmla="*/ 1503475 w 1701567"/>
                <a:gd name="csY30" fmla="*/ 308236 h 782680"/>
                <a:gd name="csX31" fmla="*/ 1366877 w 1701567"/>
                <a:gd name="csY31" fmla="*/ 381582 h 782680"/>
                <a:gd name="csX32" fmla="*/ 1276439 w 1701567"/>
                <a:gd name="csY32" fmla="*/ 375727 h 782680"/>
                <a:gd name="csX33" fmla="*/ 1111782 w 1701567"/>
                <a:gd name="csY33" fmla="*/ 400019 h 782680"/>
                <a:gd name="csX34" fmla="*/ 1003344 w 1701567"/>
                <a:gd name="csY34" fmla="*/ 491365 h 782680"/>
                <a:gd name="csX35" fmla="*/ 880978 w 1701567"/>
                <a:gd name="csY35" fmla="*/ 512056 h 782680"/>
                <a:gd name="csX36" fmla="*/ 804066 w 1701567"/>
                <a:gd name="csY36" fmla="*/ 529148 h 782680"/>
                <a:gd name="csX37" fmla="*/ 735699 w 1701567"/>
                <a:gd name="csY37" fmla="*/ 595731 h 782680"/>
                <a:gd name="csX38" fmla="*/ 760462 w 1701567"/>
                <a:gd name="csY38" fmla="*/ 782023 h 782680"/>
                <a:gd name="csX39" fmla="*/ 680825 w 1701567"/>
                <a:gd name="csY39" fmla="*/ 653768 h 782680"/>
                <a:gd name="csX40" fmla="*/ 589983 w 1701567"/>
                <a:gd name="csY40" fmla="*/ 552060 h 782680"/>
                <a:gd name="csX41" fmla="*/ 476196 w 1701567"/>
                <a:gd name="csY41" fmla="*/ 594789 h 782680"/>
                <a:gd name="csX42" fmla="*/ 369172 w 1701567"/>
                <a:gd name="csY42" fmla="*/ 607810 h 782680"/>
                <a:gd name="csX43" fmla="*/ 225206 w 1701567"/>
                <a:gd name="csY43" fmla="*/ 629847 h 782680"/>
                <a:gd name="csX44" fmla="*/ 133894 w 1701567"/>
                <a:gd name="csY44" fmla="*/ 702284 h 782680"/>
                <a:gd name="csX45" fmla="*/ 30907 w 1701567"/>
                <a:gd name="csY45" fmla="*/ 681593 h 782680"/>
                <a:gd name="csX46" fmla="*/ 9307 w 1701567"/>
                <a:gd name="csY46" fmla="*/ 606060 h 782680"/>
                <a:gd name="csX47" fmla="*/ 2107 w 1701567"/>
                <a:gd name="csY47" fmla="*/ 525077 h 782680"/>
                <a:gd name="csX0" fmla="*/ 2107 w 1701567"/>
                <a:gd name="csY0" fmla="*/ 525077 h 782680"/>
                <a:gd name="csX1" fmla="*/ 52036 w 1701567"/>
                <a:gd name="csY1" fmla="*/ 498531 h 782680"/>
                <a:gd name="csX2" fmla="*/ 103310 w 1701567"/>
                <a:gd name="csY2" fmla="*/ 520602 h 782680"/>
                <a:gd name="csX3" fmla="*/ 128948 w 1701567"/>
                <a:gd name="csY3" fmla="*/ 503511 h 782680"/>
                <a:gd name="csX4" fmla="*/ 137494 w 1701567"/>
                <a:gd name="csY4" fmla="*/ 477873 h 782680"/>
                <a:gd name="csX5" fmla="*/ 154585 w 1701567"/>
                <a:gd name="csY5" fmla="*/ 452236 h 782680"/>
                <a:gd name="csX6" fmla="*/ 231531 w 1701567"/>
                <a:gd name="csY6" fmla="*/ 428853 h 782680"/>
                <a:gd name="csX7" fmla="*/ 289535 w 1701567"/>
                <a:gd name="csY7" fmla="*/ 400995 h 782680"/>
                <a:gd name="csX8" fmla="*/ 410959 w 1701567"/>
                <a:gd name="csY8" fmla="*/ 383869 h 782680"/>
                <a:gd name="csX9" fmla="*/ 453688 w 1701567"/>
                <a:gd name="csY9" fmla="*/ 400961 h 782680"/>
                <a:gd name="csX10" fmla="*/ 458163 w 1701567"/>
                <a:gd name="csY10" fmla="*/ 341107 h 782680"/>
                <a:gd name="csX11" fmla="*/ 428589 w 1701567"/>
                <a:gd name="csY11" fmla="*/ 201917 h 782680"/>
                <a:gd name="csX12" fmla="*/ 430238 w 1701567"/>
                <a:gd name="csY12" fmla="*/ 1361 h 782680"/>
                <a:gd name="csX13" fmla="*/ 514989 w 1701567"/>
                <a:gd name="csY13" fmla="*/ 115517 h 782680"/>
                <a:gd name="csX14" fmla="*/ 518589 w 1701567"/>
                <a:gd name="csY14" fmla="*/ 191117 h 782680"/>
                <a:gd name="csX15" fmla="*/ 607512 w 1701567"/>
                <a:gd name="csY15" fmla="*/ 205686 h 782680"/>
                <a:gd name="csX16" fmla="*/ 525789 w 1701567"/>
                <a:gd name="csY16" fmla="*/ 291916 h 782680"/>
                <a:gd name="csX17" fmla="*/ 597150 w 1701567"/>
                <a:gd name="csY17" fmla="*/ 381211 h 782680"/>
                <a:gd name="csX18" fmla="*/ 647987 w 1701567"/>
                <a:gd name="csY18" fmla="*/ 378520 h 782680"/>
                <a:gd name="csX19" fmla="*/ 818937 w 1701567"/>
                <a:gd name="csY19" fmla="*/ 311028 h 782680"/>
                <a:gd name="csX20" fmla="*/ 898069 w 1701567"/>
                <a:gd name="csY20" fmla="*/ 255682 h 782680"/>
                <a:gd name="csX21" fmla="*/ 1017710 w 1701567"/>
                <a:gd name="csY21" fmla="*/ 187316 h 782680"/>
                <a:gd name="csX22" fmla="*/ 1111714 w 1701567"/>
                <a:gd name="csY22" fmla="*/ 144587 h 782680"/>
                <a:gd name="csX23" fmla="*/ 1162989 w 1701567"/>
                <a:gd name="csY23" fmla="*/ 118950 h 782680"/>
                <a:gd name="csX24" fmla="*/ 1256993 w 1701567"/>
                <a:gd name="csY24" fmla="*/ 127496 h 782680"/>
                <a:gd name="csX25" fmla="*/ 1319976 w 1701567"/>
                <a:gd name="csY25" fmla="*/ 144587 h 782680"/>
                <a:gd name="csX26" fmla="*/ 1402271 w 1701567"/>
                <a:gd name="csY26" fmla="*/ 155387 h 782680"/>
                <a:gd name="csX27" fmla="*/ 1481909 w 1701567"/>
                <a:gd name="csY27" fmla="*/ 107241 h 782680"/>
                <a:gd name="csX28" fmla="*/ 1581733 w 1701567"/>
                <a:gd name="csY28" fmla="*/ 127496 h 782680"/>
                <a:gd name="csX29" fmla="*/ 1700466 w 1701567"/>
                <a:gd name="csY29" fmla="*/ 236337 h 782680"/>
                <a:gd name="csX30" fmla="*/ 1503475 w 1701567"/>
                <a:gd name="csY30" fmla="*/ 308236 h 782680"/>
                <a:gd name="csX31" fmla="*/ 1366877 w 1701567"/>
                <a:gd name="csY31" fmla="*/ 381582 h 782680"/>
                <a:gd name="csX32" fmla="*/ 1276439 w 1701567"/>
                <a:gd name="csY32" fmla="*/ 375727 h 782680"/>
                <a:gd name="csX33" fmla="*/ 1111782 w 1701567"/>
                <a:gd name="csY33" fmla="*/ 400019 h 782680"/>
                <a:gd name="csX34" fmla="*/ 1003344 w 1701567"/>
                <a:gd name="csY34" fmla="*/ 491365 h 782680"/>
                <a:gd name="csX35" fmla="*/ 880978 w 1701567"/>
                <a:gd name="csY35" fmla="*/ 512056 h 782680"/>
                <a:gd name="csX36" fmla="*/ 804066 w 1701567"/>
                <a:gd name="csY36" fmla="*/ 529148 h 782680"/>
                <a:gd name="csX37" fmla="*/ 735699 w 1701567"/>
                <a:gd name="csY37" fmla="*/ 595731 h 782680"/>
                <a:gd name="csX38" fmla="*/ 760462 w 1701567"/>
                <a:gd name="csY38" fmla="*/ 782023 h 782680"/>
                <a:gd name="csX39" fmla="*/ 680825 w 1701567"/>
                <a:gd name="csY39" fmla="*/ 653768 h 782680"/>
                <a:gd name="csX40" fmla="*/ 589983 w 1701567"/>
                <a:gd name="csY40" fmla="*/ 552060 h 782680"/>
                <a:gd name="csX41" fmla="*/ 476196 w 1701567"/>
                <a:gd name="csY41" fmla="*/ 594789 h 782680"/>
                <a:gd name="csX42" fmla="*/ 369172 w 1701567"/>
                <a:gd name="csY42" fmla="*/ 607810 h 782680"/>
                <a:gd name="csX43" fmla="*/ 225206 w 1701567"/>
                <a:gd name="csY43" fmla="*/ 629847 h 782680"/>
                <a:gd name="csX44" fmla="*/ 133894 w 1701567"/>
                <a:gd name="csY44" fmla="*/ 702284 h 782680"/>
                <a:gd name="csX45" fmla="*/ 30907 w 1701567"/>
                <a:gd name="csY45" fmla="*/ 681593 h 782680"/>
                <a:gd name="csX46" fmla="*/ 9307 w 1701567"/>
                <a:gd name="csY46" fmla="*/ 606060 h 782680"/>
                <a:gd name="csX47" fmla="*/ 2107 w 1701567"/>
                <a:gd name="csY47" fmla="*/ 525077 h 782680"/>
                <a:gd name="csX0" fmla="*/ 2107 w 1701567"/>
                <a:gd name="csY0" fmla="*/ 526404 h 784007"/>
                <a:gd name="csX1" fmla="*/ 52036 w 1701567"/>
                <a:gd name="csY1" fmla="*/ 499858 h 784007"/>
                <a:gd name="csX2" fmla="*/ 103310 w 1701567"/>
                <a:gd name="csY2" fmla="*/ 521929 h 784007"/>
                <a:gd name="csX3" fmla="*/ 128948 w 1701567"/>
                <a:gd name="csY3" fmla="*/ 504838 h 784007"/>
                <a:gd name="csX4" fmla="*/ 137494 w 1701567"/>
                <a:gd name="csY4" fmla="*/ 479200 h 784007"/>
                <a:gd name="csX5" fmla="*/ 154585 w 1701567"/>
                <a:gd name="csY5" fmla="*/ 453563 h 784007"/>
                <a:gd name="csX6" fmla="*/ 231531 w 1701567"/>
                <a:gd name="csY6" fmla="*/ 430180 h 784007"/>
                <a:gd name="csX7" fmla="*/ 289535 w 1701567"/>
                <a:gd name="csY7" fmla="*/ 402322 h 784007"/>
                <a:gd name="csX8" fmla="*/ 410959 w 1701567"/>
                <a:gd name="csY8" fmla="*/ 385196 h 784007"/>
                <a:gd name="csX9" fmla="*/ 453688 w 1701567"/>
                <a:gd name="csY9" fmla="*/ 402288 h 784007"/>
                <a:gd name="csX10" fmla="*/ 458163 w 1701567"/>
                <a:gd name="csY10" fmla="*/ 342434 h 784007"/>
                <a:gd name="csX11" fmla="*/ 428589 w 1701567"/>
                <a:gd name="csY11" fmla="*/ 203244 h 784007"/>
                <a:gd name="csX12" fmla="*/ 430238 w 1701567"/>
                <a:gd name="csY12" fmla="*/ 2688 h 784007"/>
                <a:gd name="csX13" fmla="*/ 594189 w 1701567"/>
                <a:gd name="csY13" fmla="*/ 91644 h 784007"/>
                <a:gd name="csX14" fmla="*/ 518589 w 1701567"/>
                <a:gd name="csY14" fmla="*/ 192444 h 784007"/>
                <a:gd name="csX15" fmla="*/ 607512 w 1701567"/>
                <a:gd name="csY15" fmla="*/ 207013 h 784007"/>
                <a:gd name="csX16" fmla="*/ 525789 w 1701567"/>
                <a:gd name="csY16" fmla="*/ 293243 h 784007"/>
                <a:gd name="csX17" fmla="*/ 597150 w 1701567"/>
                <a:gd name="csY17" fmla="*/ 382538 h 784007"/>
                <a:gd name="csX18" fmla="*/ 647987 w 1701567"/>
                <a:gd name="csY18" fmla="*/ 379847 h 784007"/>
                <a:gd name="csX19" fmla="*/ 818937 w 1701567"/>
                <a:gd name="csY19" fmla="*/ 312355 h 784007"/>
                <a:gd name="csX20" fmla="*/ 898069 w 1701567"/>
                <a:gd name="csY20" fmla="*/ 257009 h 784007"/>
                <a:gd name="csX21" fmla="*/ 1017710 w 1701567"/>
                <a:gd name="csY21" fmla="*/ 188643 h 784007"/>
                <a:gd name="csX22" fmla="*/ 1111714 w 1701567"/>
                <a:gd name="csY22" fmla="*/ 145914 h 784007"/>
                <a:gd name="csX23" fmla="*/ 1162989 w 1701567"/>
                <a:gd name="csY23" fmla="*/ 120277 h 784007"/>
                <a:gd name="csX24" fmla="*/ 1256993 w 1701567"/>
                <a:gd name="csY24" fmla="*/ 128823 h 784007"/>
                <a:gd name="csX25" fmla="*/ 1319976 w 1701567"/>
                <a:gd name="csY25" fmla="*/ 145914 h 784007"/>
                <a:gd name="csX26" fmla="*/ 1402271 w 1701567"/>
                <a:gd name="csY26" fmla="*/ 156714 h 784007"/>
                <a:gd name="csX27" fmla="*/ 1481909 w 1701567"/>
                <a:gd name="csY27" fmla="*/ 108568 h 784007"/>
                <a:gd name="csX28" fmla="*/ 1581733 w 1701567"/>
                <a:gd name="csY28" fmla="*/ 128823 h 784007"/>
                <a:gd name="csX29" fmla="*/ 1700466 w 1701567"/>
                <a:gd name="csY29" fmla="*/ 237664 h 784007"/>
                <a:gd name="csX30" fmla="*/ 1503475 w 1701567"/>
                <a:gd name="csY30" fmla="*/ 309563 h 784007"/>
                <a:gd name="csX31" fmla="*/ 1366877 w 1701567"/>
                <a:gd name="csY31" fmla="*/ 382909 h 784007"/>
                <a:gd name="csX32" fmla="*/ 1276439 w 1701567"/>
                <a:gd name="csY32" fmla="*/ 377054 h 784007"/>
                <a:gd name="csX33" fmla="*/ 1111782 w 1701567"/>
                <a:gd name="csY33" fmla="*/ 401346 h 784007"/>
                <a:gd name="csX34" fmla="*/ 1003344 w 1701567"/>
                <a:gd name="csY34" fmla="*/ 492692 h 784007"/>
                <a:gd name="csX35" fmla="*/ 880978 w 1701567"/>
                <a:gd name="csY35" fmla="*/ 513383 h 784007"/>
                <a:gd name="csX36" fmla="*/ 804066 w 1701567"/>
                <a:gd name="csY36" fmla="*/ 530475 h 784007"/>
                <a:gd name="csX37" fmla="*/ 735699 w 1701567"/>
                <a:gd name="csY37" fmla="*/ 597058 h 784007"/>
                <a:gd name="csX38" fmla="*/ 760462 w 1701567"/>
                <a:gd name="csY38" fmla="*/ 783350 h 784007"/>
                <a:gd name="csX39" fmla="*/ 680825 w 1701567"/>
                <a:gd name="csY39" fmla="*/ 655095 h 784007"/>
                <a:gd name="csX40" fmla="*/ 589983 w 1701567"/>
                <a:gd name="csY40" fmla="*/ 553387 h 784007"/>
                <a:gd name="csX41" fmla="*/ 476196 w 1701567"/>
                <a:gd name="csY41" fmla="*/ 596116 h 784007"/>
                <a:gd name="csX42" fmla="*/ 369172 w 1701567"/>
                <a:gd name="csY42" fmla="*/ 609137 h 784007"/>
                <a:gd name="csX43" fmla="*/ 225206 w 1701567"/>
                <a:gd name="csY43" fmla="*/ 631174 h 784007"/>
                <a:gd name="csX44" fmla="*/ 133894 w 1701567"/>
                <a:gd name="csY44" fmla="*/ 703611 h 784007"/>
                <a:gd name="csX45" fmla="*/ 30907 w 1701567"/>
                <a:gd name="csY45" fmla="*/ 682920 h 784007"/>
                <a:gd name="csX46" fmla="*/ 9307 w 1701567"/>
                <a:gd name="csY46" fmla="*/ 607387 h 784007"/>
                <a:gd name="csX47" fmla="*/ 2107 w 1701567"/>
                <a:gd name="csY47" fmla="*/ 526404 h 784007"/>
                <a:gd name="csX0" fmla="*/ 2107 w 1701567"/>
                <a:gd name="csY0" fmla="*/ 547516 h 805119"/>
                <a:gd name="csX1" fmla="*/ 52036 w 1701567"/>
                <a:gd name="csY1" fmla="*/ 520970 h 805119"/>
                <a:gd name="csX2" fmla="*/ 103310 w 1701567"/>
                <a:gd name="csY2" fmla="*/ 543041 h 805119"/>
                <a:gd name="csX3" fmla="*/ 128948 w 1701567"/>
                <a:gd name="csY3" fmla="*/ 525950 h 805119"/>
                <a:gd name="csX4" fmla="*/ 137494 w 1701567"/>
                <a:gd name="csY4" fmla="*/ 500312 h 805119"/>
                <a:gd name="csX5" fmla="*/ 154585 w 1701567"/>
                <a:gd name="csY5" fmla="*/ 474675 h 805119"/>
                <a:gd name="csX6" fmla="*/ 231531 w 1701567"/>
                <a:gd name="csY6" fmla="*/ 451292 h 805119"/>
                <a:gd name="csX7" fmla="*/ 289535 w 1701567"/>
                <a:gd name="csY7" fmla="*/ 423434 h 805119"/>
                <a:gd name="csX8" fmla="*/ 410959 w 1701567"/>
                <a:gd name="csY8" fmla="*/ 406308 h 805119"/>
                <a:gd name="csX9" fmla="*/ 453688 w 1701567"/>
                <a:gd name="csY9" fmla="*/ 423400 h 805119"/>
                <a:gd name="csX10" fmla="*/ 458163 w 1701567"/>
                <a:gd name="csY10" fmla="*/ 363546 h 805119"/>
                <a:gd name="csX11" fmla="*/ 428589 w 1701567"/>
                <a:gd name="csY11" fmla="*/ 224356 h 805119"/>
                <a:gd name="csX12" fmla="*/ 430238 w 1701567"/>
                <a:gd name="csY12" fmla="*/ 2200 h 805119"/>
                <a:gd name="csX13" fmla="*/ 594189 w 1701567"/>
                <a:gd name="csY13" fmla="*/ 112756 h 805119"/>
                <a:gd name="csX14" fmla="*/ 518589 w 1701567"/>
                <a:gd name="csY14" fmla="*/ 213556 h 805119"/>
                <a:gd name="csX15" fmla="*/ 607512 w 1701567"/>
                <a:gd name="csY15" fmla="*/ 228125 h 805119"/>
                <a:gd name="csX16" fmla="*/ 525789 w 1701567"/>
                <a:gd name="csY16" fmla="*/ 314355 h 805119"/>
                <a:gd name="csX17" fmla="*/ 597150 w 1701567"/>
                <a:gd name="csY17" fmla="*/ 403650 h 805119"/>
                <a:gd name="csX18" fmla="*/ 647987 w 1701567"/>
                <a:gd name="csY18" fmla="*/ 400959 h 805119"/>
                <a:gd name="csX19" fmla="*/ 818937 w 1701567"/>
                <a:gd name="csY19" fmla="*/ 333467 h 805119"/>
                <a:gd name="csX20" fmla="*/ 898069 w 1701567"/>
                <a:gd name="csY20" fmla="*/ 278121 h 805119"/>
                <a:gd name="csX21" fmla="*/ 1017710 w 1701567"/>
                <a:gd name="csY21" fmla="*/ 209755 h 805119"/>
                <a:gd name="csX22" fmla="*/ 1111714 w 1701567"/>
                <a:gd name="csY22" fmla="*/ 167026 h 805119"/>
                <a:gd name="csX23" fmla="*/ 1162989 w 1701567"/>
                <a:gd name="csY23" fmla="*/ 141389 h 805119"/>
                <a:gd name="csX24" fmla="*/ 1256993 w 1701567"/>
                <a:gd name="csY24" fmla="*/ 149935 h 805119"/>
                <a:gd name="csX25" fmla="*/ 1319976 w 1701567"/>
                <a:gd name="csY25" fmla="*/ 167026 h 805119"/>
                <a:gd name="csX26" fmla="*/ 1402271 w 1701567"/>
                <a:gd name="csY26" fmla="*/ 177826 h 805119"/>
                <a:gd name="csX27" fmla="*/ 1481909 w 1701567"/>
                <a:gd name="csY27" fmla="*/ 129680 h 805119"/>
                <a:gd name="csX28" fmla="*/ 1581733 w 1701567"/>
                <a:gd name="csY28" fmla="*/ 149935 h 805119"/>
                <a:gd name="csX29" fmla="*/ 1700466 w 1701567"/>
                <a:gd name="csY29" fmla="*/ 258776 h 805119"/>
                <a:gd name="csX30" fmla="*/ 1503475 w 1701567"/>
                <a:gd name="csY30" fmla="*/ 330675 h 805119"/>
                <a:gd name="csX31" fmla="*/ 1366877 w 1701567"/>
                <a:gd name="csY31" fmla="*/ 404021 h 805119"/>
                <a:gd name="csX32" fmla="*/ 1276439 w 1701567"/>
                <a:gd name="csY32" fmla="*/ 398166 h 805119"/>
                <a:gd name="csX33" fmla="*/ 1111782 w 1701567"/>
                <a:gd name="csY33" fmla="*/ 422458 h 805119"/>
                <a:gd name="csX34" fmla="*/ 1003344 w 1701567"/>
                <a:gd name="csY34" fmla="*/ 513804 h 805119"/>
                <a:gd name="csX35" fmla="*/ 880978 w 1701567"/>
                <a:gd name="csY35" fmla="*/ 534495 h 805119"/>
                <a:gd name="csX36" fmla="*/ 804066 w 1701567"/>
                <a:gd name="csY36" fmla="*/ 551587 h 805119"/>
                <a:gd name="csX37" fmla="*/ 735699 w 1701567"/>
                <a:gd name="csY37" fmla="*/ 618170 h 805119"/>
                <a:gd name="csX38" fmla="*/ 760462 w 1701567"/>
                <a:gd name="csY38" fmla="*/ 804462 h 805119"/>
                <a:gd name="csX39" fmla="*/ 680825 w 1701567"/>
                <a:gd name="csY39" fmla="*/ 676207 h 805119"/>
                <a:gd name="csX40" fmla="*/ 589983 w 1701567"/>
                <a:gd name="csY40" fmla="*/ 574499 h 805119"/>
                <a:gd name="csX41" fmla="*/ 476196 w 1701567"/>
                <a:gd name="csY41" fmla="*/ 617228 h 805119"/>
                <a:gd name="csX42" fmla="*/ 369172 w 1701567"/>
                <a:gd name="csY42" fmla="*/ 630249 h 805119"/>
                <a:gd name="csX43" fmla="*/ 225206 w 1701567"/>
                <a:gd name="csY43" fmla="*/ 652286 h 805119"/>
                <a:gd name="csX44" fmla="*/ 133894 w 1701567"/>
                <a:gd name="csY44" fmla="*/ 724723 h 805119"/>
                <a:gd name="csX45" fmla="*/ 30907 w 1701567"/>
                <a:gd name="csY45" fmla="*/ 704032 h 805119"/>
                <a:gd name="csX46" fmla="*/ 9307 w 1701567"/>
                <a:gd name="csY46" fmla="*/ 628499 h 805119"/>
                <a:gd name="csX47" fmla="*/ 2107 w 1701567"/>
                <a:gd name="csY47" fmla="*/ 547516 h 805119"/>
                <a:gd name="csX0" fmla="*/ 2107 w 1701567"/>
                <a:gd name="csY0" fmla="*/ 554240 h 811843"/>
                <a:gd name="csX1" fmla="*/ 52036 w 1701567"/>
                <a:gd name="csY1" fmla="*/ 527694 h 811843"/>
                <a:gd name="csX2" fmla="*/ 103310 w 1701567"/>
                <a:gd name="csY2" fmla="*/ 549765 h 811843"/>
                <a:gd name="csX3" fmla="*/ 128948 w 1701567"/>
                <a:gd name="csY3" fmla="*/ 532674 h 811843"/>
                <a:gd name="csX4" fmla="*/ 137494 w 1701567"/>
                <a:gd name="csY4" fmla="*/ 507036 h 811843"/>
                <a:gd name="csX5" fmla="*/ 154585 w 1701567"/>
                <a:gd name="csY5" fmla="*/ 481399 h 811843"/>
                <a:gd name="csX6" fmla="*/ 231531 w 1701567"/>
                <a:gd name="csY6" fmla="*/ 458016 h 811843"/>
                <a:gd name="csX7" fmla="*/ 289535 w 1701567"/>
                <a:gd name="csY7" fmla="*/ 430158 h 811843"/>
                <a:gd name="csX8" fmla="*/ 410959 w 1701567"/>
                <a:gd name="csY8" fmla="*/ 413032 h 811843"/>
                <a:gd name="csX9" fmla="*/ 453688 w 1701567"/>
                <a:gd name="csY9" fmla="*/ 430124 h 811843"/>
                <a:gd name="csX10" fmla="*/ 458163 w 1701567"/>
                <a:gd name="csY10" fmla="*/ 370270 h 811843"/>
                <a:gd name="csX11" fmla="*/ 428589 w 1701567"/>
                <a:gd name="csY11" fmla="*/ 231080 h 811843"/>
                <a:gd name="csX12" fmla="*/ 430238 w 1701567"/>
                <a:gd name="csY12" fmla="*/ 8924 h 811843"/>
                <a:gd name="csX13" fmla="*/ 514989 w 1701567"/>
                <a:gd name="csY13" fmla="*/ 51080 h 811843"/>
                <a:gd name="csX14" fmla="*/ 594189 w 1701567"/>
                <a:gd name="csY14" fmla="*/ 119480 h 811843"/>
                <a:gd name="csX15" fmla="*/ 518589 w 1701567"/>
                <a:gd name="csY15" fmla="*/ 220280 h 811843"/>
                <a:gd name="csX16" fmla="*/ 607512 w 1701567"/>
                <a:gd name="csY16" fmla="*/ 234849 h 811843"/>
                <a:gd name="csX17" fmla="*/ 525789 w 1701567"/>
                <a:gd name="csY17" fmla="*/ 321079 h 811843"/>
                <a:gd name="csX18" fmla="*/ 597150 w 1701567"/>
                <a:gd name="csY18" fmla="*/ 410374 h 811843"/>
                <a:gd name="csX19" fmla="*/ 647987 w 1701567"/>
                <a:gd name="csY19" fmla="*/ 407683 h 811843"/>
                <a:gd name="csX20" fmla="*/ 818937 w 1701567"/>
                <a:gd name="csY20" fmla="*/ 340191 h 811843"/>
                <a:gd name="csX21" fmla="*/ 898069 w 1701567"/>
                <a:gd name="csY21" fmla="*/ 284845 h 811843"/>
                <a:gd name="csX22" fmla="*/ 1017710 w 1701567"/>
                <a:gd name="csY22" fmla="*/ 216479 h 811843"/>
                <a:gd name="csX23" fmla="*/ 1111714 w 1701567"/>
                <a:gd name="csY23" fmla="*/ 173750 h 811843"/>
                <a:gd name="csX24" fmla="*/ 1162989 w 1701567"/>
                <a:gd name="csY24" fmla="*/ 148113 h 811843"/>
                <a:gd name="csX25" fmla="*/ 1256993 w 1701567"/>
                <a:gd name="csY25" fmla="*/ 156659 h 811843"/>
                <a:gd name="csX26" fmla="*/ 1319976 w 1701567"/>
                <a:gd name="csY26" fmla="*/ 173750 h 811843"/>
                <a:gd name="csX27" fmla="*/ 1402271 w 1701567"/>
                <a:gd name="csY27" fmla="*/ 184550 h 811843"/>
                <a:gd name="csX28" fmla="*/ 1481909 w 1701567"/>
                <a:gd name="csY28" fmla="*/ 136404 h 811843"/>
                <a:gd name="csX29" fmla="*/ 1581733 w 1701567"/>
                <a:gd name="csY29" fmla="*/ 156659 h 811843"/>
                <a:gd name="csX30" fmla="*/ 1700466 w 1701567"/>
                <a:gd name="csY30" fmla="*/ 265500 h 811843"/>
                <a:gd name="csX31" fmla="*/ 1503475 w 1701567"/>
                <a:gd name="csY31" fmla="*/ 337399 h 811843"/>
                <a:gd name="csX32" fmla="*/ 1366877 w 1701567"/>
                <a:gd name="csY32" fmla="*/ 410745 h 811843"/>
                <a:gd name="csX33" fmla="*/ 1276439 w 1701567"/>
                <a:gd name="csY33" fmla="*/ 404890 h 811843"/>
                <a:gd name="csX34" fmla="*/ 1111782 w 1701567"/>
                <a:gd name="csY34" fmla="*/ 429182 h 811843"/>
                <a:gd name="csX35" fmla="*/ 1003344 w 1701567"/>
                <a:gd name="csY35" fmla="*/ 520528 h 811843"/>
                <a:gd name="csX36" fmla="*/ 880978 w 1701567"/>
                <a:gd name="csY36" fmla="*/ 541219 h 811843"/>
                <a:gd name="csX37" fmla="*/ 804066 w 1701567"/>
                <a:gd name="csY37" fmla="*/ 558311 h 811843"/>
                <a:gd name="csX38" fmla="*/ 735699 w 1701567"/>
                <a:gd name="csY38" fmla="*/ 624894 h 811843"/>
                <a:gd name="csX39" fmla="*/ 760462 w 1701567"/>
                <a:gd name="csY39" fmla="*/ 811186 h 811843"/>
                <a:gd name="csX40" fmla="*/ 680825 w 1701567"/>
                <a:gd name="csY40" fmla="*/ 682931 h 811843"/>
                <a:gd name="csX41" fmla="*/ 589983 w 1701567"/>
                <a:gd name="csY41" fmla="*/ 581223 h 811843"/>
                <a:gd name="csX42" fmla="*/ 476196 w 1701567"/>
                <a:gd name="csY42" fmla="*/ 623952 h 811843"/>
                <a:gd name="csX43" fmla="*/ 369172 w 1701567"/>
                <a:gd name="csY43" fmla="*/ 636973 h 811843"/>
                <a:gd name="csX44" fmla="*/ 225206 w 1701567"/>
                <a:gd name="csY44" fmla="*/ 659010 h 811843"/>
                <a:gd name="csX45" fmla="*/ 133894 w 1701567"/>
                <a:gd name="csY45" fmla="*/ 731447 h 811843"/>
                <a:gd name="csX46" fmla="*/ 30907 w 1701567"/>
                <a:gd name="csY46" fmla="*/ 710756 h 811843"/>
                <a:gd name="csX47" fmla="*/ 9307 w 1701567"/>
                <a:gd name="csY47" fmla="*/ 635223 h 811843"/>
                <a:gd name="csX48" fmla="*/ 2107 w 1701567"/>
                <a:gd name="csY48" fmla="*/ 554240 h 811843"/>
                <a:gd name="csX0" fmla="*/ 2107 w 1701567"/>
                <a:gd name="csY0" fmla="*/ 547796 h 805399"/>
                <a:gd name="csX1" fmla="*/ 52036 w 1701567"/>
                <a:gd name="csY1" fmla="*/ 521250 h 805399"/>
                <a:gd name="csX2" fmla="*/ 103310 w 1701567"/>
                <a:gd name="csY2" fmla="*/ 543321 h 805399"/>
                <a:gd name="csX3" fmla="*/ 128948 w 1701567"/>
                <a:gd name="csY3" fmla="*/ 526230 h 805399"/>
                <a:gd name="csX4" fmla="*/ 137494 w 1701567"/>
                <a:gd name="csY4" fmla="*/ 500592 h 805399"/>
                <a:gd name="csX5" fmla="*/ 154585 w 1701567"/>
                <a:gd name="csY5" fmla="*/ 474955 h 805399"/>
                <a:gd name="csX6" fmla="*/ 231531 w 1701567"/>
                <a:gd name="csY6" fmla="*/ 451572 h 805399"/>
                <a:gd name="csX7" fmla="*/ 289535 w 1701567"/>
                <a:gd name="csY7" fmla="*/ 423714 h 805399"/>
                <a:gd name="csX8" fmla="*/ 410959 w 1701567"/>
                <a:gd name="csY8" fmla="*/ 406588 h 805399"/>
                <a:gd name="csX9" fmla="*/ 453688 w 1701567"/>
                <a:gd name="csY9" fmla="*/ 423680 h 805399"/>
                <a:gd name="csX10" fmla="*/ 458163 w 1701567"/>
                <a:gd name="csY10" fmla="*/ 363826 h 805399"/>
                <a:gd name="csX11" fmla="*/ 428589 w 1701567"/>
                <a:gd name="csY11" fmla="*/ 224636 h 805399"/>
                <a:gd name="csX12" fmla="*/ 430238 w 1701567"/>
                <a:gd name="csY12" fmla="*/ 2480 h 805399"/>
                <a:gd name="csX13" fmla="*/ 493389 w 1701567"/>
                <a:gd name="csY13" fmla="*/ 105836 h 805399"/>
                <a:gd name="csX14" fmla="*/ 594189 w 1701567"/>
                <a:gd name="csY14" fmla="*/ 113036 h 805399"/>
                <a:gd name="csX15" fmla="*/ 518589 w 1701567"/>
                <a:gd name="csY15" fmla="*/ 213836 h 805399"/>
                <a:gd name="csX16" fmla="*/ 607512 w 1701567"/>
                <a:gd name="csY16" fmla="*/ 228405 h 805399"/>
                <a:gd name="csX17" fmla="*/ 525789 w 1701567"/>
                <a:gd name="csY17" fmla="*/ 314635 h 805399"/>
                <a:gd name="csX18" fmla="*/ 597150 w 1701567"/>
                <a:gd name="csY18" fmla="*/ 403930 h 805399"/>
                <a:gd name="csX19" fmla="*/ 647987 w 1701567"/>
                <a:gd name="csY19" fmla="*/ 401239 h 805399"/>
                <a:gd name="csX20" fmla="*/ 818937 w 1701567"/>
                <a:gd name="csY20" fmla="*/ 333747 h 805399"/>
                <a:gd name="csX21" fmla="*/ 898069 w 1701567"/>
                <a:gd name="csY21" fmla="*/ 278401 h 805399"/>
                <a:gd name="csX22" fmla="*/ 1017710 w 1701567"/>
                <a:gd name="csY22" fmla="*/ 210035 h 805399"/>
                <a:gd name="csX23" fmla="*/ 1111714 w 1701567"/>
                <a:gd name="csY23" fmla="*/ 167306 h 805399"/>
                <a:gd name="csX24" fmla="*/ 1162989 w 1701567"/>
                <a:gd name="csY24" fmla="*/ 141669 h 805399"/>
                <a:gd name="csX25" fmla="*/ 1256993 w 1701567"/>
                <a:gd name="csY25" fmla="*/ 150215 h 805399"/>
                <a:gd name="csX26" fmla="*/ 1319976 w 1701567"/>
                <a:gd name="csY26" fmla="*/ 167306 h 805399"/>
                <a:gd name="csX27" fmla="*/ 1402271 w 1701567"/>
                <a:gd name="csY27" fmla="*/ 178106 h 805399"/>
                <a:gd name="csX28" fmla="*/ 1481909 w 1701567"/>
                <a:gd name="csY28" fmla="*/ 129960 h 805399"/>
                <a:gd name="csX29" fmla="*/ 1581733 w 1701567"/>
                <a:gd name="csY29" fmla="*/ 150215 h 805399"/>
                <a:gd name="csX30" fmla="*/ 1700466 w 1701567"/>
                <a:gd name="csY30" fmla="*/ 259056 h 805399"/>
                <a:gd name="csX31" fmla="*/ 1503475 w 1701567"/>
                <a:gd name="csY31" fmla="*/ 330955 h 805399"/>
                <a:gd name="csX32" fmla="*/ 1366877 w 1701567"/>
                <a:gd name="csY32" fmla="*/ 404301 h 805399"/>
                <a:gd name="csX33" fmla="*/ 1276439 w 1701567"/>
                <a:gd name="csY33" fmla="*/ 398446 h 805399"/>
                <a:gd name="csX34" fmla="*/ 1111782 w 1701567"/>
                <a:gd name="csY34" fmla="*/ 422738 h 805399"/>
                <a:gd name="csX35" fmla="*/ 1003344 w 1701567"/>
                <a:gd name="csY35" fmla="*/ 514084 h 805399"/>
                <a:gd name="csX36" fmla="*/ 880978 w 1701567"/>
                <a:gd name="csY36" fmla="*/ 534775 h 805399"/>
                <a:gd name="csX37" fmla="*/ 804066 w 1701567"/>
                <a:gd name="csY37" fmla="*/ 551867 h 805399"/>
                <a:gd name="csX38" fmla="*/ 735699 w 1701567"/>
                <a:gd name="csY38" fmla="*/ 618450 h 805399"/>
                <a:gd name="csX39" fmla="*/ 760462 w 1701567"/>
                <a:gd name="csY39" fmla="*/ 804742 h 805399"/>
                <a:gd name="csX40" fmla="*/ 680825 w 1701567"/>
                <a:gd name="csY40" fmla="*/ 676487 h 805399"/>
                <a:gd name="csX41" fmla="*/ 589983 w 1701567"/>
                <a:gd name="csY41" fmla="*/ 574779 h 805399"/>
                <a:gd name="csX42" fmla="*/ 476196 w 1701567"/>
                <a:gd name="csY42" fmla="*/ 617508 h 805399"/>
                <a:gd name="csX43" fmla="*/ 369172 w 1701567"/>
                <a:gd name="csY43" fmla="*/ 630529 h 805399"/>
                <a:gd name="csX44" fmla="*/ 225206 w 1701567"/>
                <a:gd name="csY44" fmla="*/ 652566 h 805399"/>
                <a:gd name="csX45" fmla="*/ 133894 w 1701567"/>
                <a:gd name="csY45" fmla="*/ 725003 h 805399"/>
                <a:gd name="csX46" fmla="*/ 30907 w 1701567"/>
                <a:gd name="csY46" fmla="*/ 704312 h 805399"/>
                <a:gd name="csX47" fmla="*/ 9307 w 1701567"/>
                <a:gd name="csY47" fmla="*/ 628779 h 805399"/>
                <a:gd name="csX48" fmla="*/ 2107 w 1701567"/>
                <a:gd name="csY48" fmla="*/ 547796 h 805399"/>
                <a:gd name="csX0" fmla="*/ 2107 w 1701567"/>
                <a:gd name="csY0" fmla="*/ 547796 h 805399"/>
                <a:gd name="csX1" fmla="*/ 52036 w 1701567"/>
                <a:gd name="csY1" fmla="*/ 521250 h 805399"/>
                <a:gd name="csX2" fmla="*/ 103310 w 1701567"/>
                <a:gd name="csY2" fmla="*/ 543321 h 805399"/>
                <a:gd name="csX3" fmla="*/ 128948 w 1701567"/>
                <a:gd name="csY3" fmla="*/ 526230 h 805399"/>
                <a:gd name="csX4" fmla="*/ 137494 w 1701567"/>
                <a:gd name="csY4" fmla="*/ 500592 h 805399"/>
                <a:gd name="csX5" fmla="*/ 154585 w 1701567"/>
                <a:gd name="csY5" fmla="*/ 474955 h 805399"/>
                <a:gd name="csX6" fmla="*/ 231531 w 1701567"/>
                <a:gd name="csY6" fmla="*/ 451572 h 805399"/>
                <a:gd name="csX7" fmla="*/ 289535 w 1701567"/>
                <a:gd name="csY7" fmla="*/ 423714 h 805399"/>
                <a:gd name="csX8" fmla="*/ 410959 w 1701567"/>
                <a:gd name="csY8" fmla="*/ 406588 h 805399"/>
                <a:gd name="csX9" fmla="*/ 453688 w 1701567"/>
                <a:gd name="csY9" fmla="*/ 423680 h 805399"/>
                <a:gd name="csX10" fmla="*/ 458163 w 1701567"/>
                <a:gd name="csY10" fmla="*/ 363826 h 805399"/>
                <a:gd name="csX11" fmla="*/ 428589 w 1701567"/>
                <a:gd name="csY11" fmla="*/ 224636 h 805399"/>
                <a:gd name="csX12" fmla="*/ 430238 w 1701567"/>
                <a:gd name="csY12" fmla="*/ 2480 h 805399"/>
                <a:gd name="csX13" fmla="*/ 493389 w 1701567"/>
                <a:gd name="csY13" fmla="*/ 105836 h 805399"/>
                <a:gd name="csX14" fmla="*/ 594189 w 1701567"/>
                <a:gd name="csY14" fmla="*/ 113036 h 805399"/>
                <a:gd name="csX15" fmla="*/ 518589 w 1701567"/>
                <a:gd name="csY15" fmla="*/ 213836 h 805399"/>
                <a:gd name="csX16" fmla="*/ 607512 w 1701567"/>
                <a:gd name="csY16" fmla="*/ 228405 h 805399"/>
                <a:gd name="csX17" fmla="*/ 525789 w 1701567"/>
                <a:gd name="csY17" fmla="*/ 314635 h 805399"/>
                <a:gd name="csX18" fmla="*/ 550350 w 1701567"/>
                <a:gd name="csY18" fmla="*/ 378730 h 805399"/>
                <a:gd name="csX19" fmla="*/ 647987 w 1701567"/>
                <a:gd name="csY19" fmla="*/ 401239 h 805399"/>
                <a:gd name="csX20" fmla="*/ 818937 w 1701567"/>
                <a:gd name="csY20" fmla="*/ 333747 h 805399"/>
                <a:gd name="csX21" fmla="*/ 898069 w 1701567"/>
                <a:gd name="csY21" fmla="*/ 278401 h 805399"/>
                <a:gd name="csX22" fmla="*/ 1017710 w 1701567"/>
                <a:gd name="csY22" fmla="*/ 210035 h 805399"/>
                <a:gd name="csX23" fmla="*/ 1111714 w 1701567"/>
                <a:gd name="csY23" fmla="*/ 167306 h 805399"/>
                <a:gd name="csX24" fmla="*/ 1162989 w 1701567"/>
                <a:gd name="csY24" fmla="*/ 141669 h 805399"/>
                <a:gd name="csX25" fmla="*/ 1256993 w 1701567"/>
                <a:gd name="csY25" fmla="*/ 150215 h 805399"/>
                <a:gd name="csX26" fmla="*/ 1319976 w 1701567"/>
                <a:gd name="csY26" fmla="*/ 167306 h 805399"/>
                <a:gd name="csX27" fmla="*/ 1402271 w 1701567"/>
                <a:gd name="csY27" fmla="*/ 178106 h 805399"/>
                <a:gd name="csX28" fmla="*/ 1481909 w 1701567"/>
                <a:gd name="csY28" fmla="*/ 129960 h 805399"/>
                <a:gd name="csX29" fmla="*/ 1581733 w 1701567"/>
                <a:gd name="csY29" fmla="*/ 150215 h 805399"/>
                <a:gd name="csX30" fmla="*/ 1700466 w 1701567"/>
                <a:gd name="csY30" fmla="*/ 259056 h 805399"/>
                <a:gd name="csX31" fmla="*/ 1503475 w 1701567"/>
                <a:gd name="csY31" fmla="*/ 330955 h 805399"/>
                <a:gd name="csX32" fmla="*/ 1366877 w 1701567"/>
                <a:gd name="csY32" fmla="*/ 404301 h 805399"/>
                <a:gd name="csX33" fmla="*/ 1276439 w 1701567"/>
                <a:gd name="csY33" fmla="*/ 398446 h 805399"/>
                <a:gd name="csX34" fmla="*/ 1111782 w 1701567"/>
                <a:gd name="csY34" fmla="*/ 422738 h 805399"/>
                <a:gd name="csX35" fmla="*/ 1003344 w 1701567"/>
                <a:gd name="csY35" fmla="*/ 514084 h 805399"/>
                <a:gd name="csX36" fmla="*/ 880978 w 1701567"/>
                <a:gd name="csY36" fmla="*/ 534775 h 805399"/>
                <a:gd name="csX37" fmla="*/ 804066 w 1701567"/>
                <a:gd name="csY37" fmla="*/ 551867 h 805399"/>
                <a:gd name="csX38" fmla="*/ 735699 w 1701567"/>
                <a:gd name="csY38" fmla="*/ 618450 h 805399"/>
                <a:gd name="csX39" fmla="*/ 760462 w 1701567"/>
                <a:gd name="csY39" fmla="*/ 804742 h 805399"/>
                <a:gd name="csX40" fmla="*/ 680825 w 1701567"/>
                <a:gd name="csY40" fmla="*/ 676487 h 805399"/>
                <a:gd name="csX41" fmla="*/ 589983 w 1701567"/>
                <a:gd name="csY41" fmla="*/ 574779 h 805399"/>
                <a:gd name="csX42" fmla="*/ 476196 w 1701567"/>
                <a:gd name="csY42" fmla="*/ 617508 h 805399"/>
                <a:gd name="csX43" fmla="*/ 369172 w 1701567"/>
                <a:gd name="csY43" fmla="*/ 630529 h 805399"/>
                <a:gd name="csX44" fmla="*/ 225206 w 1701567"/>
                <a:gd name="csY44" fmla="*/ 652566 h 805399"/>
                <a:gd name="csX45" fmla="*/ 133894 w 1701567"/>
                <a:gd name="csY45" fmla="*/ 725003 h 805399"/>
                <a:gd name="csX46" fmla="*/ 30907 w 1701567"/>
                <a:gd name="csY46" fmla="*/ 704312 h 805399"/>
                <a:gd name="csX47" fmla="*/ 9307 w 1701567"/>
                <a:gd name="csY47" fmla="*/ 628779 h 805399"/>
                <a:gd name="csX48" fmla="*/ 2107 w 1701567"/>
                <a:gd name="csY48" fmla="*/ 547796 h 805399"/>
                <a:gd name="csX0" fmla="*/ 2107 w 1701567"/>
                <a:gd name="csY0" fmla="*/ 547796 h 807833"/>
                <a:gd name="csX1" fmla="*/ 52036 w 1701567"/>
                <a:gd name="csY1" fmla="*/ 521250 h 807833"/>
                <a:gd name="csX2" fmla="*/ 103310 w 1701567"/>
                <a:gd name="csY2" fmla="*/ 543321 h 807833"/>
                <a:gd name="csX3" fmla="*/ 128948 w 1701567"/>
                <a:gd name="csY3" fmla="*/ 526230 h 807833"/>
                <a:gd name="csX4" fmla="*/ 137494 w 1701567"/>
                <a:gd name="csY4" fmla="*/ 500592 h 807833"/>
                <a:gd name="csX5" fmla="*/ 154585 w 1701567"/>
                <a:gd name="csY5" fmla="*/ 474955 h 807833"/>
                <a:gd name="csX6" fmla="*/ 231531 w 1701567"/>
                <a:gd name="csY6" fmla="*/ 451572 h 807833"/>
                <a:gd name="csX7" fmla="*/ 289535 w 1701567"/>
                <a:gd name="csY7" fmla="*/ 423714 h 807833"/>
                <a:gd name="csX8" fmla="*/ 410959 w 1701567"/>
                <a:gd name="csY8" fmla="*/ 406588 h 807833"/>
                <a:gd name="csX9" fmla="*/ 453688 w 1701567"/>
                <a:gd name="csY9" fmla="*/ 423680 h 807833"/>
                <a:gd name="csX10" fmla="*/ 458163 w 1701567"/>
                <a:gd name="csY10" fmla="*/ 363826 h 807833"/>
                <a:gd name="csX11" fmla="*/ 428589 w 1701567"/>
                <a:gd name="csY11" fmla="*/ 224636 h 807833"/>
                <a:gd name="csX12" fmla="*/ 430238 w 1701567"/>
                <a:gd name="csY12" fmla="*/ 2480 h 807833"/>
                <a:gd name="csX13" fmla="*/ 493389 w 1701567"/>
                <a:gd name="csY13" fmla="*/ 105836 h 807833"/>
                <a:gd name="csX14" fmla="*/ 594189 w 1701567"/>
                <a:gd name="csY14" fmla="*/ 113036 h 807833"/>
                <a:gd name="csX15" fmla="*/ 518589 w 1701567"/>
                <a:gd name="csY15" fmla="*/ 213836 h 807833"/>
                <a:gd name="csX16" fmla="*/ 607512 w 1701567"/>
                <a:gd name="csY16" fmla="*/ 228405 h 807833"/>
                <a:gd name="csX17" fmla="*/ 525789 w 1701567"/>
                <a:gd name="csY17" fmla="*/ 314635 h 807833"/>
                <a:gd name="csX18" fmla="*/ 550350 w 1701567"/>
                <a:gd name="csY18" fmla="*/ 378730 h 807833"/>
                <a:gd name="csX19" fmla="*/ 647987 w 1701567"/>
                <a:gd name="csY19" fmla="*/ 401239 h 807833"/>
                <a:gd name="csX20" fmla="*/ 818937 w 1701567"/>
                <a:gd name="csY20" fmla="*/ 333747 h 807833"/>
                <a:gd name="csX21" fmla="*/ 898069 w 1701567"/>
                <a:gd name="csY21" fmla="*/ 278401 h 807833"/>
                <a:gd name="csX22" fmla="*/ 1017710 w 1701567"/>
                <a:gd name="csY22" fmla="*/ 210035 h 807833"/>
                <a:gd name="csX23" fmla="*/ 1111714 w 1701567"/>
                <a:gd name="csY23" fmla="*/ 167306 h 807833"/>
                <a:gd name="csX24" fmla="*/ 1162989 w 1701567"/>
                <a:gd name="csY24" fmla="*/ 141669 h 807833"/>
                <a:gd name="csX25" fmla="*/ 1256993 w 1701567"/>
                <a:gd name="csY25" fmla="*/ 150215 h 807833"/>
                <a:gd name="csX26" fmla="*/ 1319976 w 1701567"/>
                <a:gd name="csY26" fmla="*/ 167306 h 807833"/>
                <a:gd name="csX27" fmla="*/ 1402271 w 1701567"/>
                <a:gd name="csY27" fmla="*/ 178106 h 807833"/>
                <a:gd name="csX28" fmla="*/ 1481909 w 1701567"/>
                <a:gd name="csY28" fmla="*/ 129960 h 807833"/>
                <a:gd name="csX29" fmla="*/ 1581733 w 1701567"/>
                <a:gd name="csY29" fmla="*/ 150215 h 807833"/>
                <a:gd name="csX30" fmla="*/ 1700466 w 1701567"/>
                <a:gd name="csY30" fmla="*/ 259056 h 807833"/>
                <a:gd name="csX31" fmla="*/ 1503475 w 1701567"/>
                <a:gd name="csY31" fmla="*/ 330955 h 807833"/>
                <a:gd name="csX32" fmla="*/ 1366877 w 1701567"/>
                <a:gd name="csY32" fmla="*/ 404301 h 807833"/>
                <a:gd name="csX33" fmla="*/ 1276439 w 1701567"/>
                <a:gd name="csY33" fmla="*/ 398446 h 807833"/>
                <a:gd name="csX34" fmla="*/ 1111782 w 1701567"/>
                <a:gd name="csY34" fmla="*/ 422738 h 807833"/>
                <a:gd name="csX35" fmla="*/ 1003344 w 1701567"/>
                <a:gd name="csY35" fmla="*/ 514084 h 807833"/>
                <a:gd name="csX36" fmla="*/ 880978 w 1701567"/>
                <a:gd name="csY36" fmla="*/ 534775 h 807833"/>
                <a:gd name="csX37" fmla="*/ 804066 w 1701567"/>
                <a:gd name="csY37" fmla="*/ 551867 h 807833"/>
                <a:gd name="csX38" fmla="*/ 735699 w 1701567"/>
                <a:gd name="csY38" fmla="*/ 618450 h 807833"/>
                <a:gd name="csX39" fmla="*/ 760462 w 1701567"/>
                <a:gd name="csY39" fmla="*/ 804742 h 807833"/>
                <a:gd name="csX40" fmla="*/ 522425 w 1701567"/>
                <a:gd name="csY40" fmla="*/ 723287 h 807833"/>
                <a:gd name="csX41" fmla="*/ 589983 w 1701567"/>
                <a:gd name="csY41" fmla="*/ 574779 h 807833"/>
                <a:gd name="csX42" fmla="*/ 476196 w 1701567"/>
                <a:gd name="csY42" fmla="*/ 617508 h 807833"/>
                <a:gd name="csX43" fmla="*/ 369172 w 1701567"/>
                <a:gd name="csY43" fmla="*/ 630529 h 807833"/>
                <a:gd name="csX44" fmla="*/ 225206 w 1701567"/>
                <a:gd name="csY44" fmla="*/ 652566 h 807833"/>
                <a:gd name="csX45" fmla="*/ 133894 w 1701567"/>
                <a:gd name="csY45" fmla="*/ 725003 h 807833"/>
                <a:gd name="csX46" fmla="*/ 30907 w 1701567"/>
                <a:gd name="csY46" fmla="*/ 704312 h 807833"/>
                <a:gd name="csX47" fmla="*/ 9307 w 1701567"/>
                <a:gd name="csY47" fmla="*/ 628779 h 807833"/>
                <a:gd name="csX48" fmla="*/ 2107 w 1701567"/>
                <a:gd name="csY48" fmla="*/ 547796 h 807833"/>
                <a:gd name="csX0" fmla="*/ 2107 w 1701567"/>
                <a:gd name="csY0" fmla="*/ 547796 h 807484"/>
                <a:gd name="csX1" fmla="*/ 52036 w 1701567"/>
                <a:gd name="csY1" fmla="*/ 521250 h 807484"/>
                <a:gd name="csX2" fmla="*/ 103310 w 1701567"/>
                <a:gd name="csY2" fmla="*/ 543321 h 807484"/>
                <a:gd name="csX3" fmla="*/ 128948 w 1701567"/>
                <a:gd name="csY3" fmla="*/ 526230 h 807484"/>
                <a:gd name="csX4" fmla="*/ 137494 w 1701567"/>
                <a:gd name="csY4" fmla="*/ 500592 h 807484"/>
                <a:gd name="csX5" fmla="*/ 154585 w 1701567"/>
                <a:gd name="csY5" fmla="*/ 474955 h 807484"/>
                <a:gd name="csX6" fmla="*/ 231531 w 1701567"/>
                <a:gd name="csY6" fmla="*/ 451572 h 807484"/>
                <a:gd name="csX7" fmla="*/ 289535 w 1701567"/>
                <a:gd name="csY7" fmla="*/ 423714 h 807484"/>
                <a:gd name="csX8" fmla="*/ 410959 w 1701567"/>
                <a:gd name="csY8" fmla="*/ 406588 h 807484"/>
                <a:gd name="csX9" fmla="*/ 453688 w 1701567"/>
                <a:gd name="csY9" fmla="*/ 423680 h 807484"/>
                <a:gd name="csX10" fmla="*/ 458163 w 1701567"/>
                <a:gd name="csY10" fmla="*/ 363826 h 807484"/>
                <a:gd name="csX11" fmla="*/ 428589 w 1701567"/>
                <a:gd name="csY11" fmla="*/ 224636 h 807484"/>
                <a:gd name="csX12" fmla="*/ 430238 w 1701567"/>
                <a:gd name="csY12" fmla="*/ 2480 h 807484"/>
                <a:gd name="csX13" fmla="*/ 493389 w 1701567"/>
                <a:gd name="csY13" fmla="*/ 105836 h 807484"/>
                <a:gd name="csX14" fmla="*/ 594189 w 1701567"/>
                <a:gd name="csY14" fmla="*/ 113036 h 807484"/>
                <a:gd name="csX15" fmla="*/ 518589 w 1701567"/>
                <a:gd name="csY15" fmla="*/ 213836 h 807484"/>
                <a:gd name="csX16" fmla="*/ 607512 w 1701567"/>
                <a:gd name="csY16" fmla="*/ 228405 h 807484"/>
                <a:gd name="csX17" fmla="*/ 525789 w 1701567"/>
                <a:gd name="csY17" fmla="*/ 314635 h 807484"/>
                <a:gd name="csX18" fmla="*/ 550350 w 1701567"/>
                <a:gd name="csY18" fmla="*/ 378730 h 807484"/>
                <a:gd name="csX19" fmla="*/ 647987 w 1701567"/>
                <a:gd name="csY19" fmla="*/ 401239 h 807484"/>
                <a:gd name="csX20" fmla="*/ 818937 w 1701567"/>
                <a:gd name="csY20" fmla="*/ 333747 h 807484"/>
                <a:gd name="csX21" fmla="*/ 898069 w 1701567"/>
                <a:gd name="csY21" fmla="*/ 278401 h 807484"/>
                <a:gd name="csX22" fmla="*/ 1017710 w 1701567"/>
                <a:gd name="csY22" fmla="*/ 210035 h 807484"/>
                <a:gd name="csX23" fmla="*/ 1111714 w 1701567"/>
                <a:gd name="csY23" fmla="*/ 167306 h 807484"/>
                <a:gd name="csX24" fmla="*/ 1162989 w 1701567"/>
                <a:gd name="csY24" fmla="*/ 141669 h 807484"/>
                <a:gd name="csX25" fmla="*/ 1256993 w 1701567"/>
                <a:gd name="csY25" fmla="*/ 150215 h 807484"/>
                <a:gd name="csX26" fmla="*/ 1319976 w 1701567"/>
                <a:gd name="csY26" fmla="*/ 167306 h 807484"/>
                <a:gd name="csX27" fmla="*/ 1402271 w 1701567"/>
                <a:gd name="csY27" fmla="*/ 178106 h 807484"/>
                <a:gd name="csX28" fmla="*/ 1481909 w 1701567"/>
                <a:gd name="csY28" fmla="*/ 129960 h 807484"/>
                <a:gd name="csX29" fmla="*/ 1581733 w 1701567"/>
                <a:gd name="csY29" fmla="*/ 150215 h 807484"/>
                <a:gd name="csX30" fmla="*/ 1700466 w 1701567"/>
                <a:gd name="csY30" fmla="*/ 259056 h 807484"/>
                <a:gd name="csX31" fmla="*/ 1503475 w 1701567"/>
                <a:gd name="csY31" fmla="*/ 330955 h 807484"/>
                <a:gd name="csX32" fmla="*/ 1366877 w 1701567"/>
                <a:gd name="csY32" fmla="*/ 404301 h 807484"/>
                <a:gd name="csX33" fmla="*/ 1276439 w 1701567"/>
                <a:gd name="csY33" fmla="*/ 398446 h 807484"/>
                <a:gd name="csX34" fmla="*/ 1111782 w 1701567"/>
                <a:gd name="csY34" fmla="*/ 422738 h 807484"/>
                <a:gd name="csX35" fmla="*/ 1003344 w 1701567"/>
                <a:gd name="csY35" fmla="*/ 514084 h 807484"/>
                <a:gd name="csX36" fmla="*/ 880978 w 1701567"/>
                <a:gd name="csY36" fmla="*/ 534775 h 807484"/>
                <a:gd name="csX37" fmla="*/ 804066 w 1701567"/>
                <a:gd name="csY37" fmla="*/ 551867 h 807484"/>
                <a:gd name="csX38" fmla="*/ 735699 w 1701567"/>
                <a:gd name="csY38" fmla="*/ 618450 h 807484"/>
                <a:gd name="csX39" fmla="*/ 760462 w 1701567"/>
                <a:gd name="csY39" fmla="*/ 804742 h 807484"/>
                <a:gd name="csX40" fmla="*/ 522425 w 1701567"/>
                <a:gd name="csY40" fmla="*/ 723287 h 807484"/>
                <a:gd name="csX41" fmla="*/ 568989 w 1701567"/>
                <a:gd name="csY41" fmla="*/ 635036 h 807484"/>
                <a:gd name="csX42" fmla="*/ 589983 w 1701567"/>
                <a:gd name="csY42" fmla="*/ 574779 h 807484"/>
                <a:gd name="csX43" fmla="*/ 476196 w 1701567"/>
                <a:gd name="csY43" fmla="*/ 617508 h 807484"/>
                <a:gd name="csX44" fmla="*/ 369172 w 1701567"/>
                <a:gd name="csY44" fmla="*/ 630529 h 807484"/>
                <a:gd name="csX45" fmla="*/ 225206 w 1701567"/>
                <a:gd name="csY45" fmla="*/ 652566 h 807484"/>
                <a:gd name="csX46" fmla="*/ 133894 w 1701567"/>
                <a:gd name="csY46" fmla="*/ 725003 h 807484"/>
                <a:gd name="csX47" fmla="*/ 30907 w 1701567"/>
                <a:gd name="csY47" fmla="*/ 704312 h 807484"/>
                <a:gd name="csX48" fmla="*/ 9307 w 1701567"/>
                <a:gd name="csY48" fmla="*/ 628779 h 807484"/>
                <a:gd name="csX49" fmla="*/ 2107 w 1701567"/>
                <a:gd name="csY49" fmla="*/ 547796 h 807484"/>
                <a:gd name="csX0" fmla="*/ 2107 w 1701567"/>
                <a:gd name="csY0" fmla="*/ 547796 h 807359"/>
                <a:gd name="csX1" fmla="*/ 52036 w 1701567"/>
                <a:gd name="csY1" fmla="*/ 521250 h 807359"/>
                <a:gd name="csX2" fmla="*/ 103310 w 1701567"/>
                <a:gd name="csY2" fmla="*/ 543321 h 807359"/>
                <a:gd name="csX3" fmla="*/ 128948 w 1701567"/>
                <a:gd name="csY3" fmla="*/ 526230 h 807359"/>
                <a:gd name="csX4" fmla="*/ 137494 w 1701567"/>
                <a:gd name="csY4" fmla="*/ 500592 h 807359"/>
                <a:gd name="csX5" fmla="*/ 154585 w 1701567"/>
                <a:gd name="csY5" fmla="*/ 474955 h 807359"/>
                <a:gd name="csX6" fmla="*/ 231531 w 1701567"/>
                <a:gd name="csY6" fmla="*/ 451572 h 807359"/>
                <a:gd name="csX7" fmla="*/ 289535 w 1701567"/>
                <a:gd name="csY7" fmla="*/ 423714 h 807359"/>
                <a:gd name="csX8" fmla="*/ 410959 w 1701567"/>
                <a:gd name="csY8" fmla="*/ 406588 h 807359"/>
                <a:gd name="csX9" fmla="*/ 453688 w 1701567"/>
                <a:gd name="csY9" fmla="*/ 423680 h 807359"/>
                <a:gd name="csX10" fmla="*/ 458163 w 1701567"/>
                <a:gd name="csY10" fmla="*/ 363826 h 807359"/>
                <a:gd name="csX11" fmla="*/ 428589 w 1701567"/>
                <a:gd name="csY11" fmla="*/ 224636 h 807359"/>
                <a:gd name="csX12" fmla="*/ 430238 w 1701567"/>
                <a:gd name="csY12" fmla="*/ 2480 h 807359"/>
                <a:gd name="csX13" fmla="*/ 493389 w 1701567"/>
                <a:gd name="csY13" fmla="*/ 105836 h 807359"/>
                <a:gd name="csX14" fmla="*/ 594189 w 1701567"/>
                <a:gd name="csY14" fmla="*/ 113036 h 807359"/>
                <a:gd name="csX15" fmla="*/ 518589 w 1701567"/>
                <a:gd name="csY15" fmla="*/ 213836 h 807359"/>
                <a:gd name="csX16" fmla="*/ 607512 w 1701567"/>
                <a:gd name="csY16" fmla="*/ 228405 h 807359"/>
                <a:gd name="csX17" fmla="*/ 525789 w 1701567"/>
                <a:gd name="csY17" fmla="*/ 314635 h 807359"/>
                <a:gd name="csX18" fmla="*/ 550350 w 1701567"/>
                <a:gd name="csY18" fmla="*/ 378730 h 807359"/>
                <a:gd name="csX19" fmla="*/ 647987 w 1701567"/>
                <a:gd name="csY19" fmla="*/ 401239 h 807359"/>
                <a:gd name="csX20" fmla="*/ 818937 w 1701567"/>
                <a:gd name="csY20" fmla="*/ 333747 h 807359"/>
                <a:gd name="csX21" fmla="*/ 898069 w 1701567"/>
                <a:gd name="csY21" fmla="*/ 278401 h 807359"/>
                <a:gd name="csX22" fmla="*/ 1017710 w 1701567"/>
                <a:gd name="csY22" fmla="*/ 210035 h 807359"/>
                <a:gd name="csX23" fmla="*/ 1111714 w 1701567"/>
                <a:gd name="csY23" fmla="*/ 167306 h 807359"/>
                <a:gd name="csX24" fmla="*/ 1162989 w 1701567"/>
                <a:gd name="csY24" fmla="*/ 141669 h 807359"/>
                <a:gd name="csX25" fmla="*/ 1256993 w 1701567"/>
                <a:gd name="csY25" fmla="*/ 150215 h 807359"/>
                <a:gd name="csX26" fmla="*/ 1319976 w 1701567"/>
                <a:gd name="csY26" fmla="*/ 167306 h 807359"/>
                <a:gd name="csX27" fmla="*/ 1402271 w 1701567"/>
                <a:gd name="csY27" fmla="*/ 178106 h 807359"/>
                <a:gd name="csX28" fmla="*/ 1481909 w 1701567"/>
                <a:gd name="csY28" fmla="*/ 129960 h 807359"/>
                <a:gd name="csX29" fmla="*/ 1581733 w 1701567"/>
                <a:gd name="csY29" fmla="*/ 150215 h 807359"/>
                <a:gd name="csX30" fmla="*/ 1700466 w 1701567"/>
                <a:gd name="csY30" fmla="*/ 259056 h 807359"/>
                <a:gd name="csX31" fmla="*/ 1503475 w 1701567"/>
                <a:gd name="csY31" fmla="*/ 330955 h 807359"/>
                <a:gd name="csX32" fmla="*/ 1366877 w 1701567"/>
                <a:gd name="csY32" fmla="*/ 404301 h 807359"/>
                <a:gd name="csX33" fmla="*/ 1276439 w 1701567"/>
                <a:gd name="csY33" fmla="*/ 398446 h 807359"/>
                <a:gd name="csX34" fmla="*/ 1111782 w 1701567"/>
                <a:gd name="csY34" fmla="*/ 422738 h 807359"/>
                <a:gd name="csX35" fmla="*/ 1003344 w 1701567"/>
                <a:gd name="csY35" fmla="*/ 514084 h 807359"/>
                <a:gd name="csX36" fmla="*/ 880978 w 1701567"/>
                <a:gd name="csY36" fmla="*/ 534775 h 807359"/>
                <a:gd name="csX37" fmla="*/ 804066 w 1701567"/>
                <a:gd name="csY37" fmla="*/ 551867 h 807359"/>
                <a:gd name="csX38" fmla="*/ 735699 w 1701567"/>
                <a:gd name="csY38" fmla="*/ 618450 h 807359"/>
                <a:gd name="csX39" fmla="*/ 760462 w 1701567"/>
                <a:gd name="csY39" fmla="*/ 804742 h 807359"/>
                <a:gd name="csX40" fmla="*/ 522425 w 1701567"/>
                <a:gd name="csY40" fmla="*/ 723287 h 807359"/>
                <a:gd name="csX41" fmla="*/ 644589 w 1701567"/>
                <a:gd name="csY41" fmla="*/ 660236 h 807359"/>
                <a:gd name="csX42" fmla="*/ 589983 w 1701567"/>
                <a:gd name="csY42" fmla="*/ 574779 h 807359"/>
                <a:gd name="csX43" fmla="*/ 476196 w 1701567"/>
                <a:gd name="csY43" fmla="*/ 617508 h 807359"/>
                <a:gd name="csX44" fmla="*/ 369172 w 1701567"/>
                <a:gd name="csY44" fmla="*/ 630529 h 807359"/>
                <a:gd name="csX45" fmla="*/ 225206 w 1701567"/>
                <a:gd name="csY45" fmla="*/ 652566 h 807359"/>
                <a:gd name="csX46" fmla="*/ 133894 w 1701567"/>
                <a:gd name="csY46" fmla="*/ 725003 h 807359"/>
                <a:gd name="csX47" fmla="*/ 30907 w 1701567"/>
                <a:gd name="csY47" fmla="*/ 704312 h 807359"/>
                <a:gd name="csX48" fmla="*/ 9307 w 1701567"/>
                <a:gd name="csY48" fmla="*/ 628779 h 807359"/>
                <a:gd name="csX49" fmla="*/ 2107 w 1701567"/>
                <a:gd name="csY49" fmla="*/ 547796 h 807359"/>
                <a:gd name="csX0" fmla="*/ 2107 w 1701567"/>
                <a:gd name="csY0" fmla="*/ 547796 h 814762"/>
                <a:gd name="csX1" fmla="*/ 52036 w 1701567"/>
                <a:gd name="csY1" fmla="*/ 521250 h 814762"/>
                <a:gd name="csX2" fmla="*/ 103310 w 1701567"/>
                <a:gd name="csY2" fmla="*/ 543321 h 814762"/>
                <a:gd name="csX3" fmla="*/ 128948 w 1701567"/>
                <a:gd name="csY3" fmla="*/ 526230 h 814762"/>
                <a:gd name="csX4" fmla="*/ 137494 w 1701567"/>
                <a:gd name="csY4" fmla="*/ 500592 h 814762"/>
                <a:gd name="csX5" fmla="*/ 154585 w 1701567"/>
                <a:gd name="csY5" fmla="*/ 474955 h 814762"/>
                <a:gd name="csX6" fmla="*/ 231531 w 1701567"/>
                <a:gd name="csY6" fmla="*/ 451572 h 814762"/>
                <a:gd name="csX7" fmla="*/ 289535 w 1701567"/>
                <a:gd name="csY7" fmla="*/ 423714 h 814762"/>
                <a:gd name="csX8" fmla="*/ 410959 w 1701567"/>
                <a:gd name="csY8" fmla="*/ 406588 h 814762"/>
                <a:gd name="csX9" fmla="*/ 453688 w 1701567"/>
                <a:gd name="csY9" fmla="*/ 423680 h 814762"/>
                <a:gd name="csX10" fmla="*/ 458163 w 1701567"/>
                <a:gd name="csY10" fmla="*/ 363826 h 814762"/>
                <a:gd name="csX11" fmla="*/ 428589 w 1701567"/>
                <a:gd name="csY11" fmla="*/ 224636 h 814762"/>
                <a:gd name="csX12" fmla="*/ 430238 w 1701567"/>
                <a:gd name="csY12" fmla="*/ 2480 h 814762"/>
                <a:gd name="csX13" fmla="*/ 493389 w 1701567"/>
                <a:gd name="csY13" fmla="*/ 105836 h 814762"/>
                <a:gd name="csX14" fmla="*/ 594189 w 1701567"/>
                <a:gd name="csY14" fmla="*/ 113036 h 814762"/>
                <a:gd name="csX15" fmla="*/ 518589 w 1701567"/>
                <a:gd name="csY15" fmla="*/ 213836 h 814762"/>
                <a:gd name="csX16" fmla="*/ 607512 w 1701567"/>
                <a:gd name="csY16" fmla="*/ 228405 h 814762"/>
                <a:gd name="csX17" fmla="*/ 525789 w 1701567"/>
                <a:gd name="csY17" fmla="*/ 314635 h 814762"/>
                <a:gd name="csX18" fmla="*/ 550350 w 1701567"/>
                <a:gd name="csY18" fmla="*/ 378730 h 814762"/>
                <a:gd name="csX19" fmla="*/ 647987 w 1701567"/>
                <a:gd name="csY19" fmla="*/ 401239 h 814762"/>
                <a:gd name="csX20" fmla="*/ 818937 w 1701567"/>
                <a:gd name="csY20" fmla="*/ 333747 h 814762"/>
                <a:gd name="csX21" fmla="*/ 898069 w 1701567"/>
                <a:gd name="csY21" fmla="*/ 278401 h 814762"/>
                <a:gd name="csX22" fmla="*/ 1017710 w 1701567"/>
                <a:gd name="csY22" fmla="*/ 210035 h 814762"/>
                <a:gd name="csX23" fmla="*/ 1111714 w 1701567"/>
                <a:gd name="csY23" fmla="*/ 167306 h 814762"/>
                <a:gd name="csX24" fmla="*/ 1162989 w 1701567"/>
                <a:gd name="csY24" fmla="*/ 141669 h 814762"/>
                <a:gd name="csX25" fmla="*/ 1256993 w 1701567"/>
                <a:gd name="csY25" fmla="*/ 150215 h 814762"/>
                <a:gd name="csX26" fmla="*/ 1319976 w 1701567"/>
                <a:gd name="csY26" fmla="*/ 167306 h 814762"/>
                <a:gd name="csX27" fmla="*/ 1402271 w 1701567"/>
                <a:gd name="csY27" fmla="*/ 178106 h 814762"/>
                <a:gd name="csX28" fmla="*/ 1481909 w 1701567"/>
                <a:gd name="csY28" fmla="*/ 129960 h 814762"/>
                <a:gd name="csX29" fmla="*/ 1581733 w 1701567"/>
                <a:gd name="csY29" fmla="*/ 150215 h 814762"/>
                <a:gd name="csX30" fmla="*/ 1700466 w 1701567"/>
                <a:gd name="csY30" fmla="*/ 259056 h 814762"/>
                <a:gd name="csX31" fmla="*/ 1503475 w 1701567"/>
                <a:gd name="csY31" fmla="*/ 330955 h 814762"/>
                <a:gd name="csX32" fmla="*/ 1366877 w 1701567"/>
                <a:gd name="csY32" fmla="*/ 404301 h 814762"/>
                <a:gd name="csX33" fmla="*/ 1276439 w 1701567"/>
                <a:gd name="csY33" fmla="*/ 398446 h 814762"/>
                <a:gd name="csX34" fmla="*/ 1111782 w 1701567"/>
                <a:gd name="csY34" fmla="*/ 422738 h 814762"/>
                <a:gd name="csX35" fmla="*/ 1003344 w 1701567"/>
                <a:gd name="csY35" fmla="*/ 514084 h 814762"/>
                <a:gd name="csX36" fmla="*/ 880978 w 1701567"/>
                <a:gd name="csY36" fmla="*/ 534775 h 814762"/>
                <a:gd name="csX37" fmla="*/ 804066 w 1701567"/>
                <a:gd name="csY37" fmla="*/ 551867 h 814762"/>
                <a:gd name="csX38" fmla="*/ 735699 w 1701567"/>
                <a:gd name="csY38" fmla="*/ 618450 h 814762"/>
                <a:gd name="csX39" fmla="*/ 760462 w 1701567"/>
                <a:gd name="csY39" fmla="*/ 804742 h 814762"/>
                <a:gd name="csX40" fmla="*/ 655389 w 1701567"/>
                <a:gd name="csY40" fmla="*/ 782637 h 814762"/>
                <a:gd name="csX41" fmla="*/ 522425 w 1701567"/>
                <a:gd name="csY41" fmla="*/ 723287 h 814762"/>
                <a:gd name="csX42" fmla="*/ 644589 w 1701567"/>
                <a:gd name="csY42" fmla="*/ 660236 h 814762"/>
                <a:gd name="csX43" fmla="*/ 589983 w 1701567"/>
                <a:gd name="csY43" fmla="*/ 574779 h 814762"/>
                <a:gd name="csX44" fmla="*/ 476196 w 1701567"/>
                <a:gd name="csY44" fmla="*/ 617508 h 814762"/>
                <a:gd name="csX45" fmla="*/ 369172 w 1701567"/>
                <a:gd name="csY45" fmla="*/ 630529 h 814762"/>
                <a:gd name="csX46" fmla="*/ 225206 w 1701567"/>
                <a:gd name="csY46" fmla="*/ 652566 h 814762"/>
                <a:gd name="csX47" fmla="*/ 133894 w 1701567"/>
                <a:gd name="csY47" fmla="*/ 725003 h 814762"/>
                <a:gd name="csX48" fmla="*/ 30907 w 1701567"/>
                <a:gd name="csY48" fmla="*/ 704312 h 814762"/>
                <a:gd name="csX49" fmla="*/ 9307 w 1701567"/>
                <a:gd name="csY49" fmla="*/ 628779 h 814762"/>
                <a:gd name="csX50" fmla="*/ 2107 w 1701567"/>
                <a:gd name="csY50" fmla="*/ 547796 h 814762"/>
                <a:gd name="csX0" fmla="*/ 2107 w 1701567"/>
                <a:gd name="csY0" fmla="*/ 547796 h 808284"/>
                <a:gd name="csX1" fmla="*/ 52036 w 1701567"/>
                <a:gd name="csY1" fmla="*/ 521250 h 808284"/>
                <a:gd name="csX2" fmla="*/ 103310 w 1701567"/>
                <a:gd name="csY2" fmla="*/ 543321 h 808284"/>
                <a:gd name="csX3" fmla="*/ 128948 w 1701567"/>
                <a:gd name="csY3" fmla="*/ 526230 h 808284"/>
                <a:gd name="csX4" fmla="*/ 137494 w 1701567"/>
                <a:gd name="csY4" fmla="*/ 500592 h 808284"/>
                <a:gd name="csX5" fmla="*/ 154585 w 1701567"/>
                <a:gd name="csY5" fmla="*/ 474955 h 808284"/>
                <a:gd name="csX6" fmla="*/ 231531 w 1701567"/>
                <a:gd name="csY6" fmla="*/ 451572 h 808284"/>
                <a:gd name="csX7" fmla="*/ 289535 w 1701567"/>
                <a:gd name="csY7" fmla="*/ 423714 h 808284"/>
                <a:gd name="csX8" fmla="*/ 410959 w 1701567"/>
                <a:gd name="csY8" fmla="*/ 406588 h 808284"/>
                <a:gd name="csX9" fmla="*/ 453688 w 1701567"/>
                <a:gd name="csY9" fmla="*/ 423680 h 808284"/>
                <a:gd name="csX10" fmla="*/ 458163 w 1701567"/>
                <a:gd name="csY10" fmla="*/ 363826 h 808284"/>
                <a:gd name="csX11" fmla="*/ 428589 w 1701567"/>
                <a:gd name="csY11" fmla="*/ 224636 h 808284"/>
                <a:gd name="csX12" fmla="*/ 430238 w 1701567"/>
                <a:gd name="csY12" fmla="*/ 2480 h 808284"/>
                <a:gd name="csX13" fmla="*/ 493389 w 1701567"/>
                <a:gd name="csY13" fmla="*/ 105836 h 808284"/>
                <a:gd name="csX14" fmla="*/ 594189 w 1701567"/>
                <a:gd name="csY14" fmla="*/ 113036 h 808284"/>
                <a:gd name="csX15" fmla="*/ 518589 w 1701567"/>
                <a:gd name="csY15" fmla="*/ 213836 h 808284"/>
                <a:gd name="csX16" fmla="*/ 607512 w 1701567"/>
                <a:gd name="csY16" fmla="*/ 228405 h 808284"/>
                <a:gd name="csX17" fmla="*/ 525789 w 1701567"/>
                <a:gd name="csY17" fmla="*/ 314635 h 808284"/>
                <a:gd name="csX18" fmla="*/ 550350 w 1701567"/>
                <a:gd name="csY18" fmla="*/ 378730 h 808284"/>
                <a:gd name="csX19" fmla="*/ 647987 w 1701567"/>
                <a:gd name="csY19" fmla="*/ 401239 h 808284"/>
                <a:gd name="csX20" fmla="*/ 818937 w 1701567"/>
                <a:gd name="csY20" fmla="*/ 333747 h 808284"/>
                <a:gd name="csX21" fmla="*/ 898069 w 1701567"/>
                <a:gd name="csY21" fmla="*/ 278401 h 808284"/>
                <a:gd name="csX22" fmla="*/ 1017710 w 1701567"/>
                <a:gd name="csY22" fmla="*/ 210035 h 808284"/>
                <a:gd name="csX23" fmla="*/ 1111714 w 1701567"/>
                <a:gd name="csY23" fmla="*/ 167306 h 808284"/>
                <a:gd name="csX24" fmla="*/ 1162989 w 1701567"/>
                <a:gd name="csY24" fmla="*/ 141669 h 808284"/>
                <a:gd name="csX25" fmla="*/ 1256993 w 1701567"/>
                <a:gd name="csY25" fmla="*/ 150215 h 808284"/>
                <a:gd name="csX26" fmla="*/ 1319976 w 1701567"/>
                <a:gd name="csY26" fmla="*/ 167306 h 808284"/>
                <a:gd name="csX27" fmla="*/ 1402271 w 1701567"/>
                <a:gd name="csY27" fmla="*/ 178106 h 808284"/>
                <a:gd name="csX28" fmla="*/ 1481909 w 1701567"/>
                <a:gd name="csY28" fmla="*/ 129960 h 808284"/>
                <a:gd name="csX29" fmla="*/ 1581733 w 1701567"/>
                <a:gd name="csY29" fmla="*/ 150215 h 808284"/>
                <a:gd name="csX30" fmla="*/ 1700466 w 1701567"/>
                <a:gd name="csY30" fmla="*/ 259056 h 808284"/>
                <a:gd name="csX31" fmla="*/ 1503475 w 1701567"/>
                <a:gd name="csY31" fmla="*/ 330955 h 808284"/>
                <a:gd name="csX32" fmla="*/ 1366877 w 1701567"/>
                <a:gd name="csY32" fmla="*/ 404301 h 808284"/>
                <a:gd name="csX33" fmla="*/ 1276439 w 1701567"/>
                <a:gd name="csY33" fmla="*/ 398446 h 808284"/>
                <a:gd name="csX34" fmla="*/ 1111782 w 1701567"/>
                <a:gd name="csY34" fmla="*/ 422738 h 808284"/>
                <a:gd name="csX35" fmla="*/ 1003344 w 1701567"/>
                <a:gd name="csY35" fmla="*/ 514084 h 808284"/>
                <a:gd name="csX36" fmla="*/ 880978 w 1701567"/>
                <a:gd name="csY36" fmla="*/ 534775 h 808284"/>
                <a:gd name="csX37" fmla="*/ 804066 w 1701567"/>
                <a:gd name="csY37" fmla="*/ 551867 h 808284"/>
                <a:gd name="csX38" fmla="*/ 735699 w 1701567"/>
                <a:gd name="csY38" fmla="*/ 618450 h 808284"/>
                <a:gd name="csX39" fmla="*/ 760462 w 1701567"/>
                <a:gd name="csY39" fmla="*/ 804742 h 808284"/>
                <a:gd name="csX40" fmla="*/ 673389 w 1701567"/>
                <a:gd name="csY40" fmla="*/ 739437 h 808284"/>
                <a:gd name="csX41" fmla="*/ 522425 w 1701567"/>
                <a:gd name="csY41" fmla="*/ 723287 h 808284"/>
                <a:gd name="csX42" fmla="*/ 644589 w 1701567"/>
                <a:gd name="csY42" fmla="*/ 660236 h 808284"/>
                <a:gd name="csX43" fmla="*/ 589983 w 1701567"/>
                <a:gd name="csY43" fmla="*/ 574779 h 808284"/>
                <a:gd name="csX44" fmla="*/ 476196 w 1701567"/>
                <a:gd name="csY44" fmla="*/ 617508 h 808284"/>
                <a:gd name="csX45" fmla="*/ 369172 w 1701567"/>
                <a:gd name="csY45" fmla="*/ 630529 h 808284"/>
                <a:gd name="csX46" fmla="*/ 225206 w 1701567"/>
                <a:gd name="csY46" fmla="*/ 652566 h 808284"/>
                <a:gd name="csX47" fmla="*/ 133894 w 1701567"/>
                <a:gd name="csY47" fmla="*/ 725003 h 808284"/>
                <a:gd name="csX48" fmla="*/ 30907 w 1701567"/>
                <a:gd name="csY48" fmla="*/ 704312 h 808284"/>
                <a:gd name="csX49" fmla="*/ 9307 w 1701567"/>
                <a:gd name="csY49" fmla="*/ 628779 h 808284"/>
                <a:gd name="csX50" fmla="*/ 2107 w 1701567"/>
                <a:gd name="csY50" fmla="*/ 547796 h 808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1701567" h="808284">
                  <a:moveTo>
                    <a:pt x="2107" y="547796"/>
                  </a:moveTo>
                  <a:cubicBezTo>
                    <a:pt x="9228" y="529875"/>
                    <a:pt x="35169" y="521996"/>
                    <a:pt x="52036" y="521250"/>
                  </a:cubicBezTo>
                  <a:cubicBezTo>
                    <a:pt x="68903" y="520504"/>
                    <a:pt x="90491" y="542491"/>
                    <a:pt x="103310" y="543321"/>
                  </a:cubicBezTo>
                  <a:cubicBezTo>
                    <a:pt x="116129" y="544151"/>
                    <a:pt x="120402" y="531927"/>
                    <a:pt x="128948" y="526230"/>
                  </a:cubicBezTo>
                  <a:cubicBezTo>
                    <a:pt x="131797" y="517684"/>
                    <a:pt x="133465" y="508649"/>
                    <a:pt x="137494" y="500592"/>
                  </a:cubicBezTo>
                  <a:cubicBezTo>
                    <a:pt x="142087" y="491406"/>
                    <a:pt x="138912" y="483125"/>
                    <a:pt x="154585" y="474955"/>
                  </a:cubicBezTo>
                  <a:cubicBezTo>
                    <a:pt x="170258" y="466785"/>
                    <a:pt x="209039" y="460112"/>
                    <a:pt x="231531" y="451572"/>
                  </a:cubicBezTo>
                  <a:cubicBezTo>
                    <a:pt x="254023" y="443032"/>
                    <a:pt x="249131" y="450648"/>
                    <a:pt x="289535" y="423714"/>
                  </a:cubicBezTo>
                  <a:cubicBezTo>
                    <a:pt x="319440" y="416217"/>
                    <a:pt x="383600" y="406594"/>
                    <a:pt x="410959" y="406588"/>
                  </a:cubicBezTo>
                  <a:cubicBezTo>
                    <a:pt x="438318" y="406582"/>
                    <a:pt x="445821" y="430807"/>
                    <a:pt x="453688" y="423680"/>
                  </a:cubicBezTo>
                  <a:cubicBezTo>
                    <a:pt x="461555" y="416553"/>
                    <a:pt x="459346" y="397000"/>
                    <a:pt x="458163" y="363826"/>
                  </a:cubicBezTo>
                  <a:cubicBezTo>
                    <a:pt x="456980" y="330652"/>
                    <a:pt x="433243" y="281260"/>
                    <a:pt x="428589" y="224636"/>
                  </a:cubicBezTo>
                  <a:cubicBezTo>
                    <a:pt x="423935" y="168012"/>
                    <a:pt x="419438" y="22280"/>
                    <a:pt x="430238" y="2480"/>
                  </a:cubicBezTo>
                  <a:cubicBezTo>
                    <a:pt x="441038" y="-17320"/>
                    <a:pt x="466064" y="87410"/>
                    <a:pt x="493389" y="105836"/>
                  </a:cubicBezTo>
                  <a:cubicBezTo>
                    <a:pt x="520714" y="124262"/>
                    <a:pt x="593589" y="84836"/>
                    <a:pt x="594189" y="113036"/>
                  </a:cubicBezTo>
                  <a:cubicBezTo>
                    <a:pt x="594789" y="141236"/>
                    <a:pt x="503169" y="198808"/>
                    <a:pt x="518589" y="213836"/>
                  </a:cubicBezTo>
                  <a:cubicBezTo>
                    <a:pt x="534009" y="228864"/>
                    <a:pt x="606312" y="211605"/>
                    <a:pt x="607512" y="228405"/>
                  </a:cubicBezTo>
                  <a:cubicBezTo>
                    <a:pt x="608712" y="245205"/>
                    <a:pt x="527516" y="285381"/>
                    <a:pt x="525789" y="314635"/>
                  </a:cubicBezTo>
                  <a:cubicBezTo>
                    <a:pt x="524062" y="343889"/>
                    <a:pt x="529984" y="364296"/>
                    <a:pt x="550350" y="378730"/>
                  </a:cubicBezTo>
                  <a:cubicBezTo>
                    <a:pt x="570716" y="393164"/>
                    <a:pt x="603223" y="408736"/>
                    <a:pt x="647987" y="401239"/>
                  </a:cubicBezTo>
                  <a:cubicBezTo>
                    <a:pt x="692751" y="393742"/>
                    <a:pt x="777257" y="354220"/>
                    <a:pt x="818937" y="333747"/>
                  </a:cubicBezTo>
                  <a:cubicBezTo>
                    <a:pt x="860617" y="313274"/>
                    <a:pt x="852492" y="281250"/>
                    <a:pt x="898069" y="278401"/>
                  </a:cubicBezTo>
                  <a:cubicBezTo>
                    <a:pt x="1043165" y="187719"/>
                    <a:pt x="982103" y="228551"/>
                    <a:pt x="1017710" y="210035"/>
                  </a:cubicBezTo>
                  <a:cubicBezTo>
                    <a:pt x="1053318" y="191519"/>
                    <a:pt x="1087501" y="178700"/>
                    <a:pt x="1111714" y="167306"/>
                  </a:cubicBezTo>
                  <a:cubicBezTo>
                    <a:pt x="1135927" y="155912"/>
                    <a:pt x="1138776" y="144517"/>
                    <a:pt x="1162989" y="141669"/>
                  </a:cubicBezTo>
                  <a:cubicBezTo>
                    <a:pt x="1194324" y="144518"/>
                    <a:pt x="1230829" y="145942"/>
                    <a:pt x="1256993" y="150215"/>
                  </a:cubicBezTo>
                  <a:cubicBezTo>
                    <a:pt x="1283158" y="154488"/>
                    <a:pt x="1295763" y="162658"/>
                    <a:pt x="1319976" y="167306"/>
                  </a:cubicBezTo>
                  <a:cubicBezTo>
                    <a:pt x="1344189" y="171954"/>
                    <a:pt x="1375282" y="184330"/>
                    <a:pt x="1402271" y="178106"/>
                  </a:cubicBezTo>
                  <a:cubicBezTo>
                    <a:pt x="1429260" y="171882"/>
                    <a:pt x="1451999" y="134608"/>
                    <a:pt x="1481909" y="129960"/>
                  </a:cubicBezTo>
                  <a:cubicBezTo>
                    <a:pt x="1511819" y="125312"/>
                    <a:pt x="1530458" y="153063"/>
                    <a:pt x="1581733" y="150215"/>
                  </a:cubicBezTo>
                  <a:cubicBezTo>
                    <a:pt x="1606911" y="181695"/>
                    <a:pt x="1713509" y="228933"/>
                    <a:pt x="1700466" y="259056"/>
                  </a:cubicBezTo>
                  <a:cubicBezTo>
                    <a:pt x="1687423" y="289179"/>
                    <a:pt x="1559073" y="306747"/>
                    <a:pt x="1503475" y="330955"/>
                  </a:cubicBezTo>
                  <a:cubicBezTo>
                    <a:pt x="1447877" y="355163"/>
                    <a:pt x="1503610" y="401452"/>
                    <a:pt x="1366877" y="404301"/>
                  </a:cubicBezTo>
                  <a:cubicBezTo>
                    <a:pt x="1358331" y="407149"/>
                    <a:pt x="1318955" y="395373"/>
                    <a:pt x="1276439" y="398446"/>
                  </a:cubicBezTo>
                  <a:cubicBezTo>
                    <a:pt x="1233923" y="401519"/>
                    <a:pt x="1157298" y="403465"/>
                    <a:pt x="1111782" y="422738"/>
                  </a:cubicBezTo>
                  <a:cubicBezTo>
                    <a:pt x="1066266" y="442011"/>
                    <a:pt x="1041811" y="495411"/>
                    <a:pt x="1003344" y="514084"/>
                  </a:cubicBezTo>
                  <a:cubicBezTo>
                    <a:pt x="964877" y="532757"/>
                    <a:pt x="914191" y="528478"/>
                    <a:pt x="880978" y="534775"/>
                  </a:cubicBezTo>
                  <a:cubicBezTo>
                    <a:pt x="847765" y="541072"/>
                    <a:pt x="828279" y="537921"/>
                    <a:pt x="804066" y="551867"/>
                  </a:cubicBezTo>
                  <a:cubicBezTo>
                    <a:pt x="779853" y="565813"/>
                    <a:pt x="742966" y="576304"/>
                    <a:pt x="735699" y="618450"/>
                  </a:cubicBezTo>
                  <a:cubicBezTo>
                    <a:pt x="728432" y="660596"/>
                    <a:pt x="770847" y="784578"/>
                    <a:pt x="760462" y="804742"/>
                  </a:cubicBezTo>
                  <a:cubicBezTo>
                    <a:pt x="750077" y="824906"/>
                    <a:pt x="713062" y="753013"/>
                    <a:pt x="673389" y="739437"/>
                  </a:cubicBezTo>
                  <a:cubicBezTo>
                    <a:pt x="633716" y="725861"/>
                    <a:pt x="527225" y="736487"/>
                    <a:pt x="522425" y="723287"/>
                  </a:cubicBezTo>
                  <a:cubicBezTo>
                    <a:pt x="517625" y="710087"/>
                    <a:pt x="633329" y="684987"/>
                    <a:pt x="644589" y="660236"/>
                  </a:cubicBezTo>
                  <a:cubicBezTo>
                    <a:pt x="655849" y="635485"/>
                    <a:pt x="605448" y="577700"/>
                    <a:pt x="589983" y="574779"/>
                  </a:cubicBezTo>
                  <a:cubicBezTo>
                    <a:pt x="546373" y="585682"/>
                    <a:pt x="512998" y="608216"/>
                    <a:pt x="476196" y="617508"/>
                  </a:cubicBezTo>
                  <a:cubicBezTo>
                    <a:pt x="439394" y="626800"/>
                    <a:pt x="411004" y="624686"/>
                    <a:pt x="369172" y="630529"/>
                  </a:cubicBezTo>
                  <a:cubicBezTo>
                    <a:pt x="327340" y="636372"/>
                    <a:pt x="264419" y="636820"/>
                    <a:pt x="225206" y="652566"/>
                  </a:cubicBezTo>
                  <a:cubicBezTo>
                    <a:pt x="185993" y="668312"/>
                    <a:pt x="215799" y="704529"/>
                    <a:pt x="133894" y="725003"/>
                  </a:cubicBezTo>
                  <a:cubicBezTo>
                    <a:pt x="126614" y="724396"/>
                    <a:pt x="51671" y="720349"/>
                    <a:pt x="30907" y="704312"/>
                  </a:cubicBezTo>
                  <a:cubicBezTo>
                    <a:pt x="10143" y="688275"/>
                    <a:pt x="10507" y="665065"/>
                    <a:pt x="9307" y="628779"/>
                  </a:cubicBezTo>
                  <a:cubicBezTo>
                    <a:pt x="8107" y="592493"/>
                    <a:pt x="-5014" y="565717"/>
                    <a:pt x="2107" y="547796"/>
                  </a:cubicBezTo>
                  <a:close/>
                </a:path>
              </a:pathLst>
            </a:custGeom>
            <a:solidFill>
              <a:srgbClr val="FF0000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7767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04A1D1B-EBA9-6816-57B8-52C04F381A02}"/>
              </a:ext>
            </a:extLst>
          </p:cNvPr>
          <p:cNvGrpSpPr/>
          <p:nvPr/>
        </p:nvGrpSpPr>
        <p:grpSpPr>
          <a:xfrm>
            <a:off x="0" y="168618"/>
            <a:ext cx="9144000" cy="6284802"/>
            <a:chOff x="0" y="168618"/>
            <a:chExt cx="9144000" cy="628480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189ABC1-4ED2-B4DF-F1B0-BF9CEE2C3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956110"/>
              <a:ext cx="9144000" cy="4945780"/>
            </a:xfrm>
            <a:prstGeom prst="rect">
              <a:avLst/>
            </a:prstGeom>
          </p:spPr>
        </p:pic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9AC7EA61-3448-59E1-76B7-EAF27E5C81D9}"/>
                </a:ext>
              </a:extLst>
            </p:cNvPr>
            <p:cNvSpPr/>
            <p:nvPr/>
          </p:nvSpPr>
          <p:spPr>
            <a:xfrm>
              <a:off x="709564" y="476590"/>
              <a:ext cx="7794789" cy="179462"/>
            </a:xfrm>
            <a:custGeom>
              <a:avLst/>
              <a:gdLst>
                <a:gd name="csX0" fmla="*/ 0 w 1060704"/>
                <a:gd name="csY0" fmla="*/ 914400 h 914400"/>
                <a:gd name="csX1" fmla="*/ 530352 w 1060704"/>
                <a:gd name="csY1" fmla="*/ 0 h 914400"/>
                <a:gd name="csX2" fmla="*/ 1060704 w 1060704"/>
                <a:gd name="csY2" fmla="*/ 914400 h 914400"/>
                <a:gd name="csX3" fmla="*/ 0 w 1060704"/>
                <a:gd name="csY3" fmla="*/ 914400 h 914400"/>
                <a:gd name="csX0" fmla="*/ 0 w 5410513"/>
                <a:gd name="csY0" fmla="*/ 914400 h 914400"/>
                <a:gd name="csX1" fmla="*/ 530352 w 5410513"/>
                <a:gd name="csY1" fmla="*/ 0 h 914400"/>
                <a:gd name="csX2" fmla="*/ 5410513 w 5410513"/>
                <a:gd name="csY2" fmla="*/ 854580 h 914400"/>
                <a:gd name="csX3" fmla="*/ 0 w 5410513"/>
                <a:gd name="csY3" fmla="*/ 914400 h 914400"/>
                <a:gd name="csX0" fmla="*/ 0 w 8264808"/>
                <a:gd name="csY0" fmla="*/ 1222049 h 1222049"/>
                <a:gd name="csX1" fmla="*/ 3384647 w 8264808"/>
                <a:gd name="csY1" fmla="*/ 0 h 1222049"/>
                <a:gd name="csX2" fmla="*/ 8264808 w 8264808"/>
                <a:gd name="csY2" fmla="*/ 854580 h 1222049"/>
                <a:gd name="csX3" fmla="*/ 0 w 8264808"/>
                <a:gd name="csY3" fmla="*/ 1222049 h 1222049"/>
                <a:gd name="csX0" fmla="*/ 0 w 8264808"/>
                <a:gd name="csY0" fmla="*/ 367469 h 367469"/>
                <a:gd name="csX1" fmla="*/ 9058 w 8264808"/>
                <a:gd name="csY1" fmla="*/ 188007 h 367469"/>
                <a:gd name="csX2" fmla="*/ 8264808 w 8264808"/>
                <a:gd name="csY2" fmla="*/ 0 h 367469"/>
                <a:gd name="csX3" fmla="*/ 0 w 8264808"/>
                <a:gd name="csY3" fmla="*/ 367469 h 367469"/>
                <a:gd name="csX0" fmla="*/ 0 w 7794789"/>
                <a:gd name="csY0" fmla="*/ 179462 h 179462"/>
                <a:gd name="csX1" fmla="*/ 9058 w 7794789"/>
                <a:gd name="csY1" fmla="*/ 0 h 179462"/>
                <a:gd name="csX2" fmla="*/ 7794789 w 7794789"/>
                <a:gd name="csY2" fmla="*/ 85458 h 179462"/>
                <a:gd name="csX3" fmla="*/ 0 w 7794789"/>
                <a:gd name="csY3" fmla="*/ 179462 h 179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94789" h="179462">
                  <a:moveTo>
                    <a:pt x="0" y="179462"/>
                  </a:moveTo>
                  <a:lnTo>
                    <a:pt x="9058" y="0"/>
                  </a:lnTo>
                  <a:lnTo>
                    <a:pt x="7794789" y="85458"/>
                  </a:lnTo>
                  <a:lnTo>
                    <a:pt x="0" y="179462"/>
                  </a:lnTo>
                  <a:close/>
                </a:path>
              </a:pathLst>
            </a:custGeom>
            <a:solidFill>
              <a:srgbClr val="C641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riangle 3">
              <a:extLst>
                <a:ext uri="{FF2B5EF4-FFF2-40B4-BE49-F238E27FC236}">
                  <a16:creationId xmlns:a16="http://schemas.microsoft.com/office/drawing/2014/main" id="{AC3CC5C1-31C5-62EC-D781-CDA47D74A7E7}"/>
                </a:ext>
              </a:extLst>
            </p:cNvPr>
            <p:cNvSpPr/>
            <p:nvPr/>
          </p:nvSpPr>
          <p:spPr>
            <a:xfrm>
              <a:off x="709564" y="1076538"/>
              <a:ext cx="7791614" cy="192162"/>
            </a:xfrm>
            <a:custGeom>
              <a:avLst/>
              <a:gdLst>
                <a:gd name="csX0" fmla="*/ 0 w 1060704"/>
                <a:gd name="csY0" fmla="*/ 914400 h 914400"/>
                <a:gd name="csX1" fmla="*/ 530352 w 1060704"/>
                <a:gd name="csY1" fmla="*/ 0 h 914400"/>
                <a:gd name="csX2" fmla="*/ 1060704 w 1060704"/>
                <a:gd name="csY2" fmla="*/ 914400 h 914400"/>
                <a:gd name="csX3" fmla="*/ 0 w 1060704"/>
                <a:gd name="csY3" fmla="*/ 914400 h 914400"/>
                <a:gd name="csX0" fmla="*/ 0 w 5410513"/>
                <a:gd name="csY0" fmla="*/ 914400 h 914400"/>
                <a:gd name="csX1" fmla="*/ 530352 w 5410513"/>
                <a:gd name="csY1" fmla="*/ 0 h 914400"/>
                <a:gd name="csX2" fmla="*/ 5410513 w 5410513"/>
                <a:gd name="csY2" fmla="*/ 854580 h 914400"/>
                <a:gd name="csX3" fmla="*/ 0 w 5410513"/>
                <a:gd name="csY3" fmla="*/ 914400 h 914400"/>
                <a:gd name="csX0" fmla="*/ 0 w 8264808"/>
                <a:gd name="csY0" fmla="*/ 1222049 h 1222049"/>
                <a:gd name="csX1" fmla="*/ 3384647 w 8264808"/>
                <a:gd name="csY1" fmla="*/ 0 h 1222049"/>
                <a:gd name="csX2" fmla="*/ 8264808 w 8264808"/>
                <a:gd name="csY2" fmla="*/ 854580 h 1222049"/>
                <a:gd name="csX3" fmla="*/ 0 w 8264808"/>
                <a:gd name="csY3" fmla="*/ 1222049 h 1222049"/>
                <a:gd name="csX0" fmla="*/ 0 w 8264808"/>
                <a:gd name="csY0" fmla="*/ 367469 h 367469"/>
                <a:gd name="csX1" fmla="*/ 9058 w 8264808"/>
                <a:gd name="csY1" fmla="*/ 188007 h 367469"/>
                <a:gd name="csX2" fmla="*/ 8264808 w 8264808"/>
                <a:gd name="csY2" fmla="*/ 0 h 367469"/>
                <a:gd name="csX3" fmla="*/ 0 w 8264808"/>
                <a:gd name="csY3" fmla="*/ 367469 h 367469"/>
                <a:gd name="csX0" fmla="*/ 0 w 7794789"/>
                <a:gd name="csY0" fmla="*/ 179462 h 179462"/>
                <a:gd name="csX1" fmla="*/ 9058 w 7794789"/>
                <a:gd name="csY1" fmla="*/ 0 h 179462"/>
                <a:gd name="csX2" fmla="*/ 7794789 w 7794789"/>
                <a:gd name="csY2" fmla="*/ 85458 h 179462"/>
                <a:gd name="csX3" fmla="*/ 0 w 7794789"/>
                <a:gd name="csY3" fmla="*/ 179462 h 179462"/>
                <a:gd name="csX0" fmla="*/ 0 w 7797964"/>
                <a:gd name="csY0" fmla="*/ 211212 h 211212"/>
                <a:gd name="csX1" fmla="*/ 12233 w 7797964"/>
                <a:gd name="csY1" fmla="*/ 0 h 211212"/>
                <a:gd name="csX2" fmla="*/ 7797964 w 7797964"/>
                <a:gd name="csY2" fmla="*/ 85458 h 211212"/>
                <a:gd name="csX3" fmla="*/ 0 w 7797964"/>
                <a:gd name="csY3" fmla="*/ 211212 h 211212"/>
                <a:gd name="csX0" fmla="*/ 3642 w 7801606"/>
                <a:gd name="csY0" fmla="*/ 236612 h 236612"/>
                <a:gd name="csX1" fmla="*/ 0 w 7801606"/>
                <a:gd name="csY1" fmla="*/ 0 h 236612"/>
                <a:gd name="csX2" fmla="*/ 7801606 w 7801606"/>
                <a:gd name="csY2" fmla="*/ 110858 h 236612"/>
                <a:gd name="csX3" fmla="*/ 3642 w 7801606"/>
                <a:gd name="csY3" fmla="*/ 236612 h 236612"/>
                <a:gd name="csX0" fmla="*/ 0 w 7797964"/>
                <a:gd name="csY0" fmla="*/ 490612 h 490612"/>
                <a:gd name="csX1" fmla="*/ 542458 w 7797964"/>
                <a:gd name="csY1" fmla="*/ 0 h 490612"/>
                <a:gd name="csX2" fmla="*/ 7797964 w 7797964"/>
                <a:gd name="csY2" fmla="*/ 364858 h 490612"/>
                <a:gd name="csX3" fmla="*/ 0 w 7797964"/>
                <a:gd name="csY3" fmla="*/ 490612 h 490612"/>
                <a:gd name="csX0" fmla="*/ 79842 w 7255506"/>
                <a:gd name="csY0" fmla="*/ 395362 h 395362"/>
                <a:gd name="csX1" fmla="*/ 0 w 7255506"/>
                <a:gd name="csY1" fmla="*/ 0 h 395362"/>
                <a:gd name="csX2" fmla="*/ 7255506 w 7255506"/>
                <a:gd name="csY2" fmla="*/ 364858 h 395362"/>
                <a:gd name="csX3" fmla="*/ 79842 w 7255506"/>
                <a:gd name="csY3" fmla="*/ 395362 h 395362"/>
                <a:gd name="csX0" fmla="*/ 0 w 7791614"/>
                <a:gd name="csY0" fmla="*/ 481087 h 481087"/>
                <a:gd name="csX1" fmla="*/ 536108 w 7791614"/>
                <a:gd name="csY1" fmla="*/ 0 h 481087"/>
                <a:gd name="csX2" fmla="*/ 7791614 w 7791614"/>
                <a:gd name="csY2" fmla="*/ 364858 h 481087"/>
                <a:gd name="csX3" fmla="*/ 0 w 7791614"/>
                <a:gd name="csY3" fmla="*/ 481087 h 481087"/>
                <a:gd name="csX0" fmla="*/ 0 w 7791614"/>
                <a:gd name="csY0" fmla="*/ 195337 h 195337"/>
                <a:gd name="csX1" fmla="*/ 15408 w 7791614"/>
                <a:gd name="csY1" fmla="*/ 0 h 195337"/>
                <a:gd name="csX2" fmla="*/ 7791614 w 7791614"/>
                <a:gd name="csY2" fmla="*/ 79108 h 195337"/>
                <a:gd name="csX3" fmla="*/ 0 w 7791614"/>
                <a:gd name="csY3" fmla="*/ 195337 h 195337"/>
                <a:gd name="csX0" fmla="*/ 0 w 7791614"/>
                <a:gd name="csY0" fmla="*/ 192162 h 192162"/>
                <a:gd name="csX1" fmla="*/ 5883 w 7791614"/>
                <a:gd name="csY1" fmla="*/ 0 h 192162"/>
                <a:gd name="csX2" fmla="*/ 7791614 w 7791614"/>
                <a:gd name="csY2" fmla="*/ 75933 h 192162"/>
                <a:gd name="csX3" fmla="*/ 0 w 7791614"/>
                <a:gd name="csY3" fmla="*/ 192162 h 192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91614" h="192162">
                  <a:moveTo>
                    <a:pt x="0" y="192162"/>
                  </a:moveTo>
                  <a:lnTo>
                    <a:pt x="5883" y="0"/>
                  </a:lnTo>
                  <a:lnTo>
                    <a:pt x="7791614" y="75933"/>
                  </a:lnTo>
                  <a:lnTo>
                    <a:pt x="0" y="192162"/>
                  </a:lnTo>
                  <a:close/>
                </a:path>
              </a:pathLst>
            </a:custGeom>
            <a:solidFill>
              <a:srgbClr val="0191C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7E6E98-9B65-E87C-F7C9-ECE5DE76DDFD}"/>
                </a:ext>
              </a:extLst>
            </p:cNvPr>
            <p:cNvSpPr txBox="1"/>
            <p:nvPr/>
          </p:nvSpPr>
          <p:spPr>
            <a:xfrm>
              <a:off x="3923910" y="168618"/>
              <a:ext cx="1521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M12 schepen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6CEEC0-017C-FB96-26DA-E5EEAF879FAE}"/>
                </a:ext>
              </a:extLst>
            </p:cNvPr>
            <p:cNvSpPr txBox="1"/>
            <p:nvPr/>
          </p:nvSpPr>
          <p:spPr>
            <a:xfrm>
              <a:off x="3986560" y="764630"/>
              <a:ext cx="1398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M9 schepen</a:t>
              </a:r>
            </a:p>
          </p:txBody>
        </p:sp>
        <p:sp>
          <p:nvSpPr>
            <p:cNvPr id="8" name="Left Arrow 7">
              <a:extLst>
                <a:ext uri="{FF2B5EF4-FFF2-40B4-BE49-F238E27FC236}">
                  <a16:creationId xmlns:a16="http://schemas.microsoft.com/office/drawing/2014/main" id="{DB857EB2-0E45-EF26-ACAF-FEA818BAD64C}"/>
                </a:ext>
              </a:extLst>
            </p:cNvPr>
            <p:cNvSpPr/>
            <p:nvPr/>
          </p:nvSpPr>
          <p:spPr>
            <a:xfrm>
              <a:off x="709564" y="6093370"/>
              <a:ext cx="7967006" cy="360050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860315-0400-C8FD-65A2-266A1E742F8C}"/>
                </a:ext>
              </a:extLst>
            </p:cNvPr>
            <p:cNvSpPr txBox="1"/>
            <p:nvPr/>
          </p:nvSpPr>
          <p:spPr>
            <a:xfrm>
              <a:off x="8142199" y="5805330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D8E810B-2F46-829C-A21E-229C7638BF18}"/>
                </a:ext>
              </a:extLst>
            </p:cNvPr>
            <p:cNvSpPr txBox="1"/>
            <p:nvPr/>
          </p:nvSpPr>
          <p:spPr>
            <a:xfrm>
              <a:off x="370368" y="574914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914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D0196A-315C-C1E2-6B3F-8CE969237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63" y="956690"/>
            <a:ext cx="9281163" cy="4872610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1888CB1A-35FC-5ABD-C780-8A6A316F5B09}"/>
              </a:ext>
            </a:extLst>
          </p:cNvPr>
          <p:cNvSpPr/>
          <p:nvPr/>
        </p:nvSpPr>
        <p:spPr>
          <a:xfrm>
            <a:off x="-136733" y="495657"/>
            <a:ext cx="9297825" cy="1931350"/>
          </a:xfrm>
          <a:custGeom>
            <a:avLst/>
            <a:gdLst>
              <a:gd name="csX0" fmla="*/ 0 w 9408920"/>
              <a:gd name="csY0" fmla="*/ 1777525 h 2050991"/>
              <a:gd name="csX1" fmla="*/ 632389 w 9408920"/>
              <a:gd name="csY1" fmla="*/ 1760434 h 2050991"/>
              <a:gd name="csX2" fmla="*/ 1213503 w 9408920"/>
              <a:gd name="csY2" fmla="*/ 2050991 h 2050991"/>
              <a:gd name="csX3" fmla="*/ 1418602 w 9408920"/>
              <a:gd name="csY3" fmla="*/ 1854437 h 2050991"/>
              <a:gd name="csX4" fmla="*/ 1495514 w 9408920"/>
              <a:gd name="csY4" fmla="*/ 1931349 h 2050991"/>
              <a:gd name="csX5" fmla="*/ 1828800 w 9408920"/>
              <a:gd name="csY5" fmla="*/ 1965533 h 2050991"/>
              <a:gd name="csX6" fmla="*/ 2102265 w 9408920"/>
              <a:gd name="csY6" fmla="*/ 1897166 h 2050991"/>
              <a:gd name="csX7" fmla="*/ 2102265 w 9408920"/>
              <a:gd name="csY7" fmla="*/ 1897166 h 2050991"/>
              <a:gd name="csX8" fmla="*/ 2290273 w 9408920"/>
              <a:gd name="csY8" fmla="*/ 2008262 h 2050991"/>
              <a:gd name="csX9" fmla="*/ 2503918 w 9408920"/>
              <a:gd name="csY9" fmla="*/ 1845892 h 2050991"/>
              <a:gd name="csX10" fmla="*/ 3153398 w 9408920"/>
              <a:gd name="csY10" fmla="*/ 1709159 h 2050991"/>
              <a:gd name="csX11" fmla="*/ 3332860 w 9408920"/>
              <a:gd name="csY11" fmla="*/ 1837346 h 2050991"/>
              <a:gd name="csX12" fmla="*/ 3982340 w 9408920"/>
              <a:gd name="csY12" fmla="*/ 1495514 h 2050991"/>
              <a:gd name="csX13" fmla="*/ 4110527 w 9408920"/>
              <a:gd name="csY13" fmla="*/ 1521151 h 2050991"/>
              <a:gd name="csX14" fmla="*/ 4298535 w 9408920"/>
              <a:gd name="csY14" fmla="*/ 1820254 h 2050991"/>
              <a:gd name="csX15" fmla="*/ 4298535 w 9408920"/>
              <a:gd name="csY15" fmla="*/ 1529697 h 2050991"/>
              <a:gd name="csX16" fmla="*/ 4537817 w 9408920"/>
              <a:gd name="csY16" fmla="*/ 1495514 h 2050991"/>
              <a:gd name="csX17" fmla="*/ 4777099 w 9408920"/>
              <a:gd name="csY17" fmla="*/ 1598064 h 2050991"/>
              <a:gd name="csX18" fmla="*/ 5221480 w 9408920"/>
              <a:gd name="csY18" fmla="*/ 1375873 h 2050991"/>
              <a:gd name="csX19" fmla="*/ 5580404 w 9408920"/>
              <a:gd name="csY19" fmla="*/ 1495514 h 2050991"/>
              <a:gd name="csX20" fmla="*/ 5896598 w 9408920"/>
              <a:gd name="csY20" fmla="*/ 1760434 h 2050991"/>
              <a:gd name="csX21" fmla="*/ 6152972 w 9408920"/>
              <a:gd name="csY21" fmla="*/ 1657884 h 2050991"/>
              <a:gd name="csX22" fmla="*/ 6246976 w 9408920"/>
              <a:gd name="csY22" fmla="*/ 1504060 h 2050991"/>
              <a:gd name="csX23" fmla="*/ 6383708 w 9408920"/>
              <a:gd name="csY23" fmla="*/ 1333144 h 2050991"/>
              <a:gd name="csX24" fmla="*/ 7554482 w 9408920"/>
              <a:gd name="csY24" fmla="*/ 1589518 h 2050991"/>
              <a:gd name="csX25" fmla="*/ 7580120 w 9408920"/>
              <a:gd name="csY25" fmla="*/ 1803163 h 2050991"/>
              <a:gd name="csX26" fmla="*/ 7896314 w 9408920"/>
              <a:gd name="csY26" fmla="*/ 1871529 h 2050991"/>
              <a:gd name="csX27" fmla="*/ 7862131 w 9408920"/>
              <a:gd name="csY27" fmla="*/ 1504060 h 2050991"/>
              <a:gd name="csX28" fmla="*/ 8092867 w 9408920"/>
              <a:gd name="csY28" fmla="*/ 1093862 h 2050991"/>
              <a:gd name="csX29" fmla="*/ 8503065 w 9408920"/>
              <a:gd name="csY29" fmla="*/ 1102407 h 2050991"/>
              <a:gd name="csX30" fmla="*/ 8614161 w 9408920"/>
              <a:gd name="csY30" fmla="*/ 1264778 h 2050991"/>
              <a:gd name="csX31" fmla="*/ 8597069 w 9408920"/>
              <a:gd name="csY31" fmla="*/ 1572426 h 2050991"/>
              <a:gd name="csX32" fmla="*/ 8691073 w 9408920"/>
              <a:gd name="csY32" fmla="*/ 1674976 h 2050991"/>
              <a:gd name="csX33" fmla="*/ 9408920 w 9408920"/>
              <a:gd name="csY33" fmla="*/ 1529697 h 2050991"/>
              <a:gd name="csX34" fmla="*/ 9400374 w 9408920"/>
              <a:gd name="csY34" fmla="*/ 119641 h 2050991"/>
              <a:gd name="csX35" fmla="*/ 111095 w 9408920"/>
              <a:gd name="csY35" fmla="*/ 119641 h 2050991"/>
              <a:gd name="csX36" fmla="*/ 111095 w 9408920"/>
              <a:gd name="csY36" fmla="*/ 0 h 2050991"/>
              <a:gd name="csX37" fmla="*/ 111095 w 9408920"/>
              <a:gd name="csY37" fmla="*/ 1786071 h 2050991"/>
              <a:gd name="csX0" fmla="*/ 0 w 9408920"/>
              <a:gd name="csY0" fmla="*/ 1657884 h 1931350"/>
              <a:gd name="csX1" fmla="*/ 632389 w 9408920"/>
              <a:gd name="csY1" fmla="*/ 1640793 h 1931350"/>
              <a:gd name="csX2" fmla="*/ 1213503 w 9408920"/>
              <a:gd name="csY2" fmla="*/ 1931350 h 1931350"/>
              <a:gd name="csX3" fmla="*/ 1418602 w 9408920"/>
              <a:gd name="csY3" fmla="*/ 1734796 h 1931350"/>
              <a:gd name="csX4" fmla="*/ 1495514 w 9408920"/>
              <a:gd name="csY4" fmla="*/ 1811708 h 1931350"/>
              <a:gd name="csX5" fmla="*/ 1828800 w 9408920"/>
              <a:gd name="csY5" fmla="*/ 1845892 h 1931350"/>
              <a:gd name="csX6" fmla="*/ 2102265 w 9408920"/>
              <a:gd name="csY6" fmla="*/ 1777525 h 1931350"/>
              <a:gd name="csX7" fmla="*/ 2102265 w 9408920"/>
              <a:gd name="csY7" fmla="*/ 1777525 h 1931350"/>
              <a:gd name="csX8" fmla="*/ 2290273 w 9408920"/>
              <a:gd name="csY8" fmla="*/ 1888621 h 1931350"/>
              <a:gd name="csX9" fmla="*/ 2503918 w 9408920"/>
              <a:gd name="csY9" fmla="*/ 1726251 h 1931350"/>
              <a:gd name="csX10" fmla="*/ 3153398 w 9408920"/>
              <a:gd name="csY10" fmla="*/ 1589518 h 1931350"/>
              <a:gd name="csX11" fmla="*/ 3332860 w 9408920"/>
              <a:gd name="csY11" fmla="*/ 1717705 h 1931350"/>
              <a:gd name="csX12" fmla="*/ 3982340 w 9408920"/>
              <a:gd name="csY12" fmla="*/ 1375873 h 1931350"/>
              <a:gd name="csX13" fmla="*/ 4110527 w 9408920"/>
              <a:gd name="csY13" fmla="*/ 1401510 h 1931350"/>
              <a:gd name="csX14" fmla="*/ 4298535 w 9408920"/>
              <a:gd name="csY14" fmla="*/ 1700613 h 1931350"/>
              <a:gd name="csX15" fmla="*/ 4298535 w 9408920"/>
              <a:gd name="csY15" fmla="*/ 1410056 h 1931350"/>
              <a:gd name="csX16" fmla="*/ 4537817 w 9408920"/>
              <a:gd name="csY16" fmla="*/ 1375873 h 1931350"/>
              <a:gd name="csX17" fmla="*/ 4777099 w 9408920"/>
              <a:gd name="csY17" fmla="*/ 1478423 h 1931350"/>
              <a:gd name="csX18" fmla="*/ 5221480 w 9408920"/>
              <a:gd name="csY18" fmla="*/ 1256232 h 1931350"/>
              <a:gd name="csX19" fmla="*/ 5580404 w 9408920"/>
              <a:gd name="csY19" fmla="*/ 1375873 h 1931350"/>
              <a:gd name="csX20" fmla="*/ 5896598 w 9408920"/>
              <a:gd name="csY20" fmla="*/ 1640793 h 1931350"/>
              <a:gd name="csX21" fmla="*/ 6152972 w 9408920"/>
              <a:gd name="csY21" fmla="*/ 1538243 h 1931350"/>
              <a:gd name="csX22" fmla="*/ 6246976 w 9408920"/>
              <a:gd name="csY22" fmla="*/ 1384419 h 1931350"/>
              <a:gd name="csX23" fmla="*/ 6383708 w 9408920"/>
              <a:gd name="csY23" fmla="*/ 1213503 h 1931350"/>
              <a:gd name="csX24" fmla="*/ 7554482 w 9408920"/>
              <a:gd name="csY24" fmla="*/ 1469877 h 1931350"/>
              <a:gd name="csX25" fmla="*/ 7580120 w 9408920"/>
              <a:gd name="csY25" fmla="*/ 1683522 h 1931350"/>
              <a:gd name="csX26" fmla="*/ 7896314 w 9408920"/>
              <a:gd name="csY26" fmla="*/ 1751888 h 1931350"/>
              <a:gd name="csX27" fmla="*/ 7862131 w 9408920"/>
              <a:gd name="csY27" fmla="*/ 1384419 h 1931350"/>
              <a:gd name="csX28" fmla="*/ 8092867 w 9408920"/>
              <a:gd name="csY28" fmla="*/ 974221 h 1931350"/>
              <a:gd name="csX29" fmla="*/ 8503065 w 9408920"/>
              <a:gd name="csY29" fmla="*/ 982766 h 1931350"/>
              <a:gd name="csX30" fmla="*/ 8614161 w 9408920"/>
              <a:gd name="csY30" fmla="*/ 1145137 h 1931350"/>
              <a:gd name="csX31" fmla="*/ 8597069 w 9408920"/>
              <a:gd name="csY31" fmla="*/ 1452785 h 1931350"/>
              <a:gd name="csX32" fmla="*/ 8691073 w 9408920"/>
              <a:gd name="csY32" fmla="*/ 1555335 h 1931350"/>
              <a:gd name="csX33" fmla="*/ 9408920 w 9408920"/>
              <a:gd name="csY33" fmla="*/ 1410056 h 1931350"/>
              <a:gd name="csX34" fmla="*/ 9400374 w 9408920"/>
              <a:gd name="csY34" fmla="*/ 0 h 1931350"/>
              <a:gd name="csX35" fmla="*/ 111095 w 9408920"/>
              <a:gd name="csY35" fmla="*/ 0 h 1931350"/>
              <a:gd name="csX36" fmla="*/ 111095 w 9408920"/>
              <a:gd name="csY36" fmla="*/ 1666430 h 1931350"/>
              <a:gd name="csX0" fmla="*/ 521294 w 9297825"/>
              <a:gd name="csY0" fmla="*/ 1640793 h 1931350"/>
              <a:gd name="csX1" fmla="*/ 1102408 w 9297825"/>
              <a:gd name="csY1" fmla="*/ 1931350 h 1931350"/>
              <a:gd name="csX2" fmla="*/ 1307507 w 9297825"/>
              <a:gd name="csY2" fmla="*/ 1734796 h 1931350"/>
              <a:gd name="csX3" fmla="*/ 1384419 w 9297825"/>
              <a:gd name="csY3" fmla="*/ 1811708 h 1931350"/>
              <a:gd name="csX4" fmla="*/ 1717705 w 9297825"/>
              <a:gd name="csY4" fmla="*/ 1845892 h 1931350"/>
              <a:gd name="csX5" fmla="*/ 1991170 w 9297825"/>
              <a:gd name="csY5" fmla="*/ 1777525 h 1931350"/>
              <a:gd name="csX6" fmla="*/ 1991170 w 9297825"/>
              <a:gd name="csY6" fmla="*/ 1777525 h 1931350"/>
              <a:gd name="csX7" fmla="*/ 2179178 w 9297825"/>
              <a:gd name="csY7" fmla="*/ 1888621 h 1931350"/>
              <a:gd name="csX8" fmla="*/ 2392823 w 9297825"/>
              <a:gd name="csY8" fmla="*/ 1726251 h 1931350"/>
              <a:gd name="csX9" fmla="*/ 3042303 w 9297825"/>
              <a:gd name="csY9" fmla="*/ 1589518 h 1931350"/>
              <a:gd name="csX10" fmla="*/ 3221765 w 9297825"/>
              <a:gd name="csY10" fmla="*/ 1717705 h 1931350"/>
              <a:gd name="csX11" fmla="*/ 3871245 w 9297825"/>
              <a:gd name="csY11" fmla="*/ 1375873 h 1931350"/>
              <a:gd name="csX12" fmla="*/ 3999432 w 9297825"/>
              <a:gd name="csY12" fmla="*/ 1401510 h 1931350"/>
              <a:gd name="csX13" fmla="*/ 4187440 w 9297825"/>
              <a:gd name="csY13" fmla="*/ 1700613 h 1931350"/>
              <a:gd name="csX14" fmla="*/ 4187440 w 9297825"/>
              <a:gd name="csY14" fmla="*/ 1410056 h 1931350"/>
              <a:gd name="csX15" fmla="*/ 4426722 w 9297825"/>
              <a:gd name="csY15" fmla="*/ 1375873 h 1931350"/>
              <a:gd name="csX16" fmla="*/ 4666004 w 9297825"/>
              <a:gd name="csY16" fmla="*/ 1478423 h 1931350"/>
              <a:gd name="csX17" fmla="*/ 5110385 w 9297825"/>
              <a:gd name="csY17" fmla="*/ 1256232 h 1931350"/>
              <a:gd name="csX18" fmla="*/ 5469309 w 9297825"/>
              <a:gd name="csY18" fmla="*/ 1375873 h 1931350"/>
              <a:gd name="csX19" fmla="*/ 5785503 w 9297825"/>
              <a:gd name="csY19" fmla="*/ 1640793 h 1931350"/>
              <a:gd name="csX20" fmla="*/ 6041877 w 9297825"/>
              <a:gd name="csY20" fmla="*/ 1538243 h 1931350"/>
              <a:gd name="csX21" fmla="*/ 6135881 w 9297825"/>
              <a:gd name="csY21" fmla="*/ 1384419 h 1931350"/>
              <a:gd name="csX22" fmla="*/ 6272613 w 9297825"/>
              <a:gd name="csY22" fmla="*/ 1213503 h 1931350"/>
              <a:gd name="csX23" fmla="*/ 7443387 w 9297825"/>
              <a:gd name="csY23" fmla="*/ 1469877 h 1931350"/>
              <a:gd name="csX24" fmla="*/ 7469025 w 9297825"/>
              <a:gd name="csY24" fmla="*/ 1683522 h 1931350"/>
              <a:gd name="csX25" fmla="*/ 7785219 w 9297825"/>
              <a:gd name="csY25" fmla="*/ 1751888 h 1931350"/>
              <a:gd name="csX26" fmla="*/ 7751036 w 9297825"/>
              <a:gd name="csY26" fmla="*/ 1384419 h 1931350"/>
              <a:gd name="csX27" fmla="*/ 7981772 w 9297825"/>
              <a:gd name="csY27" fmla="*/ 974221 h 1931350"/>
              <a:gd name="csX28" fmla="*/ 8391970 w 9297825"/>
              <a:gd name="csY28" fmla="*/ 982766 h 1931350"/>
              <a:gd name="csX29" fmla="*/ 8503066 w 9297825"/>
              <a:gd name="csY29" fmla="*/ 1145137 h 1931350"/>
              <a:gd name="csX30" fmla="*/ 8485974 w 9297825"/>
              <a:gd name="csY30" fmla="*/ 1452785 h 1931350"/>
              <a:gd name="csX31" fmla="*/ 8579978 w 9297825"/>
              <a:gd name="csY31" fmla="*/ 1555335 h 1931350"/>
              <a:gd name="csX32" fmla="*/ 9297825 w 9297825"/>
              <a:gd name="csY32" fmla="*/ 1410056 h 1931350"/>
              <a:gd name="csX33" fmla="*/ 9289279 w 9297825"/>
              <a:gd name="csY33" fmla="*/ 0 h 1931350"/>
              <a:gd name="csX34" fmla="*/ 0 w 9297825"/>
              <a:gd name="csY34" fmla="*/ 0 h 1931350"/>
              <a:gd name="csX35" fmla="*/ 0 w 9297825"/>
              <a:gd name="csY35" fmla="*/ 1666430 h 1931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9297825" h="1931350">
                <a:moveTo>
                  <a:pt x="521294" y="1640793"/>
                </a:moveTo>
                <a:lnTo>
                  <a:pt x="1102408" y="1931350"/>
                </a:lnTo>
                <a:lnTo>
                  <a:pt x="1307507" y="1734796"/>
                </a:lnTo>
                <a:lnTo>
                  <a:pt x="1384419" y="1811708"/>
                </a:lnTo>
                <a:lnTo>
                  <a:pt x="1717705" y="1845892"/>
                </a:lnTo>
                <a:lnTo>
                  <a:pt x="1991170" y="1777525"/>
                </a:lnTo>
                <a:lnTo>
                  <a:pt x="1991170" y="1777525"/>
                </a:lnTo>
                <a:lnTo>
                  <a:pt x="2179178" y="1888621"/>
                </a:lnTo>
                <a:lnTo>
                  <a:pt x="2392823" y="1726251"/>
                </a:lnTo>
                <a:lnTo>
                  <a:pt x="3042303" y="1589518"/>
                </a:lnTo>
                <a:lnTo>
                  <a:pt x="3221765" y="1717705"/>
                </a:lnTo>
                <a:lnTo>
                  <a:pt x="3871245" y="1375873"/>
                </a:lnTo>
                <a:lnTo>
                  <a:pt x="3999432" y="1401510"/>
                </a:lnTo>
                <a:lnTo>
                  <a:pt x="4187440" y="1700613"/>
                </a:lnTo>
                <a:lnTo>
                  <a:pt x="4187440" y="1410056"/>
                </a:lnTo>
                <a:lnTo>
                  <a:pt x="4426722" y="1375873"/>
                </a:lnTo>
                <a:lnTo>
                  <a:pt x="4666004" y="1478423"/>
                </a:lnTo>
                <a:lnTo>
                  <a:pt x="5110385" y="1256232"/>
                </a:lnTo>
                <a:lnTo>
                  <a:pt x="5469309" y="1375873"/>
                </a:lnTo>
                <a:lnTo>
                  <a:pt x="5785503" y="1640793"/>
                </a:lnTo>
                <a:lnTo>
                  <a:pt x="6041877" y="1538243"/>
                </a:lnTo>
                <a:lnTo>
                  <a:pt x="6135881" y="1384419"/>
                </a:lnTo>
                <a:lnTo>
                  <a:pt x="6272613" y="1213503"/>
                </a:lnTo>
                <a:lnTo>
                  <a:pt x="7443387" y="1469877"/>
                </a:lnTo>
                <a:lnTo>
                  <a:pt x="7469025" y="1683522"/>
                </a:lnTo>
                <a:lnTo>
                  <a:pt x="7785219" y="1751888"/>
                </a:lnTo>
                <a:lnTo>
                  <a:pt x="7751036" y="1384419"/>
                </a:lnTo>
                <a:lnTo>
                  <a:pt x="7981772" y="974221"/>
                </a:lnTo>
                <a:lnTo>
                  <a:pt x="8391970" y="982766"/>
                </a:lnTo>
                <a:lnTo>
                  <a:pt x="8503066" y="1145137"/>
                </a:lnTo>
                <a:lnTo>
                  <a:pt x="8485974" y="1452785"/>
                </a:lnTo>
                <a:lnTo>
                  <a:pt x="8579978" y="1555335"/>
                </a:lnTo>
                <a:lnTo>
                  <a:pt x="9297825" y="1410056"/>
                </a:lnTo>
                <a:cubicBezTo>
                  <a:pt x="9294976" y="940037"/>
                  <a:pt x="9292128" y="470019"/>
                  <a:pt x="9289279" y="0"/>
                </a:cubicBezTo>
                <a:lnTo>
                  <a:pt x="0" y="0"/>
                </a:lnTo>
                <a:lnTo>
                  <a:pt x="0" y="166643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8BB38-4046-68A8-ECD1-253DEA36E33D}"/>
              </a:ext>
            </a:extLst>
          </p:cNvPr>
          <p:cNvSpPr/>
          <p:nvPr/>
        </p:nvSpPr>
        <p:spPr>
          <a:xfrm>
            <a:off x="-145494" y="3933070"/>
            <a:ext cx="9297823" cy="1896230"/>
          </a:xfrm>
          <a:prstGeom prst="rect">
            <a:avLst/>
          </a:prstGeom>
          <a:gradFill flip="none" rotWithShape="1">
            <a:gsLst>
              <a:gs pos="0">
                <a:srgbClr val="FFFF00">
                  <a:alpha val="63784"/>
                </a:srgbClr>
              </a:gs>
              <a:gs pos="32000">
                <a:srgbClr val="FFC000"/>
              </a:gs>
              <a:gs pos="100000">
                <a:srgbClr val="FFC000"/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6622867-3F0E-1292-0EDC-DD1C1B5070BD}"/>
              </a:ext>
            </a:extLst>
          </p:cNvPr>
          <p:cNvSpPr/>
          <p:nvPr/>
        </p:nvSpPr>
        <p:spPr>
          <a:xfrm>
            <a:off x="-136733" y="3356990"/>
            <a:ext cx="9289279" cy="576080"/>
          </a:xfrm>
          <a:custGeom>
            <a:avLst/>
            <a:gdLst>
              <a:gd name="csX0" fmla="*/ 0 w 9289279"/>
              <a:gd name="csY0" fmla="*/ 85458 h 401653"/>
              <a:gd name="csX1" fmla="*/ 247828 w 9289279"/>
              <a:gd name="csY1" fmla="*/ 85458 h 401653"/>
              <a:gd name="csX2" fmla="*/ 863126 w 9289279"/>
              <a:gd name="csY2" fmla="*/ 145279 h 401653"/>
              <a:gd name="csX3" fmla="*/ 931492 w 9289279"/>
              <a:gd name="csY3" fmla="*/ 230737 h 401653"/>
              <a:gd name="csX4" fmla="*/ 1153683 w 9289279"/>
              <a:gd name="csY4" fmla="*/ 162371 h 401653"/>
              <a:gd name="csX5" fmla="*/ 1384419 w 9289279"/>
              <a:gd name="csY5" fmla="*/ 153825 h 401653"/>
              <a:gd name="csX6" fmla="*/ 1914258 w 9289279"/>
              <a:gd name="csY6" fmla="*/ 85458 h 401653"/>
              <a:gd name="csX7" fmla="*/ 2333002 w 9289279"/>
              <a:gd name="csY7" fmla="*/ 111096 h 401653"/>
              <a:gd name="csX8" fmla="*/ 2409914 w 9289279"/>
              <a:gd name="csY8" fmla="*/ 205100 h 401653"/>
              <a:gd name="csX9" fmla="*/ 3520868 w 9289279"/>
              <a:gd name="csY9" fmla="*/ 111096 h 401653"/>
              <a:gd name="csX10" fmla="*/ 5059111 w 9289279"/>
              <a:gd name="csY10" fmla="*/ 205100 h 401653"/>
              <a:gd name="csX11" fmla="*/ 5127477 w 9289279"/>
              <a:gd name="csY11" fmla="*/ 59821 h 401653"/>
              <a:gd name="csX12" fmla="*/ 5349668 w 9289279"/>
              <a:gd name="csY12" fmla="*/ 51275 h 401653"/>
              <a:gd name="csX13" fmla="*/ 5469309 w 9289279"/>
              <a:gd name="csY13" fmla="*/ 196554 h 401653"/>
              <a:gd name="csX14" fmla="*/ 5888053 w 9289279"/>
              <a:gd name="csY14" fmla="*/ 0 h 401653"/>
              <a:gd name="csX15" fmla="*/ 6084606 w 9289279"/>
              <a:gd name="csY15" fmla="*/ 290557 h 401653"/>
              <a:gd name="csX16" fmla="*/ 6409346 w 9289279"/>
              <a:gd name="csY16" fmla="*/ 94004 h 401653"/>
              <a:gd name="csX17" fmla="*/ 7340838 w 9289279"/>
              <a:gd name="csY17" fmla="*/ 8546 h 401653"/>
              <a:gd name="csX18" fmla="*/ 7657032 w 9289279"/>
              <a:gd name="csY18" fmla="*/ 68367 h 401653"/>
              <a:gd name="csX19" fmla="*/ 8007410 w 9289279"/>
              <a:gd name="csY19" fmla="*/ 111096 h 401653"/>
              <a:gd name="csX20" fmla="*/ 8383425 w 9289279"/>
              <a:gd name="csY20" fmla="*/ 76913 h 401653"/>
              <a:gd name="csX21" fmla="*/ 8759440 w 9289279"/>
              <a:gd name="csY21" fmla="*/ 179462 h 401653"/>
              <a:gd name="csX22" fmla="*/ 8964539 w 9289279"/>
              <a:gd name="csY22" fmla="*/ 68367 h 401653"/>
              <a:gd name="csX23" fmla="*/ 9289279 w 9289279"/>
              <a:gd name="csY23" fmla="*/ 51275 h 401653"/>
              <a:gd name="csX24" fmla="*/ 9280733 w 9289279"/>
              <a:gd name="csY24" fmla="*/ 401653 h 401653"/>
              <a:gd name="csX25" fmla="*/ 8546 w 9289279"/>
              <a:gd name="csY25" fmla="*/ 401653 h 401653"/>
              <a:gd name="csX26" fmla="*/ 0 w 9289279"/>
              <a:gd name="csY26" fmla="*/ 85458 h 401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9289279" h="401653">
                <a:moveTo>
                  <a:pt x="0" y="85458"/>
                </a:moveTo>
                <a:lnTo>
                  <a:pt x="247828" y="85458"/>
                </a:lnTo>
                <a:lnTo>
                  <a:pt x="863126" y="145279"/>
                </a:lnTo>
                <a:lnTo>
                  <a:pt x="931492" y="230737"/>
                </a:lnTo>
                <a:lnTo>
                  <a:pt x="1153683" y="162371"/>
                </a:lnTo>
                <a:lnTo>
                  <a:pt x="1384419" y="153825"/>
                </a:lnTo>
                <a:lnTo>
                  <a:pt x="1914258" y="85458"/>
                </a:lnTo>
                <a:lnTo>
                  <a:pt x="2333002" y="111096"/>
                </a:lnTo>
                <a:lnTo>
                  <a:pt x="2409914" y="205100"/>
                </a:lnTo>
                <a:lnTo>
                  <a:pt x="3520868" y="111096"/>
                </a:lnTo>
                <a:lnTo>
                  <a:pt x="5059111" y="205100"/>
                </a:lnTo>
                <a:lnTo>
                  <a:pt x="5127477" y="59821"/>
                </a:lnTo>
                <a:lnTo>
                  <a:pt x="5349668" y="51275"/>
                </a:lnTo>
                <a:lnTo>
                  <a:pt x="5469309" y="196554"/>
                </a:lnTo>
                <a:lnTo>
                  <a:pt x="5888053" y="0"/>
                </a:lnTo>
                <a:lnTo>
                  <a:pt x="6084606" y="290557"/>
                </a:lnTo>
                <a:lnTo>
                  <a:pt x="6409346" y="94004"/>
                </a:lnTo>
                <a:lnTo>
                  <a:pt x="7340838" y="8546"/>
                </a:lnTo>
                <a:lnTo>
                  <a:pt x="7657032" y="68367"/>
                </a:lnTo>
                <a:lnTo>
                  <a:pt x="8007410" y="111096"/>
                </a:lnTo>
                <a:lnTo>
                  <a:pt x="8383425" y="76913"/>
                </a:lnTo>
                <a:lnTo>
                  <a:pt x="8759440" y="179462"/>
                </a:lnTo>
                <a:lnTo>
                  <a:pt x="8964539" y="68367"/>
                </a:lnTo>
                <a:lnTo>
                  <a:pt x="9289279" y="51275"/>
                </a:lnTo>
                <a:lnTo>
                  <a:pt x="9280733" y="401653"/>
                </a:lnTo>
                <a:lnTo>
                  <a:pt x="8546" y="401653"/>
                </a:lnTo>
                <a:lnTo>
                  <a:pt x="0" y="85458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45000"/>
                  <a:lumOff val="55000"/>
                </a:schemeClr>
              </a:gs>
              <a:gs pos="99000">
                <a:schemeClr val="accent2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C0A363-272C-D280-16EB-42332F08A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90" y="4797190"/>
            <a:ext cx="3721100" cy="190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9CD265-CB43-003D-8C28-CF3C55A22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570" y="1124680"/>
            <a:ext cx="1333500" cy="1905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4384C8-3EFA-17FA-6A45-2D13BC444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170" y="2708900"/>
            <a:ext cx="3644900" cy="2413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78C8BF-50B3-97B9-61F8-BC14ADD1F4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1880" y="4678700"/>
            <a:ext cx="2806700" cy="190500"/>
          </a:xfrm>
          <a:prstGeom prst="rect">
            <a:avLst/>
          </a:prstGeom>
        </p:spPr>
      </p:pic>
      <p:sp>
        <p:nvSpPr>
          <p:cNvPr id="22" name="Freeform 21">
            <a:extLst>
              <a:ext uri="{FF2B5EF4-FFF2-40B4-BE49-F238E27FC236}">
                <a16:creationId xmlns:a16="http://schemas.microsoft.com/office/drawing/2014/main" id="{FB44DA0F-2F01-7A24-83A8-A66146111A23}"/>
              </a:ext>
            </a:extLst>
          </p:cNvPr>
          <p:cNvSpPr/>
          <p:nvPr/>
        </p:nvSpPr>
        <p:spPr>
          <a:xfrm>
            <a:off x="188007" y="3837062"/>
            <a:ext cx="4264352" cy="1187865"/>
          </a:xfrm>
          <a:custGeom>
            <a:avLst/>
            <a:gdLst>
              <a:gd name="csX0" fmla="*/ 0 w 4264352"/>
              <a:gd name="csY0" fmla="*/ 1187865 h 1187865"/>
              <a:gd name="csX1" fmla="*/ 3913974 w 4264352"/>
              <a:gd name="csY1" fmla="*/ 1187865 h 1187865"/>
              <a:gd name="csX2" fmla="*/ 4264352 w 4264352"/>
              <a:gd name="csY2" fmla="*/ 0 h 1187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64352" h="1187865">
                <a:moveTo>
                  <a:pt x="0" y="1187865"/>
                </a:moveTo>
                <a:lnTo>
                  <a:pt x="3913974" y="1187865"/>
                </a:lnTo>
                <a:lnTo>
                  <a:pt x="4264352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303169F-290F-C698-C441-CE6FD184E74F}"/>
              </a:ext>
            </a:extLst>
          </p:cNvPr>
          <p:cNvSpPr/>
          <p:nvPr/>
        </p:nvSpPr>
        <p:spPr>
          <a:xfrm>
            <a:off x="4512179" y="4170348"/>
            <a:ext cx="4264352" cy="760575"/>
          </a:xfrm>
          <a:custGeom>
            <a:avLst/>
            <a:gdLst>
              <a:gd name="csX0" fmla="*/ 4264352 w 4264352"/>
              <a:gd name="csY0" fmla="*/ 760575 h 760575"/>
              <a:gd name="csX1" fmla="*/ 1273324 w 4264352"/>
              <a:gd name="csY1" fmla="*/ 760575 h 760575"/>
              <a:gd name="csX2" fmla="*/ 0 w 4264352"/>
              <a:gd name="csY2" fmla="*/ 0 h 760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64352" h="760575">
                <a:moveTo>
                  <a:pt x="4264352" y="760575"/>
                </a:moveTo>
                <a:lnTo>
                  <a:pt x="1273324" y="760575"/>
                </a:lnTo>
                <a:lnTo>
                  <a:pt x="0" y="0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A7A08CB3-E926-F257-FC33-6F99E634FA7F}"/>
              </a:ext>
            </a:extLst>
          </p:cNvPr>
          <p:cNvSpPr/>
          <p:nvPr/>
        </p:nvSpPr>
        <p:spPr>
          <a:xfrm>
            <a:off x="5785503" y="4264351"/>
            <a:ext cx="59820" cy="675118"/>
          </a:xfrm>
          <a:custGeom>
            <a:avLst/>
            <a:gdLst>
              <a:gd name="csX0" fmla="*/ 0 w 59820"/>
              <a:gd name="csY0" fmla="*/ 675118 h 675118"/>
              <a:gd name="csX1" fmla="*/ 59820 w 59820"/>
              <a:gd name="csY1" fmla="*/ 0 h 675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9820" h="675118">
                <a:moveTo>
                  <a:pt x="0" y="675118"/>
                </a:moveTo>
                <a:lnTo>
                  <a:pt x="5982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16D7CD-30C0-BC18-67C0-7D2CF1CFA63B}"/>
              </a:ext>
            </a:extLst>
          </p:cNvPr>
          <p:cNvCxnSpPr>
            <a:cxnSpLocks/>
          </p:cNvCxnSpPr>
          <p:nvPr/>
        </p:nvCxnSpPr>
        <p:spPr>
          <a:xfrm>
            <a:off x="6732300" y="1988800"/>
            <a:ext cx="0" cy="1931350"/>
          </a:xfrm>
          <a:prstGeom prst="straightConnector1">
            <a:avLst/>
          </a:prstGeom>
          <a:ln w="4445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7294331A-DB0D-FB10-2E5B-A3F8E7E838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0190" y="2780910"/>
            <a:ext cx="1587500" cy="1778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Down Arrow 29">
            <a:extLst>
              <a:ext uri="{FF2B5EF4-FFF2-40B4-BE49-F238E27FC236}">
                <a16:creationId xmlns:a16="http://schemas.microsoft.com/office/drawing/2014/main" id="{6D791AB1-8B94-AA8E-0A48-F882111D1FEB}"/>
              </a:ext>
            </a:extLst>
          </p:cNvPr>
          <p:cNvSpPr/>
          <p:nvPr/>
        </p:nvSpPr>
        <p:spPr>
          <a:xfrm>
            <a:off x="755470" y="2060810"/>
            <a:ext cx="484632" cy="2230750"/>
          </a:xfrm>
          <a:prstGeom prst="down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B93C307-10E8-35D5-19EF-1A82A46950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430" y="4318650"/>
            <a:ext cx="1054100" cy="1905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B4AE43B-B66B-075E-85EC-1537B3DB35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9690" y="3717040"/>
            <a:ext cx="1358900" cy="190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320727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D915E5F-71B6-8BCB-F12D-8423C7BA46DD}"/>
              </a:ext>
            </a:extLst>
          </p:cNvPr>
          <p:cNvGrpSpPr/>
          <p:nvPr/>
        </p:nvGrpSpPr>
        <p:grpSpPr>
          <a:xfrm flipH="1">
            <a:off x="6659082" y="769069"/>
            <a:ext cx="2159093" cy="1221742"/>
            <a:chOff x="180597" y="4295548"/>
            <a:chExt cx="2159093" cy="1186437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763E40A-65A2-CDB0-4943-CDDB666C8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597" y="4398102"/>
              <a:ext cx="2155124" cy="1083883"/>
            </a:xfrm>
            <a:prstGeom prst="rect">
              <a:avLst/>
            </a:prstGeom>
          </p:spPr>
        </p:pic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4C9E493-F71C-BC27-580A-5B7FF4FA1029}"/>
                </a:ext>
              </a:extLst>
            </p:cNvPr>
            <p:cNvSpPr/>
            <p:nvPr/>
          </p:nvSpPr>
          <p:spPr>
            <a:xfrm>
              <a:off x="180697" y="4295548"/>
              <a:ext cx="2158993" cy="429617"/>
            </a:xfrm>
            <a:custGeom>
              <a:avLst/>
              <a:gdLst>
                <a:gd name="csX0" fmla="*/ 0 w 9408920"/>
                <a:gd name="csY0" fmla="*/ 1777525 h 2050991"/>
                <a:gd name="csX1" fmla="*/ 632389 w 9408920"/>
                <a:gd name="csY1" fmla="*/ 1760434 h 2050991"/>
                <a:gd name="csX2" fmla="*/ 1213503 w 9408920"/>
                <a:gd name="csY2" fmla="*/ 2050991 h 2050991"/>
                <a:gd name="csX3" fmla="*/ 1418602 w 9408920"/>
                <a:gd name="csY3" fmla="*/ 1854437 h 2050991"/>
                <a:gd name="csX4" fmla="*/ 1495514 w 9408920"/>
                <a:gd name="csY4" fmla="*/ 1931349 h 2050991"/>
                <a:gd name="csX5" fmla="*/ 1828800 w 9408920"/>
                <a:gd name="csY5" fmla="*/ 1965533 h 2050991"/>
                <a:gd name="csX6" fmla="*/ 2102265 w 9408920"/>
                <a:gd name="csY6" fmla="*/ 1897166 h 2050991"/>
                <a:gd name="csX7" fmla="*/ 2102265 w 9408920"/>
                <a:gd name="csY7" fmla="*/ 1897166 h 2050991"/>
                <a:gd name="csX8" fmla="*/ 2290273 w 9408920"/>
                <a:gd name="csY8" fmla="*/ 2008262 h 2050991"/>
                <a:gd name="csX9" fmla="*/ 2503918 w 9408920"/>
                <a:gd name="csY9" fmla="*/ 1845892 h 2050991"/>
                <a:gd name="csX10" fmla="*/ 3153398 w 9408920"/>
                <a:gd name="csY10" fmla="*/ 1709159 h 2050991"/>
                <a:gd name="csX11" fmla="*/ 3332860 w 9408920"/>
                <a:gd name="csY11" fmla="*/ 1837346 h 2050991"/>
                <a:gd name="csX12" fmla="*/ 3982340 w 9408920"/>
                <a:gd name="csY12" fmla="*/ 1495514 h 2050991"/>
                <a:gd name="csX13" fmla="*/ 4110527 w 9408920"/>
                <a:gd name="csY13" fmla="*/ 1521151 h 2050991"/>
                <a:gd name="csX14" fmla="*/ 4298535 w 9408920"/>
                <a:gd name="csY14" fmla="*/ 1820254 h 2050991"/>
                <a:gd name="csX15" fmla="*/ 4298535 w 9408920"/>
                <a:gd name="csY15" fmla="*/ 1529697 h 2050991"/>
                <a:gd name="csX16" fmla="*/ 4537817 w 9408920"/>
                <a:gd name="csY16" fmla="*/ 1495514 h 2050991"/>
                <a:gd name="csX17" fmla="*/ 4777099 w 9408920"/>
                <a:gd name="csY17" fmla="*/ 1598064 h 2050991"/>
                <a:gd name="csX18" fmla="*/ 5221480 w 9408920"/>
                <a:gd name="csY18" fmla="*/ 1375873 h 2050991"/>
                <a:gd name="csX19" fmla="*/ 5580404 w 9408920"/>
                <a:gd name="csY19" fmla="*/ 1495514 h 2050991"/>
                <a:gd name="csX20" fmla="*/ 5896598 w 9408920"/>
                <a:gd name="csY20" fmla="*/ 1760434 h 2050991"/>
                <a:gd name="csX21" fmla="*/ 6152972 w 9408920"/>
                <a:gd name="csY21" fmla="*/ 1657884 h 2050991"/>
                <a:gd name="csX22" fmla="*/ 6246976 w 9408920"/>
                <a:gd name="csY22" fmla="*/ 1504060 h 2050991"/>
                <a:gd name="csX23" fmla="*/ 6383708 w 9408920"/>
                <a:gd name="csY23" fmla="*/ 1333144 h 2050991"/>
                <a:gd name="csX24" fmla="*/ 7554482 w 9408920"/>
                <a:gd name="csY24" fmla="*/ 1589518 h 2050991"/>
                <a:gd name="csX25" fmla="*/ 7580120 w 9408920"/>
                <a:gd name="csY25" fmla="*/ 1803163 h 2050991"/>
                <a:gd name="csX26" fmla="*/ 7896314 w 9408920"/>
                <a:gd name="csY26" fmla="*/ 1871529 h 2050991"/>
                <a:gd name="csX27" fmla="*/ 7862131 w 9408920"/>
                <a:gd name="csY27" fmla="*/ 1504060 h 2050991"/>
                <a:gd name="csX28" fmla="*/ 8092867 w 9408920"/>
                <a:gd name="csY28" fmla="*/ 1093862 h 2050991"/>
                <a:gd name="csX29" fmla="*/ 8503065 w 9408920"/>
                <a:gd name="csY29" fmla="*/ 1102407 h 2050991"/>
                <a:gd name="csX30" fmla="*/ 8614161 w 9408920"/>
                <a:gd name="csY30" fmla="*/ 1264778 h 2050991"/>
                <a:gd name="csX31" fmla="*/ 8597069 w 9408920"/>
                <a:gd name="csY31" fmla="*/ 1572426 h 2050991"/>
                <a:gd name="csX32" fmla="*/ 8691073 w 9408920"/>
                <a:gd name="csY32" fmla="*/ 1674976 h 2050991"/>
                <a:gd name="csX33" fmla="*/ 9408920 w 9408920"/>
                <a:gd name="csY33" fmla="*/ 1529697 h 2050991"/>
                <a:gd name="csX34" fmla="*/ 9400374 w 9408920"/>
                <a:gd name="csY34" fmla="*/ 119641 h 2050991"/>
                <a:gd name="csX35" fmla="*/ 111095 w 9408920"/>
                <a:gd name="csY35" fmla="*/ 119641 h 2050991"/>
                <a:gd name="csX36" fmla="*/ 111095 w 9408920"/>
                <a:gd name="csY36" fmla="*/ 0 h 2050991"/>
                <a:gd name="csX37" fmla="*/ 111095 w 9408920"/>
                <a:gd name="csY37" fmla="*/ 1786071 h 2050991"/>
                <a:gd name="csX0" fmla="*/ 0 w 9408920"/>
                <a:gd name="csY0" fmla="*/ 1657884 h 1931350"/>
                <a:gd name="csX1" fmla="*/ 632389 w 9408920"/>
                <a:gd name="csY1" fmla="*/ 1640793 h 1931350"/>
                <a:gd name="csX2" fmla="*/ 1213503 w 9408920"/>
                <a:gd name="csY2" fmla="*/ 1931350 h 1931350"/>
                <a:gd name="csX3" fmla="*/ 1418602 w 9408920"/>
                <a:gd name="csY3" fmla="*/ 1734796 h 1931350"/>
                <a:gd name="csX4" fmla="*/ 1495514 w 9408920"/>
                <a:gd name="csY4" fmla="*/ 1811708 h 1931350"/>
                <a:gd name="csX5" fmla="*/ 1828800 w 9408920"/>
                <a:gd name="csY5" fmla="*/ 1845892 h 1931350"/>
                <a:gd name="csX6" fmla="*/ 2102265 w 9408920"/>
                <a:gd name="csY6" fmla="*/ 1777525 h 1931350"/>
                <a:gd name="csX7" fmla="*/ 2102265 w 9408920"/>
                <a:gd name="csY7" fmla="*/ 1777525 h 1931350"/>
                <a:gd name="csX8" fmla="*/ 2290273 w 9408920"/>
                <a:gd name="csY8" fmla="*/ 1888621 h 1931350"/>
                <a:gd name="csX9" fmla="*/ 2503918 w 9408920"/>
                <a:gd name="csY9" fmla="*/ 1726251 h 1931350"/>
                <a:gd name="csX10" fmla="*/ 3153398 w 9408920"/>
                <a:gd name="csY10" fmla="*/ 1589518 h 1931350"/>
                <a:gd name="csX11" fmla="*/ 3332860 w 9408920"/>
                <a:gd name="csY11" fmla="*/ 1717705 h 1931350"/>
                <a:gd name="csX12" fmla="*/ 3982340 w 9408920"/>
                <a:gd name="csY12" fmla="*/ 1375873 h 1931350"/>
                <a:gd name="csX13" fmla="*/ 4110527 w 9408920"/>
                <a:gd name="csY13" fmla="*/ 1401510 h 1931350"/>
                <a:gd name="csX14" fmla="*/ 4298535 w 9408920"/>
                <a:gd name="csY14" fmla="*/ 1700613 h 1931350"/>
                <a:gd name="csX15" fmla="*/ 4298535 w 9408920"/>
                <a:gd name="csY15" fmla="*/ 1410056 h 1931350"/>
                <a:gd name="csX16" fmla="*/ 4537817 w 9408920"/>
                <a:gd name="csY16" fmla="*/ 1375873 h 1931350"/>
                <a:gd name="csX17" fmla="*/ 4777099 w 9408920"/>
                <a:gd name="csY17" fmla="*/ 1478423 h 1931350"/>
                <a:gd name="csX18" fmla="*/ 5221480 w 9408920"/>
                <a:gd name="csY18" fmla="*/ 1256232 h 1931350"/>
                <a:gd name="csX19" fmla="*/ 5580404 w 9408920"/>
                <a:gd name="csY19" fmla="*/ 1375873 h 1931350"/>
                <a:gd name="csX20" fmla="*/ 5896598 w 9408920"/>
                <a:gd name="csY20" fmla="*/ 1640793 h 1931350"/>
                <a:gd name="csX21" fmla="*/ 6152972 w 9408920"/>
                <a:gd name="csY21" fmla="*/ 1538243 h 1931350"/>
                <a:gd name="csX22" fmla="*/ 6246976 w 9408920"/>
                <a:gd name="csY22" fmla="*/ 1384419 h 1931350"/>
                <a:gd name="csX23" fmla="*/ 6383708 w 9408920"/>
                <a:gd name="csY23" fmla="*/ 1213503 h 1931350"/>
                <a:gd name="csX24" fmla="*/ 7554482 w 9408920"/>
                <a:gd name="csY24" fmla="*/ 1469877 h 1931350"/>
                <a:gd name="csX25" fmla="*/ 7580120 w 9408920"/>
                <a:gd name="csY25" fmla="*/ 1683522 h 1931350"/>
                <a:gd name="csX26" fmla="*/ 7896314 w 9408920"/>
                <a:gd name="csY26" fmla="*/ 1751888 h 1931350"/>
                <a:gd name="csX27" fmla="*/ 7862131 w 9408920"/>
                <a:gd name="csY27" fmla="*/ 1384419 h 1931350"/>
                <a:gd name="csX28" fmla="*/ 8092867 w 9408920"/>
                <a:gd name="csY28" fmla="*/ 974221 h 1931350"/>
                <a:gd name="csX29" fmla="*/ 8503065 w 9408920"/>
                <a:gd name="csY29" fmla="*/ 982766 h 1931350"/>
                <a:gd name="csX30" fmla="*/ 8614161 w 9408920"/>
                <a:gd name="csY30" fmla="*/ 1145137 h 1931350"/>
                <a:gd name="csX31" fmla="*/ 8597069 w 9408920"/>
                <a:gd name="csY31" fmla="*/ 1452785 h 1931350"/>
                <a:gd name="csX32" fmla="*/ 8691073 w 9408920"/>
                <a:gd name="csY32" fmla="*/ 1555335 h 1931350"/>
                <a:gd name="csX33" fmla="*/ 9408920 w 9408920"/>
                <a:gd name="csY33" fmla="*/ 1410056 h 1931350"/>
                <a:gd name="csX34" fmla="*/ 9400374 w 9408920"/>
                <a:gd name="csY34" fmla="*/ 0 h 1931350"/>
                <a:gd name="csX35" fmla="*/ 111095 w 9408920"/>
                <a:gd name="csY35" fmla="*/ 0 h 1931350"/>
                <a:gd name="csX36" fmla="*/ 111095 w 9408920"/>
                <a:gd name="csY36" fmla="*/ 1666430 h 1931350"/>
                <a:gd name="csX0" fmla="*/ 521294 w 9297825"/>
                <a:gd name="csY0" fmla="*/ 1640793 h 1931350"/>
                <a:gd name="csX1" fmla="*/ 1102408 w 9297825"/>
                <a:gd name="csY1" fmla="*/ 1931350 h 1931350"/>
                <a:gd name="csX2" fmla="*/ 1307507 w 9297825"/>
                <a:gd name="csY2" fmla="*/ 1734796 h 1931350"/>
                <a:gd name="csX3" fmla="*/ 1384419 w 9297825"/>
                <a:gd name="csY3" fmla="*/ 1811708 h 1931350"/>
                <a:gd name="csX4" fmla="*/ 1717705 w 9297825"/>
                <a:gd name="csY4" fmla="*/ 1845892 h 1931350"/>
                <a:gd name="csX5" fmla="*/ 1991170 w 9297825"/>
                <a:gd name="csY5" fmla="*/ 1777525 h 1931350"/>
                <a:gd name="csX6" fmla="*/ 1991170 w 9297825"/>
                <a:gd name="csY6" fmla="*/ 1777525 h 1931350"/>
                <a:gd name="csX7" fmla="*/ 2179178 w 9297825"/>
                <a:gd name="csY7" fmla="*/ 1888621 h 1931350"/>
                <a:gd name="csX8" fmla="*/ 2392823 w 9297825"/>
                <a:gd name="csY8" fmla="*/ 1726251 h 1931350"/>
                <a:gd name="csX9" fmla="*/ 3042303 w 9297825"/>
                <a:gd name="csY9" fmla="*/ 1589518 h 1931350"/>
                <a:gd name="csX10" fmla="*/ 3221765 w 9297825"/>
                <a:gd name="csY10" fmla="*/ 1717705 h 1931350"/>
                <a:gd name="csX11" fmla="*/ 3871245 w 9297825"/>
                <a:gd name="csY11" fmla="*/ 1375873 h 1931350"/>
                <a:gd name="csX12" fmla="*/ 3999432 w 9297825"/>
                <a:gd name="csY12" fmla="*/ 1401510 h 1931350"/>
                <a:gd name="csX13" fmla="*/ 4187440 w 9297825"/>
                <a:gd name="csY13" fmla="*/ 1700613 h 1931350"/>
                <a:gd name="csX14" fmla="*/ 4187440 w 9297825"/>
                <a:gd name="csY14" fmla="*/ 1410056 h 1931350"/>
                <a:gd name="csX15" fmla="*/ 4426722 w 9297825"/>
                <a:gd name="csY15" fmla="*/ 1375873 h 1931350"/>
                <a:gd name="csX16" fmla="*/ 4666004 w 9297825"/>
                <a:gd name="csY16" fmla="*/ 1478423 h 1931350"/>
                <a:gd name="csX17" fmla="*/ 5110385 w 9297825"/>
                <a:gd name="csY17" fmla="*/ 1256232 h 1931350"/>
                <a:gd name="csX18" fmla="*/ 5469309 w 9297825"/>
                <a:gd name="csY18" fmla="*/ 1375873 h 1931350"/>
                <a:gd name="csX19" fmla="*/ 5785503 w 9297825"/>
                <a:gd name="csY19" fmla="*/ 1640793 h 1931350"/>
                <a:gd name="csX20" fmla="*/ 6041877 w 9297825"/>
                <a:gd name="csY20" fmla="*/ 1538243 h 1931350"/>
                <a:gd name="csX21" fmla="*/ 6135881 w 9297825"/>
                <a:gd name="csY21" fmla="*/ 1384419 h 1931350"/>
                <a:gd name="csX22" fmla="*/ 6272613 w 9297825"/>
                <a:gd name="csY22" fmla="*/ 1213503 h 1931350"/>
                <a:gd name="csX23" fmla="*/ 7443387 w 9297825"/>
                <a:gd name="csY23" fmla="*/ 1469877 h 1931350"/>
                <a:gd name="csX24" fmla="*/ 7469025 w 9297825"/>
                <a:gd name="csY24" fmla="*/ 1683522 h 1931350"/>
                <a:gd name="csX25" fmla="*/ 7785219 w 9297825"/>
                <a:gd name="csY25" fmla="*/ 1751888 h 1931350"/>
                <a:gd name="csX26" fmla="*/ 7751036 w 9297825"/>
                <a:gd name="csY26" fmla="*/ 1384419 h 1931350"/>
                <a:gd name="csX27" fmla="*/ 7981772 w 9297825"/>
                <a:gd name="csY27" fmla="*/ 974221 h 1931350"/>
                <a:gd name="csX28" fmla="*/ 8391970 w 9297825"/>
                <a:gd name="csY28" fmla="*/ 982766 h 1931350"/>
                <a:gd name="csX29" fmla="*/ 8503066 w 9297825"/>
                <a:gd name="csY29" fmla="*/ 1145137 h 1931350"/>
                <a:gd name="csX30" fmla="*/ 8485974 w 9297825"/>
                <a:gd name="csY30" fmla="*/ 1452785 h 1931350"/>
                <a:gd name="csX31" fmla="*/ 8579978 w 9297825"/>
                <a:gd name="csY31" fmla="*/ 1555335 h 1931350"/>
                <a:gd name="csX32" fmla="*/ 9297825 w 9297825"/>
                <a:gd name="csY32" fmla="*/ 1410056 h 1931350"/>
                <a:gd name="csX33" fmla="*/ 9289279 w 9297825"/>
                <a:gd name="csY33" fmla="*/ 0 h 1931350"/>
                <a:gd name="csX34" fmla="*/ 0 w 9297825"/>
                <a:gd name="csY34" fmla="*/ 0 h 1931350"/>
                <a:gd name="csX35" fmla="*/ 0 w 9297825"/>
                <a:gd name="csY35" fmla="*/ 1666430 h 1931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9297825" h="1931350">
                  <a:moveTo>
                    <a:pt x="521294" y="1640793"/>
                  </a:moveTo>
                  <a:lnTo>
                    <a:pt x="1102408" y="1931350"/>
                  </a:lnTo>
                  <a:lnTo>
                    <a:pt x="1307507" y="1734796"/>
                  </a:lnTo>
                  <a:lnTo>
                    <a:pt x="1384419" y="1811708"/>
                  </a:lnTo>
                  <a:lnTo>
                    <a:pt x="1717705" y="1845892"/>
                  </a:lnTo>
                  <a:lnTo>
                    <a:pt x="1991170" y="1777525"/>
                  </a:lnTo>
                  <a:lnTo>
                    <a:pt x="1991170" y="1777525"/>
                  </a:lnTo>
                  <a:lnTo>
                    <a:pt x="2179178" y="1888621"/>
                  </a:lnTo>
                  <a:lnTo>
                    <a:pt x="2392823" y="1726251"/>
                  </a:lnTo>
                  <a:lnTo>
                    <a:pt x="3042303" y="1589518"/>
                  </a:lnTo>
                  <a:lnTo>
                    <a:pt x="3221765" y="1717705"/>
                  </a:lnTo>
                  <a:lnTo>
                    <a:pt x="3871245" y="1375873"/>
                  </a:lnTo>
                  <a:lnTo>
                    <a:pt x="3999432" y="1401510"/>
                  </a:lnTo>
                  <a:lnTo>
                    <a:pt x="4187440" y="1700613"/>
                  </a:lnTo>
                  <a:lnTo>
                    <a:pt x="4187440" y="1410056"/>
                  </a:lnTo>
                  <a:lnTo>
                    <a:pt x="4426722" y="1375873"/>
                  </a:lnTo>
                  <a:lnTo>
                    <a:pt x="4666004" y="1478423"/>
                  </a:lnTo>
                  <a:lnTo>
                    <a:pt x="5110385" y="1256232"/>
                  </a:lnTo>
                  <a:lnTo>
                    <a:pt x="5469309" y="1375873"/>
                  </a:lnTo>
                  <a:lnTo>
                    <a:pt x="5785503" y="1640793"/>
                  </a:lnTo>
                  <a:lnTo>
                    <a:pt x="6041877" y="1538243"/>
                  </a:lnTo>
                  <a:lnTo>
                    <a:pt x="6135881" y="1384419"/>
                  </a:lnTo>
                  <a:lnTo>
                    <a:pt x="6272613" y="1213503"/>
                  </a:lnTo>
                  <a:lnTo>
                    <a:pt x="7443387" y="1469877"/>
                  </a:lnTo>
                  <a:lnTo>
                    <a:pt x="7469025" y="1683522"/>
                  </a:lnTo>
                  <a:lnTo>
                    <a:pt x="7785219" y="1751888"/>
                  </a:lnTo>
                  <a:lnTo>
                    <a:pt x="7751036" y="1384419"/>
                  </a:lnTo>
                  <a:lnTo>
                    <a:pt x="7981772" y="974221"/>
                  </a:lnTo>
                  <a:lnTo>
                    <a:pt x="8391970" y="982766"/>
                  </a:lnTo>
                  <a:lnTo>
                    <a:pt x="8503066" y="1145137"/>
                  </a:lnTo>
                  <a:lnTo>
                    <a:pt x="8485974" y="1452785"/>
                  </a:lnTo>
                  <a:lnTo>
                    <a:pt x="8579978" y="1555335"/>
                  </a:lnTo>
                  <a:lnTo>
                    <a:pt x="9297825" y="1410056"/>
                  </a:lnTo>
                  <a:cubicBezTo>
                    <a:pt x="9294976" y="940037"/>
                    <a:pt x="9292128" y="470019"/>
                    <a:pt x="9289279" y="0"/>
                  </a:cubicBezTo>
                  <a:lnTo>
                    <a:pt x="0" y="0"/>
                  </a:lnTo>
                  <a:lnTo>
                    <a:pt x="0" y="1666430"/>
                  </a:lnTo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40D869-B94F-21AC-137F-178989D4D513}"/>
              </a:ext>
            </a:extLst>
          </p:cNvPr>
          <p:cNvGrpSpPr/>
          <p:nvPr/>
        </p:nvGrpSpPr>
        <p:grpSpPr>
          <a:xfrm>
            <a:off x="4499990" y="771498"/>
            <a:ext cx="2159093" cy="1220620"/>
            <a:chOff x="180597" y="4295548"/>
            <a:chExt cx="2159093" cy="118643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89D3981-FC6E-879E-B603-5F40D7433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597" y="4398102"/>
              <a:ext cx="2155124" cy="1083883"/>
            </a:xfrm>
            <a:prstGeom prst="rect">
              <a:avLst/>
            </a:prstGeom>
          </p:spPr>
        </p:pic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E1BA2FC-23A6-D887-89A7-02C8BCB2C000}"/>
                </a:ext>
              </a:extLst>
            </p:cNvPr>
            <p:cNvSpPr/>
            <p:nvPr/>
          </p:nvSpPr>
          <p:spPr>
            <a:xfrm>
              <a:off x="180697" y="4295548"/>
              <a:ext cx="2158993" cy="429617"/>
            </a:xfrm>
            <a:custGeom>
              <a:avLst/>
              <a:gdLst>
                <a:gd name="csX0" fmla="*/ 0 w 9408920"/>
                <a:gd name="csY0" fmla="*/ 1777525 h 2050991"/>
                <a:gd name="csX1" fmla="*/ 632389 w 9408920"/>
                <a:gd name="csY1" fmla="*/ 1760434 h 2050991"/>
                <a:gd name="csX2" fmla="*/ 1213503 w 9408920"/>
                <a:gd name="csY2" fmla="*/ 2050991 h 2050991"/>
                <a:gd name="csX3" fmla="*/ 1418602 w 9408920"/>
                <a:gd name="csY3" fmla="*/ 1854437 h 2050991"/>
                <a:gd name="csX4" fmla="*/ 1495514 w 9408920"/>
                <a:gd name="csY4" fmla="*/ 1931349 h 2050991"/>
                <a:gd name="csX5" fmla="*/ 1828800 w 9408920"/>
                <a:gd name="csY5" fmla="*/ 1965533 h 2050991"/>
                <a:gd name="csX6" fmla="*/ 2102265 w 9408920"/>
                <a:gd name="csY6" fmla="*/ 1897166 h 2050991"/>
                <a:gd name="csX7" fmla="*/ 2102265 w 9408920"/>
                <a:gd name="csY7" fmla="*/ 1897166 h 2050991"/>
                <a:gd name="csX8" fmla="*/ 2290273 w 9408920"/>
                <a:gd name="csY8" fmla="*/ 2008262 h 2050991"/>
                <a:gd name="csX9" fmla="*/ 2503918 w 9408920"/>
                <a:gd name="csY9" fmla="*/ 1845892 h 2050991"/>
                <a:gd name="csX10" fmla="*/ 3153398 w 9408920"/>
                <a:gd name="csY10" fmla="*/ 1709159 h 2050991"/>
                <a:gd name="csX11" fmla="*/ 3332860 w 9408920"/>
                <a:gd name="csY11" fmla="*/ 1837346 h 2050991"/>
                <a:gd name="csX12" fmla="*/ 3982340 w 9408920"/>
                <a:gd name="csY12" fmla="*/ 1495514 h 2050991"/>
                <a:gd name="csX13" fmla="*/ 4110527 w 9408920"/>
                <a:gd name="csY13" fmla="*/ 1521151 h 2050991"/>
                <a:gd name="csX14" fmla="*/ 4298535 w 9408920"/>
                <a:gd name="csY14" fmla="*/ 1820254 h 2050991"/>
                <a:gd name="csX15" fmla="*/ 4298535 w 9408920"/>
                <a:gd name="csY15" fmla="*/ 1529697 h 2050991"/>
                <a:gd name="csX16" fmla="*/ 4537817 w 9408920"/>
                <a:gd name="csY16" fmla="*/ 1495514 h 2050991"/>
                <a:gd name="csX17" fmla="*/ 4777099 w 9408920"/>
                <a:gd name="csY17" fmla="*/ 1598064 h 2050991"/>
                <a:gd name="csX18" fmla="*/ 5221480 w 9408920"/>
                <a:gd name="csY18" fmla="*/ 1375873 h 2050991"/>
                <a:gd name="csX19" fmla="*/ 5580404 w 9408920"/>
                <a:gd name="csY19" fmla="*/ 1495514 h 2050991"/>
                <a:gd name="csX20" fmla="*/ 5896598 w 9408920"/>
                <a:gd name="csY20" fmla="*/ 1760434 h 2050991"/>
                <a:gd name="csX21" fmla="*/ 6152972 w 9408920"/>
                <a:gd name="csY21" fmla="*/ 1657884 h 2050991"/>
                <a:gd name="csX22" fmla="*/ 6246976 w 9408920"/>
                <a:gd name="csY22" fmla="*/ 1504060 h 2050991"/>
                <a:gd name="csX23" fmla="*/ 6383708 w 9408920"/>
                <a:gd name="csY23" fmla="*/ 1333144 h 2050991"/>
                <a:gd name="csX24" fmla="*/ 7554482 w 9408920"/>
                <a:gd name="csY24" fmla="*/ 1589518 h 2050991"/>
                <a:gd name="csX25" fmla="*/ 7580120 w 9408920"/>
                <a:gd name="csY25" fmla="*/ 1803163 h 2050991"/>
                <a:gd name="csX26" fmla="*/ 7896314 w 9408920"/>
                <a:gd name="csY26" fmla="*/ 1871529 h 2050991"/>
                <a:gd name="csX27" fmla="*/ 7862131 w 9408920"/>
                <a:gd name="csY27" fmla="*/ 1504060 h 2050991"/>
                <a:gd name="csX28" fmla="*/ 8092867 w 9408920"/>
                <a:gd name="csY28" fmla="*/ 1093862 h 2050991"/>
                <a:gd name="csX29" fmla="*/ 8503065 w 9408920"/>
                <a:gd name="csY29" fmla="*/ 1102407 h 2050991"/>
                <a:gd name="csX30" fmla="*/ 8614161 w 9408920"/>
                <a:gd name="csY30" fmla="*/ 1264778 h 2050991"/>
                <a:gd name="csX31" fmla="*/ 8597069 w 9408920"/>
                <a:gd name="csY31" fmla="*/ 1572426 h 2050991"/>
                <a:gd name="csX32" fmla="*/ 8691073 w 9408920"/>
                <a:gd name="csY32" fmla="*/ 1674976 h 2050991"/>
                <a:gd name="csX33" fmla="*/ 9408920 w 9408920"/>
                <a:gd name="csY33" fmla="*/ 1529697 h 2050991"/>
                <a:gd name="csX34" fmla="*/ 9400374 w 9408920"/>
                <a:gd name="csY34" fmla="*/ 119641 h 2050991"/>
                <a:gd name="csX35" fmla="*/ 111095 w 9408920"/>
                <a:gd name="csY35" fmla="*/ 119641 h 2050991"/>
                <a:gd name="csX36" fmla="*/ 111095 w 9408920"/>
                <a:gd name="csY36" fmla="*/ 0 h 2050991"/>
                <a:gd name="csX37" fmla="*/ 111095 w 9408920"/>
                <a:gd name="csY37" fmla="*/ 1786071 h 2050991"/>
                <a:gd name="csX0" fmla="*/ 0 w 9408920"/>
                <a:gd name="csY0" fmla="*/ 1657884 h 1931350"/>
                <a:gd name="csX1" fmla="*/ 632389 w 9408920"/>
                <a:gd name="csY1" fmla="*/ 1640793 h 1931350"/>
                <a:gd name="csX2" fmla="*/ 1213503 w 9408920"/>
                <a:gd name="csY2" fmla="*/ 1931350 h 1931350"/>
                <a:gd name="csX3" fmla="*/ 1418602 w 9408920"/>
                <a:gd name="csY3" fmla="*/ 1734796 h 1931350"/>
                <a:gd name="csX4" fmla="*/ 1495514 w 9408920"/>
                <a:gd name="csY4" fmla="*/ 1811708 h 1931350"/>
                <a:gd name="csX5" fmla="*/ 1828800 w 9408920"/>
                <a:gd name="csY5" fmla="*/ 1845892 h 1931350"/>
                <a:gd name="csX6" fmla="*/ 2102265 w 9408920"/>
                <a:gd name="csY6" fmla="*/ 1777525 h 1931350"/>
                <a:gd name="csX7" fmla="*/ 2102265 w 9408920"/>
                <a:gd name="csY7" fmla="*/ 1777525 h 1931350"/>
                <a:gd name="csX8" fmla="*/ 2290273 w 9408920"/>
                <a:gd name="csY8" fmla="*/ 1888621 h 1931350"/>
                <a:gd name="csX9" fmla="*/ 2503918 w 9408920"/>
                <a:gd name="csY9" fmla="*/ 1726251 h 1931350"/>
                <a:gd name="csX10" fmla="*/ 3153398 w 9408920"/>
                <a:gd name="csY10" fmla="*/ 1589518 h 1931350"/>
                <a:gd name="csX11" fmla="*/ 3332860 w 9408920"/>
                <a:gd name="csY11" fmla="*/ 1717705 h 1931350"/>
                <a:gd name="csX12" fmla="*/ 3982340 w 9408920"/>
                <a:gd name="csY12" fmla="*/ 1375873 h 1931350"/>
                <a:gd name="csX13" fmla="*/ 4110527 w 9408920"/>
                <a:gd name="csY13" fmla="*/ 1401510 h 1931350"/>
                <a:gd name="csX14" fmla="*/ 4298535 w 9408920"/>
                <a:gd name="csY14" fmla="*/ 1700613 h 1931350"/>
                <a:gd name="csX15" fmla="*/ 4298535 w 9408920"/>
                <a:gd name="csY15" fmla="*/ 1410056 h 1931350"/>
                <a:gd name="csX16" fmla="*/ 4537817 w 9408920"/>
                <a:gd name="csY16" fmla="*/ 1375873 h 1931350"/>
                <a:gd name="csX17" fmla="*/ 4777099 w 9408920"/>
                <a:gd name="csY17" fmla="*/ 1478423 h 1931350"/>
                <a:gd name="csX18" fmla="*/ 5221480 w 9408920"/>
                <a:gd name="csY18" fmla="*/ 1256232 h 1931350"/>
                <a:gd name="csX19" fmla="*/ 5580404 w 9408920"/>
                <a:gd name="csY19" fmla="*/ 1375873 h 1931350"/>
                <a:gd name="csX20" fmla="*/ 5896598 w 9408920"/>
                <a:gd name="csY20" fmla="*/ 1640793 h 1931350"/>
                <a:gd name="csX21" fmla="*/ 6152972 w 9408920"/>
                <a:gd name="csY21" fmla="*/ 1538243 h 1931350"/>
                <a:gd name="csX22" fmla="*/ 6246976 w 9408920"/>
                <a:gd name="csY22" fmla="*/ 1384419 h 1931350"/>
                <a:gd name="csX23" fmla="*/ 6383708 w 9408920"/>
                <a:gd name="csY23" fmla="*/ 1213503 h 1931350"/>
                <a:gd name="csX24" fmla="*/ 7554482 w 9408920"/>
                <a:gd name="csY24" fmla="*/ 1469877 h 1931350"/>
                <a:gd name="csX25" fmla="*/ 7580120 w 9408920"/>
                <a:gd name="csY25" fmla="*/ 1683522 h 1931350"/>
                <a:gd name="csX26" fmla="*/ 7896314 w 9408920"/>
                <a:gd name="csY26" fmla="*/ 1751888 h 1931350"/>
                <a:gd name="csX27" fmla="*/ 7862131 w 9408920"/>
                <a:gd name="csY27" fmla="*/ 1384419 h 1931350"/>
                <a:gd name="csX28" fmla="*/ 8092867 w 9408920"/>
                <a:gd name="csY28" fmla="*/ 974221 h 1931350"/>
                <a:gd name="csX29" fmla="*/ 8503065 w 9408920"/>
                <a:gd name="csY29" fmla="*/ 982766 h 1931350"/>
                <a:gd name="csX30" fmla="*/ 8614161 w 9408920"/>
                <a:gd name="csY30" fmla="*/ 1145137 h 1931350"/>
                <a:gd name="csX31" fmla="*/ 8597069 w 9408920"/>
                <a:gd name="csY31" fmla="*/ 1452785 h 1931350"/>
                <a:gd name="csX32" fmla="*/ 8691073 w 9408920"/>
                <a:gd name="csY32" fmla="*/ 1555335 h 1931350"/>
                <a:gd name="csX33" fmla="*/ 9408920 w 9408920"/>
                <a:gd name="csY33" fmla="*/ 1410056 h 1931350"/>
                <a:gd name="csX34" fmla="*/ 9400374 w 9408920"/>
                <a:gd name="csY34" fmla="*/ 0 h 1931350"/>
                <a:gd name="csX35" fmla="*/ 111095 w 9408920"/>
                <a:gd name="csY35" fmla="*/ 0 h 1931350"/>
                <a:gd name="csX36" fmla="*/ 111095 w 9408920"/>
                <a:gd name="csY36" fmla="*/ 1666430 h 1931350"/>
                <a:gd name="csX0" fmla="*/ 521294 w 9297825"/>
                <a:gd name="csY0" fmla="*/ 1640793 h 1931350"/>
                <a:gd name="csX1" fmla="*/ 1102408 w 9297825"/>
                <a:gd name="csY1" fmla="*/ 1931350 h 1931350"/>
                <a:gd name="csX2" fmla="*/ 1307507 w 9297825"/>
                <a:gd name="csY2" fmla="*/ 1734796 h 1931350"/>
                <a:gd name="csX3" fmla="*/ 1384419 w 9297825"/>
                <a:gd name="csY3" fmla="*/ 1811708 h 1931350"/>
                <a:gd name="csX4" fmla="*/ 1717705 w 9297825"/>
                <a:gd name="csY4" fmla="*/ 1845892 h 1931350"/>
                <a:gd name="csX5" fmla="*/ 1991170 w 9297825"/>
                <a:gd name="csY5" fmla="*/ 1777525 h 1931350"/>
                <a:gd name="csX6" fmla="*/ 1991170 w 9297825"/>
                <a:gd name="csY6" fmla="*/ 1777525 h 1931350"/>
                <a:gd name="csX7" fmla="*/ 2179178 w 9297825"/>
                <a:gd name="csY7" fmla="*/ 1888621 h 1931350"/>
                <a:gd name="csX8" fmla="*/ 2392823 w 9297825"/>
                <a:gd name="csY8" fmla="*/ 1726251 h 1931350"/>
                <a:gd name="csX9" fmla="*/ 3042303 w 9297825"/>
                <a:gd name="csY9" fmla="*/ 1589518 h 1931350"/>
                <a:gd name="csX10" fmla="*/ 3221765 w 9297825"/>
                <a:gd name="csY10" fmla="*/ 1717705 h 1931350"/>
                <a:gd name="csX11" fmla="*/ 3871245 w 9297825"/>
                <a:gd name="csY11" fmla="*/ 1375873 h 1931350"/>
                <a:gd name="csX12" fmla="*/ 3999432 w 9297825"/>
                <a:gd name="csY12" fmla="*/ 1401510 h 1931350"/>
                <a:gd name="csX13" fmla="*/ 4187440 w 9297825"/>
                <a:gd name="csY13" fmla="*/ 1700613 h 1931350"/>
                <a:gd name="csX14" fmla="*/ 4187440 w 9297825"/>
                <a:gd name="csY14" fmla="*/ 1410056 h 1931350"/>
                <a:gd name="csX15" fmla="*/ 4426722 w 9297825"/>
                <a:gd name="csY15" fmla="*/ 1375873 h 1931350"/>
                <a:gd name="csX16" fmla="*/ 4666004 w 9297825"/>
                <a:gd name="csY16" fmla="*/ 1478423 h 1931350"/>
                <a:gd name="csX17" fmla="*/ 5110385 w 9297825"/>
                <a:gd name="csY17" fmla="*/ 1256232 h 1931350"/>
                <a:gd name="csX18" fmla="*/ 5469309 w 9297825"/>
                <a:gd name="csY18" fmla="*/ 1375873 h 1931350"/>
                <a:gd name="csX19" fmla="*/ 5785503 w 9297825"/>
                <a:gd name="csY19" fmla="*/ 1640793 h 1931350"/>
                <a:gd name="csX20" fmla="*/ 6041877 w 9297825"/>
                <a:gd name="csY20" fmla="*/ 1538243 h 1931350"/>
                <a:gd name="csX21" fmla="*/ 6135881 w 9297825"/>
                <a:gd name="csY21" fmla="*/ 1384419 h 1931350"/>
                <a:gd name="csX22" fmla="*/ 6272613 w 9297825"/>
                <a:gd name="csY22" fmla="*/ 1213503 h 1931350"/>
                <a:gd name="csX23" fmla="*/ 7443387 w 9297825"/>
                <a:gd name="csY23" fmla="*/ 1469877 h 1931350"/>
                <a:gd name="csX24" fmla="*/ 7469025 w 9297825"/>
                <a:gd name="csY24" fmla="*/ 1683522 h 1931350"/>
                <a:gd name="csX25" fmla="*/ 7785219 w 9297825"/>
                <a:gd name="csY25" fmla="*/ 1751888 h 1931350"/>
                <a:gd name="csX26" fmla="*/ 7751036 w 9297825"/>
                <a:gd name="csY26" fmla="*/ 1384419 h 1931350"/>
                <a:gd name="csX27" fmla="*/ 7981772 w 9297825"/>
                <a:gd name="csY27" fmla="*/ 974221 h 1931350"/>
                <a:gd name="csX28" fmla="*/ 8391970 w 9297825"/>
                <a:gd name="csY28" fmla="*/ 982766 h 1931350"/>
                <a:gd name="csX29" fmla="*/ 8503066 w 9297825"/>
                <a:gd name="csY29" fmla="*/ 1145137 h 1931350"/>
                <a:gd name="csX30" fmla="*/ 8485974 w 9297825"/>
                <a:gd name="csY30" fmla="*/ 1452785 h 1931350"/>
                <a:gd name="csX31" fmla="*/ 8579978 w 9297825"/>
                <a:gd name="csY31" fmla="*/ 1555335 h 1931350"/>
                <a:gd name="csX32" fmla="*/ 9297825 w 9297825"/>
                <a:gd name="csY32" fmla="*/ 1410056 h 1931350"/>
                <a:gd name="csX33" fmla="*/ 9289279 w 9297825"/>
                <a:gd name="csY33" fmla="*/ 0 h 1931350"/>
                <a:gd name="csX34" fmla="*/ 0 w 9297825"/>
                <a:gd name="csY34" fmla="*/ 0 h 1931350"/>
                <a:gd name="csX35" fmla="*/ 0 w 9297825"/>
                <a:gd name="csY35" fmla="*/ 1666430 h 1931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9297825" h="1931350">
                  <a:moveTo>
                    <a:pt x="521294" y="1640793"/>
                  </a:moveTo>
                  <a:lnTo>
                    <a:pt x="1102408" y="1931350"/>
                  </a:lnTo>
                  <a:lnTo>
                    <a:pt x="1307507" y="1734796"/>
                  </a:lnTo>
                  <a:lnTo>
                    <a:pt x="1384419" y="1811708"/>
                  </a:lnTo>
                  <a:lnTo>
                    <a:pt x="1717705" y="1845892"/>
                  </a:lnTo>
                  <a:lnTo>
                    <a:pt x="1991170" y="1777525"/>
                  </a:lnTo>
                  <a:lnTo>
                    <a:pt x="1991170" y="1777525"/>
                  </a:lnTo>
                  <a:lnTo>
                    <a:pt x="2179178" y="1888621"/>
                  </a:lnTo>
                  <a:lnTo>
                    <a:pt x="2392823" y="1726251"/>
                  </a:lnTo>
                  <a:lnTo>
                    <a:pt x="3042303" y="1589518"/>
                  </a:lnTo>
                  <a:lnTo>
                    <a:pt x="3221765" y="1717705"/>
                  </a:lnTo>
                  <a:lnTo>
                    <a:pt x="3871245" y="1375873"/>
                  </a:lnTo>
                  <a:lnTo>
                    <a:pt x="3999432" y="1401510"/>
                  </a:lnTo>
                  <a:lnTo>
                    <a:pt x="4187440" y="1700613"/>
                  </a:lnTo>
                  <a:lnTo>
                    <a:pt x="4187440" y="1410056"/>
                  </a:lnTo>
                  <a:lnTo>
                    <a:pt x="4426722" y="1375873"/>
                  </a:lnTo>
                  <a:lnTo>
                    <a:pt x="4666004" y="1478423"/>
                  </a:lnTo>
                  <a:lnTo>
                    <a:pt x="5110385" y="1256232"/>
                  </a:lnTo>
                  <a:lnTo>
                    <a:pt x="5469309" y="1375873"/>
                  </a:lnTo>
                  <a:lnTo>
                    <a:pt x="5785503" y="1640793"/>
                  </a:lnTo>
                  <a:lnTo>
                    <a:pt x="6041877" y="1538243"/>
                  </a:lnTo>
                  <a:lnTo>
                    <a:pt x="6135881" y="1384419"/>
                  </a:lnTo>
                  <a:lnTo>
                    <a:pt x="6272613" y="1213503"/>
                  </a:lnTo>
                  <a:lnTo>
                    <a:pt x="7443387" y="1469877"/>
                  </a:lnTo>
                  <a:lnTo>
                    <a:pt x="7469025" y="1683522"/>
                  </a:lnTo>
                  <a:lnTo>
                    <a:pt x="7785219" y="1751888"/>
                  </a:lnTo>
                  <a:lnTo>
                    <a:pt x="7751036" y="1384419"/>
                  </a:lnTo>
                  <a:lnTo>
                    <a:pt x="7981772" y="974221"/>
                  </a:lnTo>
                  <a:lnTo>
                    <a:pt x="8391970" y="982766"/>
                  </a:lnTo>
                  <a:lnTo>
                    <a:pt x="8503066" y="1145137"/>
                  </a:lnTo>
                  <a:lnTo>
                    <a:pt x="8485974" y="1452785"/>
                  </a:lnTo>
                  <a:lnTo>
                    <a:pt x="8579978" y="1555335"/>
                  </a:lnTo>
                  <a:lnTo>
                    <a:pt x="9297825" y="1410056"/>
                  </a:lnTo>
                  <a:cubicBezTo>
                    <a:pt x="9294976" y="940037"/>
                    <a:pt x="9292128" y="470019"/>
                    <a:pt x="9289279" y="0"/>
                  </a:cubicBezTo>
                  <a:lnTo>
                    <a:pt x="0" y="0"/>
                  </a:lnTo>
                  <a:lnTo>
                    <a:pt x="0" y="1666430"/>
                  </a:lnTo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9C30C8-DF00-C965-89E2-88C4665CDF3A}"/>
              </a:ext>
            </a:extLst>
          </p:cNvPr>
          <p:cNvGrpSpPr/>
          <p:nvPr/>
        </p:nvGrpSpPr>
        <p:grpSpPr>
          <a:xfrm flipH="1">
            <a:off x="2339689" y="771498"/>
            <a:ext cx="2159093" cy="1221742"/>
            <a:chOff x="180597" y="4295548"/>
            <a:chExt cx="2159093" cy="118643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2E4B609-7F89-23B6-7DFF-B1CE7922F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597" y="4398102"/>
              <a:ext cx="2155124" cy="1083883"/>
            </a:xfrm>
            <a:prstGeom prst="rect">
              <a:avLst/>
            </a:prstGeom>
          </p:spPr>
        </p:pic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D60C086-25FE-25CF-52A2-BA1C21EFEC39}"/>
                </a:ext>
              </a:extLst>
            </p:cNvPr>
            <p:cNvSpPr/>
            <p:nvPr/>
          </p:nvSpPr>
          <p:spPr>
            <a:xfrm>
              <a:off x="180697" y="4295548"/>
              <a:ext cx="2158993" cy="429617"/>
            </a:xfrm>
            <a:custGeom>
              <a:avLst/>
              <a:gdLst>
                <a:gd name="csX0" fmla="*/ 0 w 9408920"/>
                <a:gd name="csY0" fmla="*/ 1777525 h 2050991"/>
                <a:gd name="csX1" fmla="*/ 632389 w 9408920"/>
                <a:gd name="csY1" fmla="*/ 1760434 h 2050991"/>
                <a:gd name="csX2" fmla="*/ 1213503 w 9408920"/>
                <a:gd name="csY2" fmla="*/ 2050991 h 2050991"/>
                <a:gd name="csX3" fmla="*/ 1418602 w 9408920"/>
                <a:gd name="csY3" fmla="*/ 1854437 h 2050991"/>
                <a:gd name="csX4" fmla="*/ 1495514 w 9408920"/>
                <a:gd name="csY4" fmla="*/ 1931349 h 2050991"/>
                <a:gd name="csX5" fmla="*/ 1828800 w 9408920"/>
                <a:gd name="csY5" fmla="*/ 1965533 h 2050991"/>
                <a:gd name="csX6" fmla="*/ 2102265 w 9408920"/>
                <a:gd name="csY6" fmla="*/ 1897166 h 2050991"/>
                <a:gd name="csX7" fmla="*/ 2102265 w 9408920"/>
                <a:gd name="csY7" fmla="*/ 1897166 h 2050991"/>
                <a:gd name="csX8" fmla="*/ 2290273 w 9408920"/>
                <a:gd name="csY8" fmla="*/ 2008262 h 2050991"/>
                <a:gd name="csX9" fmla="*/ 2503918 w 9408920"/>
                <a:gd name="csY9" fmla="*/ 1845892 h 2050991"/>
                <a:gd name="csX10" fmla="*/ 3153398 w 9408920"/>
                <a:gd name="csY10" fmla="*/ 1709159 h 2050991"/>
                <a:gd name="csX11" fmla="*/ 3332860 w 9408920"/>
                <a:gd name="csY11" fmla="*/ 1837346 h 2050991"/>
                <a:gd name="csX12" fmla="*/ 3982340 w 9408920"/>
                <a:gd name="csY12" fmla="*/ 1495514 h 2050991"/>
                <a:gd name="csX13" fmla="*/ 4110527 w 9408920"/>
                <a:gd name="csY13" fmla="*/ 1521151 h 2050991"/>
                <a:gd name="csX14" fmla="*/ 4298535 w 9408920"/>
                <a:gd name="csY14" fmla="*/ 1820254 h 2050991"/>
                <a:gd name="csX15" fmla="*/ 4298535 w 9408920"/>
                <a:gd name="csY15" fmla="*/ 1529697 h 2050991"/>
                <a:gd name="csX16" fmla="*/ 4537817 w 9408920"/>
                <a:gd name="csY16" fmla="*/ 1495514 h 2050991"/>
                <a:gd name="csX17" fmla="*/ 4777099 w 9408920"/>
                <a:gd name="csY17" fmla="*/ 1598064 h 2050991"/>
                <a:gd name="csX18" fmla="*/ 5221480 w 9408920"/>
                <a:gd name="csY18" fmla="*/ 1375873 h 2050991"/>
                <a:gd name="csX19" fmla="*/ 5580404 w 9408920"/>
                <a:gd name="csY19" fmla="*/ 1495514 h 2050991"/>
                <a:gd name="csX20" fmla="*/ 5896598 w 9408920"/>
                <a:gd name="csY20" fmla="*/ 1760434 h 2050991"/>
                <a:gd name="csX21" fmla="*/ 6152972 w 9408920"/>
                <a:gd name="csY21" fmla="*/ 1657884 h 2050991"/>
                <a:gd name="csX22" fmla="*/ 6246976 w 9408920"/>
                <a:gd name="csY22" fmla="*/ 1504060 h 2050991"/>
                <a:gd name="csX23" fmla="*/ 6383708 w 9408920"/>
                <a:gd name="csY23" fmla="*/ 1333144 h 2050991"/>
                <a:gd name="csX24" fmla="*/ 7554482 w 9408920"/>
                <a:gd name="csY24" fmla="*/ 1589518 h 2050991"/>
                <a:gd name="csX25" fmla="*/ 7580120 w 9408920"/>
                <a:gd name="csY25" fmla="*/ 1803163 h 2050991"/>
                <a:gd name="csX26" fmla="*/ 7896314 w 9408920"/>
                <a:gd name="csY26" fmla="*/ 1871529 h 2050991"/>
                <a:gd name="csX27" fmla="*/ 7862131 w 9408920"/>
                <a:gd name="csY27" fmla="*/ 1504060 h 2050991"/>
                <a:gd name="csX28" fmla="*/ 8092867 w 9408920"/>
                <a:gd name="csY28" fmla="*/ 1093862 h 2050991"/>
                <a:gd name="csX29" fmla="*/ 8503065 w 9408920"/>
                <a:gd name="csY29" fmla="*/ 1102407 h 2050991"/>
                <a:gd name="csX30" fmla="*/ 8614161 w 9408920"/>
                <a:gd name="csY30" fmla="*/ 1264778 h 2050991"/>
                <a:gd name="csX31" fmla="*/ 8597069 w 9408920"/>
                <a:gd name="csY31" fmla="*/ 1572426 h 2050991"/>
                <a:gd name="csX32" fmla="*/ 8691073 w 9408920"/>
                <a:gd name="csY32" fmla="*/ 1674976 h 2050991"/>
                <a:gd name="csX33" fmla="*/ 9408920 w 9408920"/>
                <a:gd name="csY33" fmla="*/ 1529697 h 2050991"/>
                <a:gd name="csX34" fmla="*/ 9400374 w 9408920"/>
                <a:gd name="csY34" fmla="*/ 119641 h 2050991"/>
                <a:gd name="csX35" fmla="*/ 111095 w 9408920"/>
                <a:gd name="csY35" fmla="*/ 119641 h 2050991"/>
                <a:gd name="csX36" fmla="*/ 111095 w 9408920"/>
                <a:gd name="csY36" fmla="*/ 0 h 2050991"/>
                <a:gd name="csX37" fmla="*/ 111095 w 9408920"/>
                <a:gd name="csY37" fmla="*/ 1786071 h 2050991"/>
                <a:gd name="csX0" fmla="*/ 0 w 9408920"/>
                <a:gd name="csY0" fmla="*/ 1657884 h 1931350"/>
                <a:gd name="csX1" fmla="*/ 632389 w 9408920"/>
                <a:gd name="csY1" fmla="*/ 1640793 h 1931350"/>
                <a:gd name="csX2" fmla="*/ 1213503 w 9408920"/>
                <a:gd name="csY2" fmla="*/ 1931350 h 1931350"/>
                <a:gd name="csX3" fmla="*/ 1418602 w 9408920"/>
                <a:gd name="csY3" fmla="*/ 1734796 h 1931350"/>
                <a:gd name="csX4" fmla="*/ 1495514 w 9408920"/>
                <a:gd name="csY4" fmla="*/ 1811708 h 1931350"/>
                <a:gd name="csX5" fmla="*/ 1828800 w 9408920"/>
                <a:gd name="csY5" fmla="*/ 1845892 h 1931350"/>
                <a:gd name="csX6" fmla="*/ 2102265 w 9408920"/>
                <a:gd name="csY6" fmla="*/ 1777525 h 1931350"/>
                <a:gd name="csX7" fmla="*/ 2102265 w 9408920"/>
                <a:gd name="csY7" fmla="*/ 1777525 h 1931350"/>
                <a:gd name="csX8" fmla="*/ 2290273 w 9408920"/>
                <a:gd name="csY8" fmla="*/ 1888621 h 1931350"/>
                <a:gd name="csX9" fmla="*/ 2503918 w 9408920"/>
                <a:gd name="csY9" fmla="*/ 1726251 h 1931350"/>
                <a:gd name="csX10" fmla="*/ 3153398 w 9408920"/>
                <a:gd name="csY10" fmla="*/ 1589518 h 1931350"/>
                <a:gd name="csX11" fmla="*/ 3332860 w 9408920"/>
                <a:gd name="csY11" fmla="*/ 1717705 h 1931350"/>
                <a:gd name="csX12" fmla="*/ 3982340 w 9408920"/>
                <a:gd name="csY12" fmla="*/ 1375873 h 1931350"/>
                <a:gd name="csX13" fmla="*/ 4110527 w 9408920"/>
                <a:gd name="csY13" fmla="*/ 1401510 h 1931350"/>
                <a:gd name="csX14" fmla="*/ 4298535 w 9408920"/>
                <a:gd name="csY14" fmla="*/ 1700613 h 1931350"/>
                <a:gd name="csX15" fmla="*/ 4298535 w 9408920"/>
                <a:gd name="csY15" fmla="*/ 1410056 h 1931350"/>
                <a:gd name="csX16" fmla="*/ 4537817 w 9408920"/>
                <a:gd name="csY16" fmla="*/ 1375873 h 1931350"/>
                <a:gd name="csX17" fmla="*/ 4777099 w 9408920"/>
                <a:gd name="csY17" fmla="*/ 1478423 h 1931350"/>
                <a:gd name="csX18" fmla="*/ 5221480 w 9408920"/>
                <a:gd name="csY18" fmla="*/ 1256232 h 1931350"/>
                <a:gd name="csX19" fmla="*/ 5580404 w 9408920"/>
                <a:gd name="csY19" fmla="*/ 1375873 h 1931350"/>
                <a:gd name="csX20" fmla="*/ 5896598 w 9408920"/>
                <a:gd name="csY20" fmla="*/ 1640793 h 1931350"/>
                <a:gd name="csX21" fmla="*/ 6152972 w 9408920"/>
                <a:gd name="csY21" fmla="*/ 1538243 h 1931350"/>
                <a:gd name="csX22" fmla="*/ 6246976 w 9408920"/>
                <a:gd name="csY22" fmla="*/ 1384419 h 1931350"/>
                <a:gd name="csX23" fmla="*/ 6383708 w 9408920"/>
                <a:gd name="csY23" fmla="*/ 1213503 h 1931350"/>
                <a:gd name="csX24" fmla="*/ 7554482 w 9408920"/>
                <a:gd name="csY24" fmla="*/ 1469877 h 1931350"/>
                <a:gd name="csX25" fmla="*/ 7580120 w 9408920"/>
                <a:gd name="csY25" fmla="*/ 1683522 h 1931350"/>
                <a:gd name="csX26" fmla="*/ 7896314 w 9408920"/>
                <a:gd name="csY26" fmla="*/ 1751888 h 1931350"/>
                <a:gd name="csX27" fmla="*/ 7862131 w 9408920"/>
                <a:gd name="csY27" fmla="*/ 1384419 h 1931350"/>
                <a:gd name="csX28" fmla="*/ 8092867 w 9408920"/>
                <a:gd name="csY28" fmla="*/ 974221 h 1931350"/>
                <a:gd name="csX29" fmla="*/ 8503065 w 9408920"/>
                <a:gd name="csY29" fmla="*/ 982766 h 1931350"/>
                <a:gd name="csX30" fmla="*/ 8614161 w 9408920"/>
                <a:gd name="csY30" fmla="*/ 1145137 h 1931350"/>
                <a:gd name="csX31" fmla="*/ 8597069 w 9408920"/>
                <a:gd name="csY31" fmla="*/ 1452785 h 1931350"/>
                <a:gd name="csX32" fmla="*/ 8691073 w 9408920"/>
                <a:gd name="csY32" fmla="*/ 1555335 h 1931350"/>
                <a:gd name="csX33" fmla="*/ 9408920 w 9408920"/>
                <a:gd name="csY33" fmla="*/ 1410056 h 1931350"/>
                <a:gd name="csX34" fmla="*/ 9400374 w 9408920"/>
                <a:gd name="csY34" fmla="*/ 0 h 1931350"/>
                <a:gd name="csX35" fmla="*/ 111095 w 9408920"/>
                <a:gd name="csY35" fmla="*/ 0 h 1931350"/>
                <a:gd name="csX36" fmla="*/ 111095 w 9408920"/>
                <a:gd name="csY36" fmla="*/ 1666430 h 1931350"/>
                <a:gd name="csX0" fmla="*/ 521294 w 9297825"/>
                <a:gd name="csY0" fmla="*/ 1640793 h 1931350"/>
                <a:gd name="csX1" fmla="*/ 1102408 w 9297825"/>
                <a:gd name="csY1" fmla="*/ 1931350 h 1931350"/>
                <a:gd name="csX2" fmla="*/ 1307507 w 9297825"/>
                <a:gd name="csY2" fmla="*/ 1734796 h 1931350"/>
                <a:gd name="csX3" fmla="*/ 1384419 w 9297825"/>
                <a:gd name="csY3" fmla="*/ 1811708 h 1931350"/>
                <a:gd name="csX4" fmla="*/ 1717705 w 9297825"/>
                <a:gd name="csY4" fmla="*/ 1845892 h 1931350"/>
                <a:gd name="csX5" fmla="*/ 1991170 w 9297825"/>
                <a:gd name="csY5" fmla="*/ 1777525 h 1931350"/>
                <a:gd name="csX6" fmla="*/ 1991170 w 9297825"/>
                <a:gd name="csY6" fmla="*/ 1777525 h 1931350"/>
                <a:gd name="csX7" fmla="*/ 2179178 w 9297825"/>
                <a:gd name="csY7" fmla="*/ 1888621 h 1931350"/>
                <a:gd name="csX8" fmla="*/ 2392823 w 9297825"/>
                <a:gd name="csY8" fmla="*/ 1726251 h 1931350"/>
                <a:gd name="csX9" fmla="*/ 3042303 w 9297825"/>
                <a:gd name="csY9" fmla="*/ 1589518 h 1931350"/>
                <a:gd name="csX10" fmla="*/ 3221765 w 9297825"/>
                <a:gd name="csY10" fmla="*/ 1717705 h 1931350"/>
                <a:gd name="csX11" fmla="*/ 3871245 w 9297825"/>
                <a:gd name="csY11" fmla="*/ 1375873 h 1931350"/>
                <a:gd name="csX12" fmla="*/ 3999432 w 9297825"/>
                <a:gd name="csY12" fmla="*/ 1401510 h 1931350"/>
                <a:gd name="csX13" fmla="*/ 4187440 w 9297825"/>
                <a:gd name="csY13" fmla="*/ 1700613 h 1931350"/>
                <a:gd name="csX14" fmla="*/ 4187440 w 9297825"/>
                <a:gd name="csY14" fmla="*/ 1410056 h 1931350"/>
                <a:gd name="csX15" fmla="*/ 4426722 w 9297825"/>
                <a:gd name="csY15" fmla="*/ 1375873 h 1931350"/>
                <a:gd name="csX16" fmla="*/ 4666004 w 9297825"/>
                <a:gd name="csY16" fmla="*/ 1478423 h 1931350"/>
                <a:gd name="csX17" fmla="*/ 5110385 w 9297825"/>
                <a:gd name="csY17" fmla="*/ 1256232 h 1931350"/>
                <a:gd name="csX18" fmla="*/ 5469309 w 9297825"/>
                <a:gd name="csY18" fmla="*/ 1375873 h 1931350"/>
                <a:gd name="csX19" fmla="*/ 5785503 w 9297825"/>
                <a:gd name="csY19" fmla="*/ 1640793 h 1931350"/>
                <a:gd name="csX20" fmla="*/ 6041877 w 9297825"/>
                <a:gd name="csY20" fmla="*/ 1538243 h 1931350"/>
                <a:gd name="csX21" fmla="*/ 6135881 w 9297825"/>
                <a:gd name="csY21" fmla="*/ 1384419 h 1931350"/>
                <a:gd name="csX22" fmla="*/ 6272613 w 9297825"/>
                <a:gd name="csY22" fmla="*/ 1213503 h 1931350"/>
                <a:gd name="csX23" fmla="*/ 7443387 w 9297825"/>
                <a:gd name="csY23" fmla="*/ 1469877 h 1931350"/>
                <a:gd name="csX24" fmla="*/ 7469025 w 9297825"/>
                <a:gd name="csY24" fmla="*/ 1683522 h 1931350"/>
                <a:gd name="csX25" fmla="*/ 7785219 w 9297825"/>
                <a:gd name="csY25" fmla="*/ 1751888 h 1931350"/>
                <a:gd name="csX26" fmla="*/ 7751036 w 9297825"/>
                <a:gd name="csY26" fmla="*/ 1384419 h 1931350"/>
                <a:gd name="csX27" fmla="*/ 7981772 w 9297825"/>
                <a:gd name="csY27" fmla="*/ 974221 h 1931350"/>
                <a:gd name="csX28" fmla="*/ 8391970 w 9297825"/>
                <a:gd name="csY28" fmla="*/ 982766 h 1931350"/>
                <a:gd name="csX29" fmla="*/ 8503066 w 9297825"/>
                <a:gd name="csY29" fmla="*/ 1145137 h 1931350"/>
                <a:gd name="csX30" fmla="*/ 8485974 w 9297825"/>
                <a:gd name="csY30" fmla="*/ 1452785 h 1931350"/>
                <a:gd name="csX31" fmla="*/ 8579978 w 9297825"/>
                <a:gd name="csY31" fmla="*/ 1555335 h 1931350"/>
                <a:gd name="csX32" fmla="*/ 9297825 w 9297825"/>
                <a:gd name="csY32" fmla="*/ 1410056 h 1931350"/>
                <a:gd name="csX33" fmla="*/ 9289279 w 9297825"/>
                <a:gd name="csY33" fmla="*/ 0 h 1931350"/>
                <a:gd name="csX34" fmla="*/ 0 w 9297825"/>
                <a:gd name="csY34" fmla="*/ 0 h 1931350"/>
                <a:gd name="csX35" fmla="*/ 0 w 9297825"/>
                <a:gd name="csY35" fmla="*/ 1666430 h 1931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9297825" h="1931350">
                  <a:moveTo>
                    <a:pt x="521294" y="1640793"/>
                  </a:moveTo>
                  <a:lnTo>
                    <a:pt x="1102408" y="1931350"/>
                  </a:lnTo>
                  <a:lnTo>
                    <a:pt x="1307507" y="1734796"/>
                  </a:lnTo>
                  <a:lnTo>
                    <a:pt x="1384419" y="1811708"/>
                  </a:lnTo>
                  <a:lnTo>
                    <a:pt x="1717705" y="1845892"/>
                  </a:lnTo>
                  <a:lnTo>
                    <a:pt x="1991170" y="1777525"/>
                  </a:lnTo>
                  <a:lnTo>
                    <a:pt x="1991170" y="1777525"/>
                  </a:lnTo>
                  <a:lnTo>
                    <a:pt x="2179178" y="1888621"/>
                  </a:lnTo>
                  <a:lnTo>
                    <a:pt x="2392823" y="1726251"/>
                  </a:lnTo>
                  <a:lnTo>
                    <a:pt x="3042303" y="1589518"/>
                  </a:lnTo>
                  <a:lnTo>
                    <a:pt x="3221765" y="1717705"/>
                  </a:lnTo>
                  <a:lnTo>
                    <a:pt x="3871245" y="1375873"/>
                  </a:lnTo>
                  <a:lnTo>
                    <a:pt x="3999432" y="1401510"/>
                  </a:lnTo>
                  <a:lnTo>
                    <a:pt x="4187440" y="1700613"/>
                  </a:lnTo>
                  <a:lnTo>
                    <a:pt x="4187440" y="1410056"/>
                  </a:lnTo>
                  <a:lnTo>
                    <a:pt x="4426722" y="1375873"/>
                  </a:lnTo>
                  <a:lnTo>
                    <a:pt x="4666004" y="1478423"/>
                  </a:lnTo>
                  <a:lnTo>
                    <a:pt x="5110385" y="1256232"/>
                  </a:lnTo>
                  <a:lnTo>
                    <a:pt x="5469309" y="1375873"/>
                  </a:lnTo>
                  <a:lnTo>
                    <a:pt x="5785503" y="1640793"/>
                  </a:lnTo>
                  <a:lnTo>
                    <a:pt x="6041877" y="1538243"/>
                  </a:lnTo>
                  <a:lnTo>
                    <a:pt x="6135881" y="1384419"/>
                  </a:lnTo>
                  <a:lnTo>
                    <a:pt x="6272613" y="1213503"/>
                  </a:lnTo>
                  <a:lnTo>
                    <a:pt x="7443387" y="1469877"/>
                  </a:lnTo>
                  <a:lnTo>
                    <a:pt x="7469025" y="1683522"/>
                  </a:lnTo>
                  <a:lnTo>
                    <a:pt x="7785219" y="1751888"/>
                  </a:lnTo>
                  <a:lnTo>
                    <a:pt x="7751036" y="1384419"/>
                  </a:lnTo>
                  <a:lnTo>
                    <a:pt x="7981772" y="974221"/>
                  </a:lnTo>
                  <a:lnTo>
                    <a:pt x="8391970" y="982766"/>
                  </a:lnTo>
                  <a:lnTo>
                    <a:pt x="8503066" y="1145137"/>
                  </a:lnTo>
                  <a:lnTo>
                    <a:pt x="8485974" y="1452785"/>
                  </a:lnTo>
                  <a:lnTo>
                    <a:pt x="8579978" y="1555335"/>
                  </a:lnTo>
                  <a:lnTo>
                    <a:pt x="9297825" y="1410056"/>
                  </a:lnTo>
                  <a:cubicBezTo>
                    <a:pt x="9294976" y="940037"/>
                    <a:pt x="9292128" y="470019"/>
                    <a:pt x="9289279" y="0"/>
                  </a:cubicBezTo>
                  <a:lnTo>
                    <a:pt x="0" y="0"/>
                  </a:lnTo>
                  <a:lnTo>
                    <a:pt x="0" y="1666430"/>
                  </a:lnTo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04FA316-6F56-76D4-0036-F71357239E87}"/>
              </a:ext>
            </a:extLst>
          </p:cNvPr>
          <p:cNvSpPr/>
          <p:nvPr/>
        </p:nvSpPr>
        <p:spPr>
          <a:xfrm>
            <a:off x="179390" y="1993239"/>
            <a:ext cx="8641200" cy="129618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4CF5C6-512D-82B8-F472-6A4809911796}"/>
              </a:ext>
            </a:extLst>
          </p:cNvPr>
          <p:cNvGrpSpPr/>
          <p:nvPr/>
        </p:nvGrpSpPr>
        <p:grpSpPr>
          <a:xfrm>
            <a:off x="179390" y="771497"/>
            <a:ext cx="2301560" cy="1219314"/>
            <a:chOff x="180597" y="4295548"/>
            <a:chExt cx="2159093" cy="118643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9E21E6-C332-D0ED-BC6D-20C2BC86E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597" y="4398102"/>
              <a:ext cx="2155124" cy="1083883"/>
            </a:xfrm>
            <a:prstGeom prst="rect">
              <a:avLst/>
            </a:prstGeom>
          </p:spPr>
        </p:pic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4ED65AA-C428-9BF7-2203-5196448E542E}"/>
                </a:ext>
              </a:extLst>
            </p:cNvPr>
            <p:cNvSpPr/>
            <p:nvPr/>
          </p:nvSpPr>
          <p:spPr>
            <a:xfrm>
              <a:off x="180697" y="4295548"/>
              <a:ext cx="2158993" cy="429617"/>
            </a:xfrm>
            <a:custGeom>
              <a:avLst/>
              <a:gdLst>
                <a:gd name="csX0" fmla="*/ 0 w 9408920"/>
                <a:gd name="csY0" fmla="*/ 1777525 h 2050991"/>
                <a:gd name="csX1" fmla="*/ 632389 w 9408920"/>
                <a:gd name="csY1" fmla="*/ 1760434 h 2050991"/>
                <a:gd name="csX2" fmla="*/ 1213503 w 9408920"/>
                <a:gd name="csY2" fmla="*/ 2050991 h 2050991"/>
                <a:gd name="csX3" fmla="*/ 1418602 w 9408920"/>
                <a:gd name="csY3" fmla="*/ 1854437 h 2050991"/>
                <a:gd name="csX4" fmla="*/ 1495514 w 9408920"/>
                <a:gd name="csY4" fmla="*/ 1931349 h 2050991"/>
                <a:gd name="csX5" fmla="*/ 1828800 w 9408920"/>
                <a:gd name="csY5" fmla="*/ 1965533 h 2050991"/>
                <a:gd name="csX6" fmla="*/ 2102265 w 9408920"/>
                <a:gd name="csY6" fmla="*/ 1897166 h 2050991"/>
                <a:gd name="csX7" fmla="*/ 2102265 w 9408920"/>
                <a:gd name="csY7" fmla="*/ 1897166 h 2050991"/>
                <a:gd name="csX8" fmla="*/ 2290273 w 9408920"/>
                <a:gd name="csY8" fmla="*/ 2008262 h 2050991"/>
                <a:gd name="csX9" fmla="*/ 2503918 w 9408920"/>
                <a:gd name="csY9" fmla="*/ 1845892 h 2050991"/>
                <a:gd name="csX10" fmla="*/ 3153398 w 9408920"/>
                <a:gd name="csY10" fmla="*/ 1709159 h 2050991"/>
                <a:gd name="csX11" fmla="*/ 3332860 w 9408920"/>
                <a:gd name="csY11" fmla="*/ 1837346 h 2050991"/>
                <a:gd name="csX12" fmla="*/ 3982340 w 9408920"/>
                <a:gd name="csY12" fmla="*/ 1495514 h 2050991"/>
                <a:gd name="csX13" fmla="*/ 4110527 w 9408920"/>
                <a:gd name="csY13" fmla="*/ 1521151 h 2050991"/>
                <a:gd name="csX14" fmla="*/ 4298535 w 9408920"/>
                <a:gd name="csY14" fmla="*/ 1820254 h 2050991"/>
                <a:gd name="csX15" fmla="*/ 4298535 w 9408920"/>
                <a:gd name="csY15" fmla="*/ 1529697 h 2050991"/>
                <a:gd name="csX16" fmla="*/ 4537817 w 9408920"/>
                <a:gd name="csY16" fmla="*/ 1495514 h 2050991"/>
                <a:gd name="csX17" fmla="*/ 4777099 w 9408920"/>
                <a:gd name="csY17" fmla="*/ 1598064 h 2050991"/>
                <a:gd name="csX18" fmla="*/ 5221480 w 9408920"/>
                <a:gd name="csY18" fmla="*/ 1375873 h 2050991"/>
                <a:gd name="csX19" fmla="*/ 5580404 w 9408920"/>
                <a:gd name="csY19" fmla="*/ 1495514 h 2050991"/>
                <a:gd name="csX20" fmla="*/ 5896598 w 9408920"/>
                <a:gd name="csY20" fmla="*/ 1760434 h 2050991"/>
                <a:gd name="csX21" fmla="*/ 6152972 w 9408920"/>
                <a:gd name="csY21" fmla="*/ 1657884 h 2050991"/>
                <a:gd name="csX22" fmla="*/ 6246976 w 9408920"/>
                <a:gd name="csY22" fmla="*/ 1504060 h 2050991"/>
                <a:gd name="csX23" fmla="*/ 6383708 w 9408920"/>
                <a:gd name="csY23" fmla="*/ 1333144 h 2050991"/>
                <a:gd name="csX24" fmla="*/ 7554482 w 9408920"/>
                <a:gd name="csY24" fmla="*/ 1589518 h 2050991"/>
                <a:gd name="csX25" fmla="*/ 7580120 w 9408920"/>
                <a:gd name="csY25" fmla="*/ 1803163 h 2050991"/>
                <a:gd name="csX26" fmla="*/ 7896314 w 9408920"/>
                <a:gd name="csY26" fmla="*/ 1871529 h 2050991"/>
                <a:gd name="csX27" fmla="*/ 7862131 w 9408920"/>
                <a:gd name="csY27" fmla="*/ 1504060 h 2050991"/>
                <a:gd name="csX28" fmla="*/ 8092867 w 9408920"/>
                <a:gd name="csY28" fmla="*/ 1093862 h 2050991"/>
                <a:gd name="csX29" fmla="*/ 8503065 w 9408920"/>
                <a:gd name="csY29" fmla="*/ 1102407 h 2050991"/>
                <a:gd name="csX30" fmla="*/ 8614161 w 9408920"/>
                <a:gd name="csY30" fmla="*/ 1264778 h 2050991"/>
                <a:gd name="csX31" fmla="*/ 8597069 w 9408920"/>
                <a:gd name="csY31" fmla="*/ 1572426 h 2050991"/>
                <a:gd name="csX32" fmla="*/ 8691073 w 9408920"/>
                <a:gd name="csY32" fmla="*/ 1674976 h 2050991"/>
                <a:gd name="csX33" fmla="*/ 9408920 w 9408920"/>
                <a:gd name="csY33" fmla="*/ 1529697 h 2050991"/>
                <a:gd name="csX34" fmla="*/ 9400374 w 9408920"/>
                <a:gd name="csY34" fmla="*/ 119641 h 2050991"/>
                <a:gd name="csX35" fmla="*/ 111095 w 9408920"/>
                <a:gd name="csY35" fmla="*/ 119641 h 2050991"/>
                <a:gd name="csX36" fmla="*/ 111095 w 9408920"/>
                <a:gd name="csY36" fmla="*/ 0 h 2050991"/>
                <a:gd name="csX37" fmla="*/ 111095 w 9408920"/>
                <a:gd name="csY37" fmla="*/ 1786071 h 2050991"/>
                <a:gd name="csX0" fmla="*/ 0 w 9408920"/>
                <a:gd name="csY0" fmla="*/ 1657884 h 1931350"/>
                <a:gd name="csX1" fmla="*/ 632389 w 9408920"/>
                <a:gd name="csY1" fmla="*/ 1640793 h 1931350"/>
                <a:gd name="csX2" fmla="*/ 1213503 w 9408920"/>
                <a:gd name="csY2" fmla="*/ 1931350 h 1931350"/>
                <a:gd name="csX3" fmla="*/ 1418602 w 9408920"/>
                <a:gd name="csY3" fmla="*/ 1734796 h 1931350"/>
                <a:gd name="csX4" fmla="*/ 1495514 w 9408920"/>
                <a:gd name="csY4" fmla="*/ 1811708 h 1931350"/>
                <a:gd name="csX5" fmla="*/ 1828800 w 9408920"/>
                <a:gd name="csY5" fmla="*/ 1845892 h 1931350"/>
                <a:gd name="csX6" fmla="*/ 2102265 w 9408920"/>
                <a:gd name="csY6" fmla="*/ 1777525 h 1931350"/>
                <a:gd name="csX7" fmla="*/ 2102265 w 9408920"/>
                <a:gd name="csY7" fmla="*/ 1777525 h 1931350"/>
                <a:gd name="csX8" fmla="*/ 2290273 w 9408920"/>
                <a:gd name="csY8" fmla="*/ 1888621 h 1931350"/>
                <a:gd name="csX9" fmla="*/ 2503918 w 9408920"/>
                <a:gd name="csY9" fmla="*/ 1726251 h 1931350"/>
                <a:gd name="csX10" fmla="*/ 3153398 w 9408920"/>
                <a:gd name="csY10" fmla="*/ 1589518 h 1931350"/>
                <a:gd name="csX11" fmla="*/ 3332860 w 9408920"/>
                <a:gd name="csY11" fmla="*/ 1717705 h 1931350"/>
                <a:gd name="csX12" fmla="*/ 3982340 w 9408920"/>
                <a:gd name="csY12" fmla="*/ 1375873 h 1931350"/>
                <a:gd name="csX13" fmla="*/ 4110527 w 9408920"/>
                <a:gd name="csY13" fmla="*/ 1401510 h 1931350"/>
                <a:gd name="csX14" fmla="*/ 4298535 w 9408920"/>
                <a:gd name="csY14" fmla="*/ 1700613 h 1931350"/>
                <a:gd name="csX15" fmla="*/ 4298535 w 9408920"/>
                <a:gd name="csY15" fmla="*/ 1410056 h 1931350"/>
                <a:gd name="csX16" fmla="*/ 4537817 w 9408920"/>
                <a:gd name="csY16" fmla="*/ 1375873 h 1931350"/>
                <a:gd name="csX17" fmla="*/ 4777099 w 9408920"/>
                <a:gd name="csY17" fmla="*/ 1478423 h 1931350"/>
                <a:gd name="csX18" fmla="*/ 5221480 w 9408920"/>
                <a:gd name="csY18" fmla="*/ 1256232 h 1931350"/>
                <a:gd name="csX19" fmla="*/ 5580404 w 9408920"/>
                <a:gd name="csY19" fmla="*/ 1375873 h 1931350"/>
                <a:gd name="csX20" fmla="*/ 5896598 w 9408920"/>
                <a:gd name="csY20" fmla="*/ 1640793 h 1931350"/>
                <a:gd name="csX21" fmla="*/ 6152972 w 9408920"/>
                <a:gd name="csY21" fmla="*/ 1538243 h 1931350"/>
                <a:gd name="csX22" fmla="*/ 6246976 w 9408920"/>
                <a:gd name="csY22" fmla="*/ 1384419 h 1931350"/>
                <a:gd name="csX23" fmla="*/ 6383708 w 9408920"/>
                <a:gd name="csY23" fmla="*/ 1213503 h 1931350"/>
                <a:gd name="csX24" fmla="*/ 7554482 w 9408920"/>
                <a:gd name="csY24" fmla="*/ 1469877 h 1931350"/>
                <a:gd name="csX25" fmla="*/ 7580120 w 9408920"/>
                <a:gd name="csY25" fmla="*/ 1683522 h 1931350"/>
                <a:gd name="csX26" fmla="*/ 7896314 w 9408920"/>
                <a:gd name="csY26" fmla="*/ 1751888 h 1931350"/>
                <a:gd name="csX27" fmla="*/ 7862131 w 9408920"/>
                <a:gd name="csY27" fmla="*/ 1384419 h 1931350"/>
                <a:gd name="csX28" fmla="*/ 8092867 w 9408920"/>
                <a:gd name="csY28" fmla="*/ 974221 h 1931350"/>
                <a:gd name="csX29" fmla="*/ 8503065 w 9408920"/>
                <a:gd name="csY29" fmla="*/ 982766 h 1931350"/>
                <a:gd name="csX30" fmla="*/ 8614161 w 9408920"/>
                <a:gd name="csY30" fmla="*/ 1145137 h 1931350"/>
                <a:gd name="csX31" fmla="*/ 8597069 w 9408920"/>
                <a:gd name="csY31" fmla="*/ 1452785 h 1931350"/>
                <a:gd name="csX32" fmla="*/ 8691073 w 9408920"/>
                <a:gd name="csY32" fmla="*/ 1555335 h 1931350"/>
                <a:gd name="csX33" fmla="*/ 9408920 w 9408920"/>
                <a:gd name="csY33" fmla="*/ 1410056 h 1931350"/>
                <a:gd name="csX34" fmla="*/ 9400374 w 9408920"/>
                <a:gd name="csY34" fmla="*/ 0 h 1931350"/>
                <a:gd name="csX35" fmla="*/ 111095 w 9408920"/>
                <a:gd name="csY35" fmla="*/ 0 h 1931350"/>
                <a:gd name="csX36" fmla="*/ 111095 w 9408920"/>
                <a:gd name="csY36" fmla="*/ 1666430 h 1931350"/>
                <a:gd name="csX0" fmla="*/ 521294 w 9297825"/>
                <a:gd name="csY0" fmla="*/ 1640793 h 1931350"/>
                <a:gd name="csX1" fmla="*/ 1102408 w 9297825"/>
                <a:gd name="csY1" fmla="*/ 1931350 h 1931350"/>
                <a:gd name="csX2" fmla="*/ 1307507 w 9297825"/>
                <a:gd name="csY2" fmla="*/ 1734796 h 1931350"/>
                <a:gd name="csX3" fmla="*/ 1384419 w 9297825"/>
                <a:gd name="csY3" fmla="*/ 1811708 h 1931350"/>
                <a:gd name="csX4" fmla="*/ 1717705 w 9297825"/>
                <a:gd name="csY4" fmla="*/ 1845892 h 1931350"/>
                <a:gd name="csX5" fmla="*/ 1991170 w 9297825"/>
                <a:gd name="csY5" fmla="*/ 1777525 h 1931350"/>
                <a:gd name="csX6" fmla="*/ 1991170 w 9297825"/>
                <a:gd name="csY6" fmla="*/ 1777525 h 1931350"/>
                <a:gd name="csX7" fmla="*/ 2179178 w 9297825"/>
                <a:gd name="csY7" fmla="*/ 1888621 h 1931350"/>
                <a:gd name="csX8" fmla="*/ 2392823 w 9297825"/>
                <a:gd name="csY8" fmla="*/ 1726251 h 1931350"/>
                <a:gd name="csX9" fmla="*/ 3042303 w 9297825"/>
                <a:gd name="csY9" fmla="*/ 1589518 h 1931350"/>
                <a:gd name="csX10" fmla="*/ 3221765 w 9297825"/>
                <a:gd name="csY10" fmla="*/ 1717705 h 1931350"/>
                <a:gd name="csX11" fmla="*/ 3871245 w 9297825"/>
                <a:gd name="csY11" fmla="*/ 1375873 h 1931350"/>
                <a:gd name="csX12" fmla="*/ 3999432 w 9297825"/>
                <a:gd name="csY12" fmla="*/ 1401510 h 1931350"/>
                <a:gd name="csX13" fmla="*/ 4187440 w 9297825"/>
                <a:gd name="csY13" fmla="*/ 1700613 h 1931350"/>
                <a:gd name="csX14" fmla="*/ 4187440 w 9297825"/>
                <a:gd name="csY14" fmla="*/ 1410056 h 1931350"/>
                <a:gd name="csX15" fmla="*/ 4426722 w 9297825"/>
                <a:gd name="csY15" fmla="*/ 1375873 h 1931350"/>
                <a:gd name="csX16" fmla="*/ 4666004 w 9297825"/>
                <a:gd name="csY16" fmla="*/ 1478423 h 1931350"/>
                <a:gd name="csX17" fmla="*/ 5110385 w 9297825"/>
                <a:gd name="csY17" fmla="*/ 1256232 h 1931350"/>
                <a:gd name="csX18" fmla="*/ 5469309 w 9297825"/>
                <a:gd name="csY18" fmla="*/ 1375873 h 1931350"/>
                <a:gd name="csX19" fmla="*/ 5785503 w 9297825"/>
                <a:gd name="csY19" fmla="*/ 1640793 h 1931350"/>
                <a:gd name="csX20" fmla="*/ 6041877 w 9297825"/>
                <a:gd name="csY20" fmla="*/ 1538243 h 1931350"/>
                <a:gd name="csX21" fmla="*/ 6135881 w 9297825"/>
                <a:gd name="csY21" fmla="*/ 1384419 h 1931350"/>
                <a:gd name="csX22" fmla="*/ 6272613 w 9297825"/>
                <a:gd name="csY22" fmla="*/ 1213503 h 1931350"/>
                <a:gd name="csX23" fmla="*/ 7443387 w 9297825"/>
                <a:gd name="csY23" fmla="*/ 1469877 h 1931350"/>
                <a:gd name="csX24" fmla="*/ 7469025 w 9297825"/>
                <a:gd name="csY24" fmla="*/ 1683522 h 1931350"/>
                <a:gd name="csX25" fmla="*/ 7785219 w 9297825"/>
                <a:gd name="csY25" fmla="*/ 1751888 h 1931350"/>
                <a:gd name="csX26" fmla="*/ 7751036 w 9297825"/>
                <a:gd name="csY26" fmla="*/ 1384419 h 1931350"/>
                <a:gd name="csX27" fmla="*/ 7981772 w 9297825"/>
                <a:gd name="csY27" fmla="*/ 974221 h 1931350"/>
                <a:gd name="csX28" fmla="*/ 8391970 w 9297825"/>
                <a:gd name="csY28" fmla="*/ 982766 h 1931350"/>
                <a:gd name="csX29" fmla="*/ 8503066 w 9297825"/>
                <a:gd name="csY29" fmla="*/ 1145137 h 1931350"/>
                <a:gd name="csX30" fmla="*/ 8485974 w 9297825"/>
                <a:gd name="csY30" fmla="*/ 1452785 h 1931350"/>
                <a:gd name="csX31" fmla="*/ 8579978 w 9297825"/>
                <a:gd name="csY31" fmla="*/ 1555335 h 1931350"/>
                <a:gd name="csX32" fmla="*/ 9297825 w 9297825"/>
                <a:gd name="csY32" fmla="*/ 1410056 h 1931350"/>
                <a:gd name="csX33" fmla="*/ 9289279 w 9297825"/>
                <a:gd name="csY33" fmla="*/ 0 h 1931350"/>
                <a:gd name="csX34" fmla="*/ 0 w 9297825"/>
                <a:gd name="csY34" fmla="*/ 0 h 1931350"/>
                <a:gd name="csX35" fmla="*/ 0 w 9297825"/>
                <a:gd name="csY35" fmla="*/ 1666430 h 1931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9297825" h="1931350">
                  <a:moveTo>
                    <a:pt x="521294" y="1640793"/>
                  </a:moveTo>
                  <a:lnTo>
                    <a:pt x="1102408" y="1931350"/>
                  </a:lnTo>
                  <a:lnTo>
                    <a:pt x="1307507" y="1734796"/>
                  </a:lnTo>
                  <a:lnTo>
                    <a:pt x="1384419" y="1811708"/>
                  </a:lnTo>
                  <a:lnTo>
                    <a:pt x="1717705" y="1845892"/>
                  </a:lnTo>
                  <a:lnTo>
                    <a:pt x="1991170" y="1777525"/>
                  </a:lnTo>
                  <a:lnTo>
                    <a:pt x="1991170" y="1777525"/>
                  </a:lnTo>
                  <a:lnTo>
                    <a:pt x="2179178" y="1888621"/>
                  </a:lnTo>
                  <a:lnTo>
                    <a:pt x="2392823" y="1726251"/>
                  </a:lnTo>
                  <a:lnTo>
                    <a:pt x="3042303" y="1589518"/>
                  </a:lnTo>
                  <a:lnTo>
                    <a:pt x="3221765" y="1717705"/>
                  </a:lnTo>
                  <a:lnTo>
                    <a:pt x="3871245" y="1375873"/>
                  </a:lnTo>
                  <a:lnTo>
                    <a:pt x="3999432" y="1401510"/>
                  </a:lnTo>
                  <a:lnTo>
                    <a:pt x="4187440" y="1700613"/>
                  </a:lnTo>
                  <a:lnTo>
                    <a:pt x="4187440" y="1410056"/>
                  </a:lnTo>
                  <a:lnTo>
                    <a:pt x="4426722" y="1375873"/>
                  </a:lnTo>
                  <a:lnTo>
                    <a:pt x="4666004" y="1478423"/>
                  </a:lnTo>
                  <a:lnTo>
                    <a:pt x="5110385" y="1256232"/>
                  </a:lnTo>
                  <a:lnTo>
                    <a:pt x="5469309" y="1375873"/>
                  </a:lnTo>
                  <a:lnTo>
                    <a:pt x="5785503" y="1640793"/>
                  </a:lnTo>
                  <a:lnTo>
                    <a:pt x="6041877" y="1538243"/>
                  </a:lnTo>
                  <a:lnTo>
                    <a:pt x="6135881" y="1384419"/>
                  </a:lnTo>
                  <a:lnTo>
                    <a:pt x="6272613" y="1213503"/>
                  </a:lnTo>
                  <a:lnTo>
                    <a:pt x="7443387" y="1469877"/>
                  </a:lnTo>
                  <a:lnTo>
                    <a:pt x="7469025" y="1683522"/>
                  </a:lnTo>
                  <a:lnTo>
                    <a:pt x="7785219" y="1751888"/>
                  </a:lnTo>
                  <a:lnTo>
                    <a:pt x="7751036" y="1384419"/>
                  </a:lnTo>
                  <a:lnTo>
                    <a:pt x="7981772" y="974221"/>
                  </a:lnTo>
                  <a:lnTo>
                    <a:pt x="8391970" y="982766"/>
                  </a:lnTo>
                  <a:lnTo>
                    <a:pt x="8503066" y="1145137"/>
                  </a:lnTo>
                  <a:lnTo>
                    <a:pt x="8485974" y="1452785"/>
                  </a:lnTo>
                  <a:lnTo>
                    <a:pt x="8579978" y="1555335"/>
                  </a:lnTo>
                  <a:lnTo>
                    <a:pt x="9297825" y="1410056"/>
                  </a:lnTo>
                  <a:cubicBezTo>
                    <a:pt x="9294976" y="940037"/>
                    <a:pt x="9292128" y="470019"/>
                    <a:pt x="9289279" y="0"/>
                  </a:cubicBezTo>
                  <a:lnTo>
                    <a:pt x="0" y="0"/>
                  </a:lnTo>
                  <a:lnTo>
                    <a:pt x="0" y="1666430"/>
                  </a:lnTo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>
            <a:extLst>
              <a:ext uri="{FF2B5EF4-FFF2-40B4-BE49-F238E27FC236}">
                <a16:creationId xmlns:a16="http://schemas.microsoft.com/office/drawing/2014/main" id="{C76EB628-D08E-3B15-5E9E-8323B4DC2267}"/>
              </a:ext>
            </a:extLst>
          </p:cNvPr>
          <p:cNvSpPr/>
          <p:nvPr/>
        </p:nvSpPr>
        <p:spPr>
          <a:xfrm>
            <a:off x="158726" y="764630"/>
            <a:ext cx="8639993" cy="1217614"/>
          </a:xfrm>
          <a:custGeom>
            <a:avLst/>
            <a:gdLst>
              <a:gd name="csX0" fmla="*/ 0 w 8622707"/>
              <a:gd name="csY0" fmla="*/ 213645 h 316195"/>
              <a:gd name="csX1" fmla="*/ 470019 w 8622707"/>
              <a:gd name="csY1" fmla="*/ 213645 h 316195"/>
              <a:gd name="csX2" fmla="*/ 632389 w 8622707"/>
              <a:gd name="csY2" fmla="*/ 196554 h 316195"/>
              <a:gd name="csX3" fmla="*/ 717847 w 8622707"/>
              <a:gd name="csY3" fmla="*/ 188008 h 316195"/>
              <a:gd name="csX4" fmla="*/ 803305 w 8622707"/>
              <a:gd name="csY4" fmla="*/ 179462 h 316195"/>
              <a:gd name="csX5" fmla="*/ 1452785 w 8622707"/>
              <a:gd name="csY5" fmla="*/ 162371 h 316195"/>
              <a:gd name="csX6" fmla="*/ 1546789 w 8622707"/>
              <a:gd name="csY6" fmla="*/ 145279 h 316195"/>
              <a:gd name="csX7" fmla="*/ 1580972 w 8622707"/>
              <a:gd name="csY7" fmla="*/ 136733 h 316195"/>
              <a:gd name="csX8" fmla="*/ 1615156 w 8622707"/>
              <a:gd name="csY8" fmla="*/ 145279 h 316195"/>
              <a:gd name="csX9" fmla="*/ 1640793 w 8622707"/>
              <a:gd name="csY9" fmla="*/ 162371 h 316195"/>
              <a:gd name="csX10" fmla="*/ 1700614 w 8622707"/>
              <a:gd name="csY10" fmla="*/ 188008 h 316195"/>
              <a:gd name="csX11" fmla="*/ 1862984 w 8622707"/>
              <a:gd name="csY11" fmla="*/ 205100 h 316195"/>
              <a:gd name="csX12" fmla="*/ 1922804 w 8622707"/>
              <a:gd name="csY12" fmla="*/ 213645 h 316195"/>
              <a:gd name="csX13" fmla="*/ 1956987 w 8622707"/>
              <a:gd name="csY13" fmla="*/ 222191 h 316195"/>
              <a:gd name="csX14" fmla="*/ 2076628 w 8622707"/>
              <a:gd name="csY14" fmla="*/ 230737 h 316195"/>
              <a:gd name="csX15" fmla="*/ 2281728 w 8622707"/>
              <a:gd name="csY15" fmla="*/ 222191 h 316195"/>
              <a:gd name="csX16" fmla="*/ 2444098 w 8622707"/>
              <a:gd name="csY16" fmla="*/ 213645 h 316195"/>
              <a:gd name="csX17" fmla="*/ 2709017 w 8622707"/>
              <a:gd name="csY17" fmla="*/ 222191 h 316195"/>
              <a:gd name="csX18" fmla="*/ 2820113 w 8622707"/>
              <a:gd name="csY18" fmla="*/ 230737 h 316195"/>
              <a:gd name="csX19" fmla="*/ 3050849 w 8622707"/>
              <a:gd name="csY19" fmla="*/ 213645 h 316195"/>
              <a:gd name="csX20" fmla="*/ 3085032 w 8622707"/>
              <a:gd name="csY20" fmla="*/ 205100 h 316195"/>
              <a:gd name="csX21" fmla="*/ 3418318 w 8622707"/>
              <a:gd name="csY21" fmla="*/ 188008 h 316195"/>
              <a:gd name="csX22" fmla="*/ 3512322 w 8622707"/>
              <a:gd name="csY22" fmla="*/ 162371 h 316195"/>
              <a:gd name="csX23" fmla="*/ 3683238 w 8622707"/>
              <a:gd name="csY23" fmla="*/ 170916 h 316195"/>
              <a:gd name="csX24" fmla="*/ 3717421 w 8622707"/>
              <a:gd name="csY24" fmla="*/ 179462 h 316195"/>
              <a:gd name="csX25" fmla="*/ 3828516 w 8622707"/>
              <a:gd name="csY25" fmla="*/ 205100 h 316195"/>
              <a:gd name="csX26" fmla="*/ 3999432 w 8622707"/>
              <a:gd name="csY26" fmla="*/ 196554 h 316195"/>
              <a:gd name="csX27" fmla="*/ 4025070 w 8622707"/>
              <a:gd name="csY27" fmla="*/ 188008 h 316195"/>
              <a:gd name="csX28" fmla="*/ 4076344 w 8622707"/>
              <a:gd name="csY28" fmla="*/ 179462 h 316195"/>
              <a:gd name="csX29" fmla="*/ 4101982 w 8622707"/>
              <a:gd name="csY29" fmla="*/ 170916 h 316195"/>
              <a:gd name="csX30" fmla="*/ 4153257 w 8622707"/>
              <a:gd name="csY30" fmla="*/ 162371 h 316195"/>
              <a:gd name="csX31" fmla="*/ 4298535 w 8622707"/>
              <a:gd name="csY31" fmla="*/ 145279 h 316195"/>
              <a:gd name="csX32" fmla="*/ 4469451 w 8622707"/>
              <a:gd name="csY32" fmla="*/ 153825 h 316195"/>
              <a:gd name="csX33" fmla="*/ 4503634 w 8622707"/>
              <a:gd name="csY33" fmla="*/ 162371 h 316195"/>
              <a:gd name="csX34" fmla="*/ 4546363 w 8622707"/>
              <a:gd name="csY34" fmla="*/ 170916 h 316195"/>
              <a:gd name="csX35" fmla="*/ 4640367 w 8622707"/>
              <a:gd name="csY35" fmla="*/ 179462 h 316195"/>
              <a:gd name="csX36" fmla="*/ 4666004 w 8622707"/>
              <a:gd name="csY36" fmla="*/ 188008 h 316195"/>
              <a:gd name="csX37" fmla="*/ 4700187 w 8622707"/>
              <a:gd name="csY37" fmla="*/ 205100 h 316195"/>
              <a:gd name="csX38" fmla="*/ 4734371 w 8622707"/>
              <a:gd name="csY38" fmla="*/ 213645 h 316195"/>
              <a:gd name="csX39" fmla="*/ 4777100 w 8622707"/>
              <a:gd name="csY39" fmla="*/ 230737 h 316195"/>
              <a:gd name="csX40" fmla="*/ 4862557 w 8622707"/>
              <a:gd name="csY40" fmla="*/ 247829 h 316195"/>
              <a:gd name="csX41" fmla="*/ 4905286 w 8622707"/>
              <a:gd name="csY41" fmla="*/ 256374 h 316195"/>
              <a:gd name="csX42" fmla="*/ 4948015 w 8622707"/>
              <a:gd name="csY42" fmla="*/ 273466 h 316195"/>
              <a:gd name="csX43" fmla="*/ 5033473 w 8622707"/>
              <a:gd name="csY43" fmla="*/ 290558 h 316195"/>
              <a:gd name="csX44" fmla="*/ 5153114 w 8622707"/>
              <a:gd name="csY44" fmla="*/ 307649 h 316195"/>
              <a:gd name="csX45" fmla="*/ 5580404 w 8622707"/>
              <a:gd name="csY45" fmla="*/ 299103 h 316195"/>
              <a:gd name="csX46" fmla="*/ 5640225 w 8622707"/>
              <a:gd name="csY46" fmla="*/ 282012 h 316195"/>
              <a:gd name="csX47" fmla="*/ 5708591 w 8622707"/>
              <a:gd name="csY47" fmla="*/ 264920 h 316195"/>
              <a:gd name="csX48" fmla="*/ 5776957 w 8622707"/>
              <a:gd name="csY48" fmla="*/ 247829 h 316195"/>
              <a:gd name="csX49" fmla="*/ 5922236 w 8622707"/>
              <a:gd name="csY49" fmla="*/ 230737 h 316195"/>
              <a:gd name="csX50" fmla="*/ 5990602 w 8622707"/>
              <a:gd name="csY50" fmla="*/ 222191 h 316195"/>
              <a:gd name="csX51" fmla="*/ 6041877 w 8622707"/>
              <a:gd name="csY51" fmla="*/ 188008 h 316195"/>
              <a:gd name="csX52" fmla="*/ 6076060 w 8622707"/>
              <a:gd name="csY52" fmla="*/ 162371 h 316195"/>
              <a:gd name="csX53" fmla="*/ 6101698 w 8622707"/>
              <a:gd name="csY53" fmla="*/ 136733 h 316195"/>
              <a:gd name="csX54" fmla="*/ 6161518 w 8622707"/>
              <a:gd name="csY54" fmla="*/ 119642 h 316195"/>
              <a:gd name="csX55" fmla="*/ 6306797 w 8622707"/>
              <a:gd name="csY55" fmla="*/ 136733 h 316195"/>
              <a:gd name="csX56" fmla="*/ 6332434 w 8622707"/>
              <a:gd name="csY56" fmla="*/ 145279 h 316195"/>
              <a:gd name="csX57" fmla="*/ 6409346 w 8622707"/>
              <a:gd name="csY57" fmla="*/ 162371 h 316195"/>
              <a:gd name="csX58" fmla="*/ 6460621 w 8622707"/>
              <a:gd name="csY58" fmla="*/ 179462 h 316195"/>
              <a:gd name="csX59" fmla="*/ 6511896 w 8622707"/>
              <a:gd name="csY59" fmla="*/ 188008 h 316195"/>
              <a:gd name="csX60" fmla="*/ 6631537 w 8622707"/>
              <a:gd name="csY60" fmla="*/ 213645 h 316195"/>
              <a:gd name="csX61" fmla="*/ 6716995 w 8622707"/>
              <a:gd name="csY61" fmla="*/ 222191 h 316195"/>
              <a:gd name="csX62" fmla="*/ 6759724 w 8622707"/>
              <a:gd name="csY62" fmla="*/ 230737 h 316195"/>
              <a:gd name="csX63" fmla="*/ 7169922 w 8622707"/>
              <a:gd name="csY63" fmla="*/ 247829 h 316195"/>
              <a:gd name="csX64" fmla="*/ 7187014 w 8622707"/>
              <a:gd name="csY64" fmla="*/ 273466 h 316195"/>
              <a:gd name="csX65" fmla="*/ 7298109 w 8622707"/>
              <a:gd name="csY65" fmla="*/ 247829 h 316195"/>
              <a:gd name="csX66" fmla="*/ 7323746 w 8622707"/>
              <a:gd name="csY66" fmla="*/ 222191 h 316195"/>
              <a:gd name="csX67" fmla="*/ 7417750 w 8622707"/>
              <a:gd name="csY67" fmla="*/ 102550 h 316195"/>
              <a:gd name="csX68" fmla="*/ 7469025 w 8622707"/>
              <a:gd name="csY68" fmla="*/ 34184 h 316195"/>
              <a:gd name="csX69" fmla="*/ 7528845 w 8622707"/>
              <a:gd name="csY69" fmla="*/ 0 h 316195"/>
              <a:gd name="csX70" fmla="*/ 7605757 w 8622707"/>
              <a:gd name="csY70" fmla="*/ 42729 h 316195"/>
              <a:gd name="csX71" fmla="*/ 7631395 w 8622707"/>
              <a:gd name="csY71" fmla="*/ 68367 h 316195"/>
              <a:gd name="csX72" fmla="*/ 7657032 w 8622707"/>
              <a:gd name="csY72" fmla="*/ 85458 h 316195"/>
              <a:gd name="csX73" fmla="*/ 7682670 w 8622707"/>
              <a:gd name="csY73" fmla="*/ 111096 h 316195"/>
              <a:gd name="csX74" fmla="*/ 7716853 w 8622707"/>
              <a:gd name="csY74" fmla="*/ 136733 h 316195"/>
              <a:gd name="csX75" fmla="*/ 7742490 w 8622707"/>
              <a:gd name="csY75" fmla="*/ 162371 h 316195"/>
              <a:gd name="csX76" fmla="*/ 7802311 w 8622707"/>
              <a:gd name="csY76" fmla="*/ 205100 h 316195"/>
              <a:gd name="csX77" fmla="*/ 7827948 w 8622707"/>
              <a:gd name="csY77" fmla="*/ 239283 h 316195"/>
              <a:gd name="csX78" fmla="*/ 7853585 w 8622707"/>
              <a:gd name="csY78" fmla="*/ 256374 h 316195"/>
              <a:gd name="csX79" fmla="*/ 7887769 w 8622707"/>
              <a:gd name="csY79" fmla="*/ 290558 h 316195"/>
              <a:gd name="csX80" fmla="*/ 7921952 w 8622707"/>
              <a:gd name="csY80" fmla="*/ 299103 h 316195"/>
              <a:gd name="csX81" fmla="*/ 7964681 w 8622707"/>
              <a:gd name="csY81" fmla="*/ 316195 h 316195"/>
              <a:gd name="csX82" fmla="*/ 8109959 w 8622707"/>
              <a:gd name="csY82" fmla="*/ 299103 h 316195"/>
              <a:gd name="csX83" fmla="*/ 8161234 w 8622707"/>
              <a:gd name="csY83" fmla="*/ 282012 h 316195"/>
              <a:gd name="csX84" fmla="*/ 8323604 w 8622707"/>
              <a:gd name="csY84" fmla="*/ 290558 h 316195"/>
              <a:gd name="csX85" fmla="*/ 8485974 w 8622707"/>
              <a:gd name="csY85" fmla="*/ 282012 h 316195"/>
              <a:gd name="csX86" fmla="*/ 8622707 w 8622707"/>
              <a:gd name="csY86" fmla="*/ 282012 h 316195"/>
              <a:gd name="csX0" fmla="*/ 0 w 8635679"/>
              <a:gd name="csY0" fmla="*/ 213645 h 316195"/>
              <a:gd name="csX1" fmla="*/ 470019 w 8635679"/>
              <a:gd name="csY1" fmla="*/ 213645 h 316195"/>
              <a:gd name="csX2" fmla="*/ 632389 w 8635679"/>
              <a:gd name="csY2" fmla="*/ 196554 h 316195"/>
              <a:gd name="csX3" fmla="*/ 717847 w 8635679"/>
              <a:gd name="csY3" fmla="*/ 188008 h 316195"/>
              <a:gd name="csX4" fmla="*/ 803305 w 8635679"/>
              <a:gd name="csY4" fmla="*/ 179462 h 316195"/>
              <a:gd name="csX5" fmla="*/ 1452785 w 8635679"/>
              <a:gd name="csY5" fmla="*/ 162371 h 316195"/>
              <a:gd name="csX6" fmla="*/ 1546789 w 8635679"/>
              <a:gd name="csY6" fmla="*/ 145279 h 316195"/>
              <a:gd name="csX7" fmla="*/ 1580972 w 8635679"/>
              <a:gd name="csY7" fmla="*/ 136733 h 316195"/>
              <a:gd name="csX8" fmla="*/ 1615156 w 8635679"/>
              <a:gd name="csY8" fmla="*/ 145279 h 316195"/>
              <a:gd name="csX9" fmla="*/ 1640793 w 8635679"/>
              <a:gd name="csY9" fmla="*/ 162371 h 316195"/>
              <a:gd name="csX10" fmla="*/ 1700614 w 8635679"/>
              <a:gd name="csY10" fmla="*/ 188008 h 316195"/>
              <a:gd name="csX11" fmla="*/ 1862984 w 8635679"/>
              <a:gd name="csY11" fmla="*/ 205100 h 316195"/>
              <a:gd name="csX12" fmla="*/ 1922804 w 8635679"/>
              <a:gd name="csY12" fmla="*/ 213645 h 316195"/>
              <a:gd name="csX13" fmla="*/ 1956987 w 8635679"/>
              <a:gd name="csY13" fmla="*/ 222191 h 316195"/>
              <a:gd name="csX14" fmla="*/ 2076628 w 8635679"/>
              <a:gd name="csY14" fmla="*/ 230737 h 316195"/>
              <a:gd name="csX15" fmla="*/ 2281728 w 8635679"/>
              <a:gd name="csY15" fmla="*/ 222191 h 316195"/>
              <a:gd name="csX16" fmla="*/ 2444098 w 8635679"/>
              <a:gd name="csY16" fmla="*/ 213645 h 316195"/>
              <a:gd name="csX17" fmla="*/ 2709017 w 8635679"/>
              <a:gd name="csY17" fmla="*/ 222191 h 316195"/>
              <a:gd name="csX18" fmla="*/ 2820113 w 8635679"/>
              <a:gd name="csY18" fmla="*/ 230737 h 316195"/>
              <a:gd name="csX19" fmla="*/ 3050849 w 8635679"/>
              <a:gd name="csY19" fmla="*/ 213645 h 316195"/>
              <a:gd name="csX20" fmla="*/ 3085032 w 8635679"/>
              <a:gd name="csY20" fmla="*/ 205100 h 316195"/>
              <a:gd name="csX21" fmla="*/ 3418318 w 8635679"/>
              <a:gd name="csY21" fmla="*/ 188008 h 316195"/>
              <a:gd name="csX22" fmla="*/ 3512322 w 8635679"/>
              <a:gd name="csY22" fmla="*/ 162371 h 316195"/>
              <a:gd name="csX23" fmla="*/ 3683238 w 8635679"/>
              <a:gd name="csY23" fmla="*/ 170916 h 316195"/>
              <a:gd name="csX24" fmla="*/ 3717421 w 8635679"/>
              <a:gd name="csY24" fmla="*/ 179462 h 316195"/>
              <a:gd name="csX25" fmla="*/ 3828516 w 8635679"/>
              <a:gd name="csY25" fmla="*/ 205100 h 316195"/>
              <a:gd name="csX26" fmla="*/ 3999432 w 8635679"/>
              <a:gd name="csY26" fmla="*/ 196554 h 316195"/>
              <a:gd name="csX27" fmla="*/ 4025070 w 8635679"/>
              <a:gd name="csY27" fmla="*/ 188008 h 316195"/>
              <a:gd name="csX28" fmla="*/ 4076344 w 8635679"/>
              <a:gd name="csY28" fmla="*/ 179462 h 316195"/>
              <a:gd name="csX29" fmla="*/ 4101982 w 8635679"/>
              <a:gd name="csY29" fmla="*/ 170916 h 316195"/>
              <a:gd name="csX30" fmla="*/ 4153257 w 8635679"/>
              <a:gd name="csY30" fmla="*/ 162371 h 316195"/>
              <a:gd name="csX31" fmla="*/ 4298535 w 8635679"/>
              <a:gd name="csY31" fmla="*/ 145279 h 316195"/>
              <a:gd name="csX32" fmla="*/ 4469451 w 8635679"/>
              <a:gd name="csY32" fmla="*/ 153825 h 316195"/>
              <a:gd name="csX33" fmla="*/ 4503634 w 8635679"/>
              <a:gd name="csY33" fmla="*/ 162371 h 316195"/>
              <a:gd name="csX34" fmla="*/ 4546363 w 8635679"/>
              <a:gd name="csY34" fmla="*/ 170916 h 316195"/>
              <a:gd name="csX35" fmla="*/ 4640367 w 8635679"/>
              <a:gd name="csY35" fmla="*/ 179462 h 316195"/>
              <a:gd name="csX36" fmla="*/ 4666004 w 8635679"/>
              <a:gd name="csY36" fmla="*/ 188008 h 316195"/>
              <a:gd name="csX37" fmla="*/ 4700187 w 8635679"/>
              <a:gd name="csY37" fmla="*/ 205100 h 316195"/>
              <a:gd name="csX38" fmla="*/ 4734371 w 8635679"/>
              <a:gd name="csY38" fmla="*/ 213645 h 316195"/>
              <a:gd name="csX39" fmla="*/ 4777100 w 8635679"/>
              <a:gd name="csY39" fmla="*/ 230737 h 316195"/>
              <a:gd name="csX40" fmla="*/ 4862557 w 8635679"/>
              <a:gd name="csY40" fmla="*/ 247829 h 316195"/>
              <a:gd name="csX41" fmla="*/ 4905286 w 8635679"/>
              <a:gd name="csY41" fmla="*/ 256374 h 316195"/>
              <a:gd name="csX42" fmla="*/ 4948015 w 8635679"/>
              <a:gd name="csY42" fmla="*/ 273466 h 316195"/>
              <a:gd name="csX43" fmla="*/ 5033473 w 8635679"/>
              <a:gd name="csY43" fmla="*/ 290558 h 316195"/>
              <a:gd name="csX44" fmla="*/ 5153114 w 8635679"/>
              <a:gd name="csY44" fmla="*/ 307649 h 316195"/>
              <a:gd name="csX45" fmla="*/ 5580404 w 8635679"/>
              <a:gd name="csY45" fmla="*/ 299103 h 316195"/>
              <a:gd name="csX46" fmla="*/ 5640225 w 8635679"/>
              <a:gd name="csY46" fmla="*/ 282012 h 316195"/>
              <a:gd name="csX47" fmla="*/ 5708591 w 8635679"/>
              <a:gd name="csY47" fmla="*/ 264920 h 316195"/>
              <a:gd name="csX48" fmla="*/ 5776957 w 8635679"/>
              <a:gd name="csY48" fmla="*/ 247829 h 316195"/>
              <a:gd name="csX49" fmla="*/ 5922236 w 8635679"/>
              <a:gd name="csY49" fmla="*/ 230737 h 316195"/>
              <a:gd name="csX50" fmla="*/ 5990602 w 8635679"/>
              <a:gd name="csY50" fmla="*/ 222191 h 316195"/>
              <a:gd name="csX51" fmla="*/ 6041877 w 8635679"/>
              <a:gd name="csY51" fmla="*/ 188008 h 316195"/>
              <a:gd name="csX52" fmla="*/ 6076060 w 8635679"/>
              <a:gd name="csY52" fmla="*/ 162371 h 316195"/>
              <a:gd name="csX53" fmla="*/ 6101698 w 8635679"/>
              <a:gd name="csY53" fmla="*/ 136733 h 316195"/>
              <a:gd name="csX54" fmla="*/ 6161518 w 8635679"/>
              <a:gd name="csY54" fmla="*/ 119642 h 316195"/>
              <a:gd name="csX55" fmla="*/ 6306797 w 8635679"/>
              <a:gd name="csY55" fmla="*/ 136733 h 316195"/>
              <a:gd name="csX56" fmla="*/ 6332434 w 8635679"/>
              <a:gd name="csY56" fmla="*/ 145279 h 316195"/>
              <a:gd name="csX57" fmla="*/ 6409346 w 8635679"/>
              <a:gd name="csY57" fmla="*/ 162371 h 316195"/>
              <a:gd name="csX58" fmla="*/ 6460621 w 8635679"/>
              <a:gd name="csY58" fmla="*/ 179462 h 316195"/>
              <a:gd name="csX59" fmla="*/ 6511896 w 8635679"/>
              <a:gd name="csY59" fmla="*/ 188008 h 316195"/>
              <a:gd name="csX60" fmla="*/ 6631537 w 8635679"/>
              <a:gd name="csY60" fmla="*/ 213645 h 316195"/>
              <a:gd name="csX61" fmla="*/ 6716995 w 8635679"/>
              <a:gd name="csY61" fmla="*/ 222191 h 316195"/>
              <a:gd name="csX62" fmla="*/ 6759724 w 8635679"/>
              <a:gd name="csY62" fmla="*/ 230737 h 316195"/>
              <a:gd name="csX63" fmla="*/ 7169922 w 8635679"/>
              <a:gd name="csY63" fmla="*/ 247829 h 316195"/>
              <a:gd name="csX64" fmla="*/ 7187014 w 8635679"/>
              <a:gd name="csY64" fmla="*/ 273466 h 316195"/>
              <a:gd name="csX65" fmla="*/ 7298109 w 8635679"/>
              <a:gd name="csY65" fmla="*/ 247829 h 316195"/>
              <a:gd name="csX66" fmla="*/ 7323746 w 8635679"/>
              <a:gd name="csY66" fmla="*/ 222191 h 316195"/>
              <a:gd name="csX67" fmla="*/ 7417750 w 8635679"/>
              <a:gd name="csY67" fmla="*/ 102550 h 316195"/>
              <a:gd name="csX68" fmla="*/ 7469025 w 8635679"/>
              <a:gd name="csY68" fmla="*/ 34184 h 316195"/>
              <a:gd name="csX69" fmla="*/ 7528845 w 8635679"/>
              <a:gd name="csY69" fmla="*/ 0 h 316195"/>
              <a:gd name="csX70" fmla="*/ 7605757 w 8635679"/>
              <a:gd name="csY70" fmla="*/ 42729 h 316195"/>
              <a:gd name="csX71" fmla="*/ 7631395 w 8635679"/>
              <a:gd name="csY71" fmla="*/ 68367 h 316195"/>
              <a:gd name="csX72" fmla="*/ 7657032 w 8635679"/>
              <a:gd name="csY72" fmla="*/ 85458 h 316195"/>
              <a:gd name="csX73" fmla="*/ 7682670 w 8635679"/>
              <a:gd name="csY73" fmla="*/ 111096 h 316195"/>
              <a:gd name="csX74" fmla="*/ 7716853 w 8635679"/>
              <a:gd name="csY74" fmla="*/ 136733 h 316195"/>
              <a:gd name="csX75" fmla="*/ 7742490 w 8635679"/>
              <a:gd name="csY75" fmla="*/ 162371 h 316195"/>
              <a:gd name="csX76" fmla="*/ 7802311 w 8635679"/>
              <a:gd name="csY76" fmla="*/ 205100 h 316195"/>
              <a:gd name="csX77" fmla="*/ 7827948 w 8635679"/>
              <a:gd name="csY77" fmla="*/ 239283 h 316195"/>
              <a:gd name="csX78" fmla="*/ 7853585 w 8635679"/>
              <a:gd name="csY78" fmla="*/ 256374 h 316195"/>
              <a:gd name="csX79" fmla="*/ 7887769 w 8635679"/>
              <a:gd name="csY79" fmla="*/ 290558 h 316195"/>
              <a:gd name="csX80" fmla="*/ 7921952 w 8635679"/>
              <a:gd name="csY80" fmla="*/ 299103 h 316195"/>
              <a:gd name="csX81" fmla="*/ 7964681 w 8635679"/>
              <a:gd name="csY81" fmla="*/ 316195 h 316195"/>
              <a:gd name="csX82" fmla="*/ 8109959 w 8635679"/>
              <a:gd name="csY82" fmla="*/ 299103 h 316195"/>
              <a:gd name="csX83" fmla="*/ 8161234 w 8635679"/>
              <a:gd name="csY83" fmla="*/ 282012 h 316195"/>
              <a:gd name="csX84" fmla="*/ 8323604 w 8635679"/>
              <a:gd name="csY84" fmla="*/ 290558 h 316195"/>
              <a:gd name="csX85" fmla="*/ 8485974 w 8635679"/>
              <a:gd name="csY85" fmla="*/ 282012 h 316195"/>
              <a:gd name="csX86" fmla="*/ 8622707 w 8635679"/>
              <a:gd name="csY86" fmla="*/ 282012 h 316195"/>
              <a:gd name="csX87" fmla="*/ 8631253 w 8635679"/>
              <a:gd name="csY87" fmla="*/ 290558 h 316195"/>
              <a:gd name="csX0" fmla="*/ 0 w 8639993"/>
              <a:gd name="csY0" fmla="*/ 213645 h 1213503"/>
              <a:gd name="csX1" fmla="*/ 470019 w 8639993"/>
              <a:gd name="csY1" fmla="*/ 213645 h 1213503"/>
              <a:gd name="csX2" fmla="*/ 632389 w 8639993"/>
              <a:gd name="csY2" fmla="*/ 196554 h 1213503"/>
              <a:gd name="csX3" fmla="*/ 717847 w 8639993"/>
              <a:gd name="csY3" fmla="*/ 188008 h 1213503"/>
              <a:gd name="csX4" fmla="*/ 803305 w 8639993"/>
              <a:gd name="csY4" fmla="*/ 179462 h 1213503"/>
              <a:gd name="csX5" fmla="*/ 1452785 w 8639993"/>
              <a:gd name="csY5" fmla="*/ 162371 h 1213503"/>
              <a:gd name="csX6" fmla="*/ 1546789 w 8639993"/>
              <a:gd name="csY6" fmla="*/ 145279 h 1213503"/>
              <a:gd name="csX7" fmla="*/ 1580972 w 8639993"/>
              <a:gd name="csY7" fmla="*/ 136733 h 1213503"/>
              <a:gd name="csX8" fmla="*/ 1615156 w 8639993"/>
              <a:gd name="csY8" fmla="*/ 145279 h 1213503"/>
              <a:gd name="csX9" fmla="*/ 1640793 w 8639993"/>
              <a:gd name="csY9" fmla="*/ 162371 h 1213503"/>
              <a:gd name="csX10" fmla="*/ 1700614 w 8639993"/>
              <a:gd name="csY10" fmla="*/ 188008 h 1213503"/>
              <a:gd name="csX11" fmla="*/ 1862984 w 8639993"/>
              <a:gd name="csY11" fmla="*/ 205100 h 1213503"/>
              <a:gd name="csX12" fmla="*/ 1922804 w 8639993"/>
              <a:gd name="csY12" fmla="*/ 213645 h 1213503"/>
              <a:gd name="csX13" fmla="*/ 1956987 w 8639993"/>
              <a:gd name="csY13" fmla="*/ 222191 h 1213503"/>
              <a:gd name="csX14" fmla="*/ 2076628 w 8639993"/>
              <a:gd name="csY14" fmla="*/ 230737 h 1213503"/>
              <a:gd name="csX15" fmla="*/ 2281728 w 8639993"/>
              <a:gd name="csY15" fmla="*/ 222191 h 1213503"/>
              <a:gd name="csX16" fmla="*/ 2444098 w 8639993"/>
              <a:gd name="csY16" fmla="*/ 213645 h 1213503"/>
              <a:gd name="csX17" fmla="*/ 2709017 w 8639993"/>
              <a:gd name="csY17" fmla="*/ 222191 h 1213503"/>
              <a:gd name="csX18" fmla="*/ 2820113 w 8639993"/>
              <a:gd name="csY18" fmla="*/ 230737 h 1213503"/>
              <a:gd name="csX19" fmla="*/ 3050849 w 8639993"/>
              <a:gd name="csY19" fmla="*/ 213645 h 1213503"/>
              <a:gd name="csX20" fmla="*/ 3085032 w 8639993"/>
              <a:gd name="csY20" fmla="*/ 205100 h 1213503"/>
              <a:gd name="csX21" fmla="*/ 3418318 w 8639993"/>
              <a:gd name="csY21" fmla="*/ 188008 h 1213503"/>
              <a:gd name="csX22" fmla="*/ 3512322 w 8639993"/>
              <a:gd name="csY22" fmla="*/ 162371 h 1213503"/>
              <a:gd name="csX23" fmla="*/ 3683238 w 8639993"/>
              <a:gd name="csY23" fmla="*/ 170916 h 1213503"/>
              <a:gd name="csX24" fmla="*/ 3717421 w 8639993"/>
              <a:gd name="csY24" fmla="*/ 179462 h 1213503"/>
              <a:gd name="csX25" fmla="*/ 3828516 w 8639993"/>
              <a:gd name="csY25" fmla="*/ 205100 h 1213503"/>
              <a:gd name="csX26" fmla="*/ 3999432 w 8639993"/>
              <a:gd name="csY26" fmla="*/ 196554 h 1213503"/>
              <a:gd name="csX27" fmla="*/ 4025070 w 8639993"/>
              <a:gd name="csY27" fmla="*/ 188008 h 1213503"/>
              <a:gd name="csX28" fmla="*/ 4076344 w 8639993"/>
              <a:gd name="csY28" fmla="*/ 179462 h 1213503"/>
              <a:gd name="csX29" fmla="*/ 4101982 w 8639993"/>
              <a:gd name="csY29" fmla="*/ 170916 h 1213503"/>
              <a:gd name="csX30" fmla="*/ 4153257 w 8639993"/>
              <a:gd name="csY30" fmla="*/ 162371 h 1213503"/>
              <a:gd name="csX31" fmla="*/ 4298535 w 8639993"/>
              <a:gd name="csY31" fmla="*/ 145279 h 1213503"/>
              <a:gd name="csX32" fmla="*/ 4469451 w 8639993"/>
              <a:gd name="csY32" fmla="*/ 153825 h 1213503"/>
              <a:gd name="csX33" fmla="*/ 4503634 w 8639993"/>
              <a:gd name="csY33" fmla="*/ 162371 h 1213503"/>
              <a:gd name="csX34" fmla="*/ 4546363 w 8639993"/>
              <a:gd name="csY34" fmla="*/ 170916 h 1213503"/>
              <a:gd name="csX35" fmla="*/ 4640367 w 8639993"/>
              <a:gd name="csY35" fmla="*/ 179462 h 1213503"/>
              <a:gd name="csX36" fmla="*/ 4666004 w 8639993"/>
              <a:gd name="csY36" fmla="*/ 188008 h 1213503"/>
              <a:gd name="csX37" fmla="*/ 4700187 w 8639993"/>
              <a:gd name="csY37" fmla="*/ 205100 h 1213503"/>
              <a:gd name="csX38" fmla="*/ 4734371 w 8639993"/>
              <a:gd name="csY38" fmla="*/ 213645 h 1213503"/>
              <a:gd name="csX39" fmla="*/ 4777100 w 8639993"/>
              <a:gd name="csY39" fmla="*/ 230737 h 1213503"/>
              <a:gd name="csX40" fmla="*/ 4862557 w 8639993"/>
              <a:gd name="csY40" fmla="*/ 247829 h 1213503"/>
              <a:gd name="csX41" fmla="*/ 4905286 w 8639993"/>
              <a:gd name="csY41" fmla="*/ 256374 h 1213503"/>
              <a:gd name="csX42" fmla="*/ 4948015 w 8639993"/>
              <a:gd name="csY42" fmla="*/ 273466 h 1213503"/>
              <a:gd name="csX43" fmla="*/ 5033473 w 8639993"/>
              <a:gd name="csY43" fmla="*/ 290558 h 1213503"/>
              <a:gd name="csX44" fmla="*/ 5153114 w 8639993"/>
              <a:gd name="csY44" fmla="*/ 307649 h 1213503"/>
              <a:gd name="csX45" fmla="*/ 5580404 w 8639993"/>
              <a:gd name="csY45" fmla="*/ 299103 h 1213503"/>
              <a:gd name="csX46" fmla="*/ 5640225 w 8639993"/>
              <a:gd name="csY46" fmla="*/ 282012 h 1213503"/>
              <a:gd name="csX47" fmla="*/ 5708591 w 8639993"/>
              <a:gd name="csY47" fmla="*/ 264920 h 1213503"/>
              <a:gd name="csX48" fmla="*/ 5776957 w 8639993"/>
              <a:gd name="csY48" fmla="*/ 247829 h 1213503"/>
              <a:gd name="csX49" fmla="*/ 5922236 w 8639993"/>
              <a:gd name="csY49" fmla="*/ 230737 h 1213503"/>
              <a:gd name="csX50" fmla="*/ 5990602 w 8639993"/>
              <a:gd name="csY50" fmla="*/ 222191 h 1213503"/>
              <a:gd name="csX51" fmla="*/ 6041877 w 8639993"/>
              <a:gd name="csY51" fmla="*/ 188008 h 1213503"/>
              <a:gd name="csX52" fmla="*/ 6076060 w 8639993"/>
              <a:gd name="csY52" fmla="*/ 162371 h 1213503"/>
              <a:gd name="csX53" fmla="*/ 6101698 w 8639993"/>
              <a:gd name="csY53" fmla="*/ 136733 h 1213503"/>
              <a:gd name="csX54" fmla="*/ 6161518 w 8639993"/>
              <a:gd name="csY54" fmla="*/ 119642 h 1213503"/>
              <a:gd name="csX55" fmla="*/ 6306797 w 8639993"/>
              <a:gd name="csY55" fmla="*/ 136733 h 1213503"/>
              <a:gd name="csX56" fmla="*/ 6332434 w 8639993"/>
              <a:gd name="csY56" fmla="*/ 145279 h 1213503"/>
              <a:gd name="csX57" fmla="*/ 6409346 w 8639993"/>
              <a:gd name="csY57" fmla="*/ 162371 h 1213503"/>
              <a:gd name="csX58" fmla="*/ 6460621 w 8639993"/>
              <a:gd name="csY58" fmla="*/ 179462 h 1213503"/>
              <a:gd name="csX59" fmla="*/ 6511896 w 8639993"/>
              <a:gd name="csY59" fmla="*/ 188008 h 1213503"/>
              <a:gd name="csX60" fmla="*/ 6631537 w 8639993"/>
              <a:gd name="csY60" fmla="*/ 213645 h 1213503"/>
              <a:gd name="csX61" fmla="*/ 6716995 w 8639993"/>
              <a:gd name="csY61" fmla="*/ 222191 h 1213503"/>
              <a:gd name="csX62" fmla="*/ 6759724 w 8639993"/>
              <a:gd name="csY62" fmla="*/ 230737 h 1213503"/>
              <a:gd name="csX63" fmla="*/ 7169922 w 8639993"/>
              <a:gd name="csY63" fmla="*/ 247829 h 1213503"/>
              <a:gd name="csX64" fmla="*/ 7187014 w 8639993"/>
              <a:gd name="csY64" fmla="*/ 273466 h 1213503"/>
              <a:gd name="csX65" fmla="*/ 7298109 w 8639993"/>
              <a:gd name="csY65" fmla="*/ 247829 h 1213503"/>
              <a:gd name="csX66" fmla="*/ 7323746 w 8639993"/>
              <a:gd name="csY66" fmla="*/ 222191 h 1213503"/>
              <a:gd name="csX67" fmla="*/ 7417750 w 8639993"/>
              <a:gd name="csY67" fmla="*/ 102550 h 1213503"/>
              <a:gd name="csX68" fmla="*/ 7469025 w 8639993"/>
              <a:gd name="csY68" fmla="*/ 34184 h 1213503"/>
              <a:gd name="csX69" fmla="*/ 7528845 w 8639993"/>
              <a:gd name="csY69" fmla="*/ 0 h 1213503"/>
              <a:gd name="csX70" fmla="*/ 7605757 w 8639993"/>
              <a:gd name="csY70" fmla="*/ 42729 h 1213503"/>
              <a:gd name="csX71" fmla="*/ 7631395 w 8639993"/>
              <a:gd name="csY71" fmla="*/ 68367 h 1213503"/>
              <a:gd name="csX72" fmla="*/ 7657032 w 8639993"/>
              <a:gd name="csY72" fmla="*/ 85458 h 1213503"/>
              <a:gd name="csX73" fmla="*/ 7682670 w 8639993"/>
              <a:gd name="csY73" fmla="*/ 111096 h 1213503"/>
              <a:gd name="csX74" fmla="*/ 7716853 w 8639993"/>
              <a:gd name="csY74" fmla="*/ 136733 h 1213503"/>
              <a:gd name="csX75" fmla="*/ 7742490 w 8639993"/>
              <a:gd name="csY75" fmla="*/ 162371 h 1213503"/>
              <a:gd name="csX76" fmla="*/ 7802311 w 8639993"/>
              <a:gd name="csY76" fmla="*/ 205100 h 1213503"/>
              <a:gd name="csX77" fmla="*/ 7827948 w 8639993"/>
              <a:gd name="csY77" fmla="*/ 239283 h 1213503"/>
              <a:gd name="csX78" fmla="*/ 7853585 w 8639993"/>
              <a:gd name="csY78" fmla="*/ 256374 h 1213503"/>
              <a:gd name="csX79" fmla="*/ 7887769 w 8639993"/>
              <a:gd name="csY79" fmla="*/ 290558 h 1213503"/>
              <a:gd name="csX80" fmla="*/ 7921952 w 8639993"/>
              <a:gd name="csY80" fmla="*/ 299103 h 1213503"/>
              <a:gd name="csX81" fmla="*/ 7964681 w 8639993"/>
              <a:gd name="csY81" fmla="*/ 316195 h 1213503"/>
              <a:gd name="csX82" fmla="*/ 8109959 w 8639993"/>
              <a:gd name="csY82" fmla="*/ 299103 h 1213503"/>
              <a:gd name="csX83" fmla="*/ 8161234 w 8639993"/>
              <a:gd name="csY83" fmla="*/ 282012 h 1213503"/>
              <a:gd name="csX84" fmla="*/ 8323604 w 8639993"/>
              <a:gd name="csY84" fmla="*/ 290558 h 1213503"/>
              <a:gd name="csX85" fmla="*/ 8485974 w 8639993"/>
              <a:gd name="csY85" fmla="*/ 282012 h 1213503"/>
              <a:gd name="csX86" fmla="*/ 8622707 w 8639993"/>
              <a:gd name="csY86" fmla="*/ 282012 h 1213503"/>
              <a:gd name="csX87" fmla="*/ 8639799 w 8639993"/>
              <a:gd name="csY87" fmla="*/ 1213503 h 1213503"/>
              <a:gd name="csX0" fmla="*/ 0 w 8639993"/>
              <a:gd name="csY0" fmla="*/ 213645 h 1277787"/>
              <a:gd name="csX1" fmla="*/ 470019 w 8639993"/>
              <a:gd name="csY1" fmla="*/ 213645 h 1277787"/>
              <a:gd name="csX2" fmla="*/ 632389 w 8639993"/>
              <a:gd name="csY2" fmla="*/ 196554 h 1277787"/>
              <a:gd name="csX3" fmla="*/ 717847 w 8639993"/>
              <a:gd name="csY3" fmla="*/ 188008 h 1277787"/>
              <a:gd name="csX4" fmla="*/ 803305 w 8639993"/>
              <a:gd name="csY4" fmla="*/ 179462 h 1277787"/>
              <a:gd name="csX5" fmla="*/ 1452785 w 8639993"/>
              <a:gd name="csY5" fmla="*/ 162371 h 1277787"/>
              <a:gd name="csX6" fmla="*/ 1546789 w 8639993"/>
              <a:gd name="csY6" fmla="*/ 145279 h 1277787"/>
              <a:gd name="csX7" fmla="*/ 1580972 w 8639993"/>
              <a:gd name="csY7" fmla="*/ 136733 h 1277787"/>
              <a:gd name="csX8" fmla="*/ 1615156 w 8639993"/>
              <a:gd name="csY8" fmla="*/ 145279 h 1277787"/>
              <a:gd name="csX9" fmla="*/ 1640793 w 8639993"/>
              <a:gd name="csY9" fmla="*/ 162371 h 1277787"/>
              <a:gd name="csX10" fmla="*/ 1700614 w 8639993"/>
              <a:gd name="csY10" fmla="*/ 188008 h 1277787"/>
              <a:gd name="csX11" fmla="*/ 1862984 w 8639993"/>
              <a:gd name="csY11" fmla="*/ 205100 h 1277787"/>
              <a:gd name="csX12" fmla="*/ 1922804 w 8639993"/>
              <a:gd name="csY12" fmla="*/ 213645 h 1277787"/>
              <a:gd name="csX13" fmla="*/ 1956987 w 8639993"/>
              <a:gd name="csY13" fmla="*/ 222191 h 1277787"/>
              <a:gd name="csX14" fmla="*/ 2076628 w 8639993"/>
              <a:gd name="csY14" fmla="*/ 230737 h 1277787"/>
              <a:gd name="csX15" fmla="*/ 2281728 w 8639993"/>
              <a:gd name="csY15" fmla="*/ 222191 h 1277787"/>
              <a:gd name="csX16" fmla="*/ 2444098 w 8639993"/>
              <a:gd name="csY16" fmla="*/ 213645 h 1277787"/>
              <a:gd name="csX17" fmla="*/ 2709017 w 8639993"/>
              <a:gd name="csY17" fmla="*/ 222191 h 1277787"/>
              <a:gd name="csX18" fmla="*/ 2820113 w 8639993"/>
              <a:gd name="csY18" fmla="*/ 230737 h 1277787"/>
              <a:gd name="csX19" fmla="*/ 3050849 w 8639993"/>
              <a:gd name="csY19" fmla="*/ 213645 h 1277787"/>
              <a:gd name="csX20" fmla="*/ 3085032 w 8639993"/>
              <a:gd name="csY20" fmla="*/ 205100 h 1277787"/>
              <a:gd name="csX21" fmla="*/ 3418318 w 8639993"/>
              <a:gd name="csY21" fmla="*/ 188008 h 1277787"/>
              <a:gd name="csX22" fmla="*/ 3512322 w 8639993"/>
              <a:gd name="csY22" fmla="*/ 162371 h 1277787"/>
              <a:gd name="csX23" fmla="*/ 3683238 w 8639993"/>
              <a:gd name="csY23" fmla="*/ 170916 h 1277787"/>
              <a:gd name="csX24" fmla="*/ 3717421 w 8639993"/>
              <a:gd name="csY24" fmla="*/ 179462 h 1277787"/>
              <a:gd name="csX25" fmla="*/ 3828516 w 8639993"/>
              <a:gd name="csY25" fmla="*/ 205100 h 1277787"/>
              <a:gd name="csX26" fmla="*/ 3999432 w 8639993"/>
              <a:gd name="csY26" fmla="*/ 196554 h 1277787"/>
              <a:gd name="csX27" fmla="*/ 4025070 w 8639993"/>
              <a:gd name="csY27" fmla="*/ 188008 h 1277787"/>
              <a:gd name="csX28" fmla="*/ 4076344 w 8639993"/>
              <a:gd name="csY28" fmla="*/ 179462 h 1277787"/>
              <a:gd name="csX29" fmla="*/ 4101982 w 8639993"/>
              <a:gd name="csY29" fmla="*/ 170916 h 1277787"/>
              <a:gd name="csX30" fmla="*/ 4153257 w 8639993"/>
              <a:gd name="csY30" fmla="*/ 162371 h 1277787"/>
              <a:gd name="csX31" fmla="*/ 4298535 w 8639993"/>
              <a:gd name="csY31" fmla="*/ 145279 h 1277787"/>
              <a:gd name="csX32" fmla="*/ 4469451 w 8639993"/>
              <a:gd name="csY32" fmla="*/ 153825 h 1277787"/>
              <a:gd name="csX33" fmla="*/ 4503634 w 8639993"/>
              <a:gd name="csY33" fmla="*/ 162371 h 1277787"/>
              <a:gd name="csX34" fmla="*/ 4546363 w 8639993"/>
              <a:gd name="csY34" fmla="*/ 170916 h 1277787"/>
              <a:gd name="csX35" fmla="*/ 4640367 w 8639993"/>
              <a:gd name="csY35" fmla="*/ 179462 h 1277787"/>
              <a:gd name="csX36" fmla="*/ 4666004 w 8639993"/>
              <a:gd name="csY36" fmla="*/ 188008 h 1277787"/>
              <a:gd name="csX37" fmla="*/ 4700187 w 8639993"/>
              <a:gd name="csY37" fmla="*/ 205100 h 1277787"/>
              <a:gd name="csX38" fmla="*/ 4734371 w 8639993"/>
              <a:gd name="csY38" fmla="*/ 213645 h 1277787"/>
              <a:gd name="csX39" fmla="*/ 4777100 w 8639993"/>
              <a:gd name="csY39" fmla="*/ 230737 h 1277787"/>
              <a:gd name="csX40" fmla="*/ 4862557 w 8639993"/>
              <a:gd name="csY40" fmla="*/ 247829 h 1277787"/>
              <a:gd name="csX41" fmla="*/ 4905286 w 8639993"/>
              <a:gd name="csY41" fmla="*/ 256374 h 1277787"/>
              <a:gd name="csX42" fmla="*/ 4948015 w 8639993"/>
              <a:gd name="csY42" fmla="*/ 273466 h 1277787"/>
              <a:gd name="csX43" fmla="*/ 5033473 w 8639993"/>
              <a:gd name="csY43" fmla="*/ 290558 h 1277787"/>
              <a:gd name="csX44" fmla="*/ 5153114 w 8639993"/>
              <a:gd name="csY44" fmla="*/ 307649 h 1277787"/>
              <a:gd name="csX45" fmla="*/ 5580404 w 8639993"/>
              <a:gd name="csY45" fmla="*/ 299103 h 1277787"/>
              <a:gd name="csX46" fmla="*/ 5640225 w 8639993"/>
              <a:gd name="csY46" fmla="*/ 282012 h 1277787"/>
              <a:gd name="csX47" fmla="*/ 5708591 w 8639993"/>
              <a:gd name="csY47" fmla="*/ 264920 h 1277787"/>
              <a:gd name="csX48" fmla="*/ 5776957 w 8639993"/>
              <a:gd name="csY48" fmla="*/ 247829 h 1277787"/>
              <a:gd name="csX49" fmla="*/ 5922236 w 8639993"/>
              <a:gd name="csY49" fmla="*/ 230737 h 1277787"/>
              <a:gd name="csX50" fmla="*/ 5990602 w 8639993"/>
              <a:gd name="csY50" fmla="*/ 222191 h 1277787"/>
              <a:gd name="csX51" fmla="*/ 6041877 w 8639993"/>
              <a:gd name="csY51" fmla="*/ 188008 h 1277787"/>
              <a:gd name="csX52" fmla="*/ 6076060 w 8639993"/>
              <a:gd name="csY52" fmla="*/ 162371 h 1277787"/>
              <a:gd name="csX53" fmla="*/ 6101698 w 8639993"/>
              <a:gd name="csY53" fmla="*/ 136733 h 1277787"/>
              <a:gd name="csX54" fmla="*/ 6161518 w 8639993"/>
              <a:gd name="csY54" fmla="*/ 119642 h 1277787"/>
              <a:gd name="csX55" fmla="*/ 6306797 w 8639993"/>
              <a:gd name="csY55" fmla="*/ 136733 h 1277787"/>
              <a:gd name="csX56" fmla="*/ 6332434 w 8639993"/>
              <a:gd name="csY56" fmla="*/ 145279 h 1277787"/>
              <a:gd name="csX57" fmla="*/ 6409346 w 8639993"/>
              <a:gd name="csY57" fmla="*/ 162371 h 1277787"/>
              <a:gd name="csX58" fmla="*/ 6460621 w 8639993"/>
              <a:gd name="csY58" fmla="*/ 179462 h 1277787"/>
              <a:gd name="csX59" fmla="*/ 6511896 w 8639993"/>
              <a:gd name="csY59" fmla="*/ 188008 h 1277787"/>
              <a:gd name="csX60" fmla="*/ 6631537 w 8639993"/>
              <a:gd name="csY60" fmla="*/ 213645 h 1277787"/>
              <a:gd name="csX61" fmla="*/ 6716995 w 8639993"/>
              <a:gd name="csY61" fmla="*/ 222191 h 1277787"/>
              <a:gd name="csX62" fmla="*/ 6759724 w 8639993"/>
              <a:gd name="csY62" fmla="*/ 230737 h 1277787"/>
              <a:gd name="csX63" fmla="*/ 7169922 w 8639993"/>
              <a:gd name="csY63" fmla="*/ 247829 h 1277787"/>
              <a:gd name="csX64" fmla="*/ 7187014 w 8639993"/>
              <a:gd name="csY64" fmla="*/ 273466 h 1277787"/>
              <a:gd name="csX65" fmla="*/ 7298109 w 8639993"/>
              <a:gd name="csY65" fmla="*/ 247829 h 1277787"/>
              <a:gd name="csX66" fmla="*/ 7323746 w 8639993"/>
              <a:gd name="csY66" fmla="*/ 222191 h 1277787"/>
              <a:gd name="csX67" fmla="*/ 7417750 w 8639993"/>
              <a:gd name="csY67" fmla="*/ 102550 h 1277787"/>
              <a:gd name="csX68" fmla="*/ 7469025 w 8639993"/>
              <a:gd name="csY68" fmla="*/ 34184 h 1277787"/>
              <a:gd name="csX69" fmla="*/ 7528845 w 8639993"/>
              <a:gd name="csY69" fmla="*/ 0 h 1277787"/>
              <a:gd name="csX70" fmla="*/ 7605757 w 8639993"/>
              <a:gd name="csY70" fmla="*/ 42729 h 1277787"/>
              <a:gd name="csX71" fmla="*/ 7631395 w 8639993"/>
              <a:gd name="csY71" fmla="*/ 68367 h 1277787"/>
              <a:gd name="csX72" fmla="*/ 7657032 w 8639993"/>
              <a:gd name="csY72" fmla="*/ 85458 h 1277787"/>
              <a:gd name="csX73" fmla="*/ 7682670 w 8639993"/>
              <a:gd name="csY73" fmla="*/ 111096 h 1277787"/>
              <a:gd name="csX74" fmla="*/ 7716853 w 8639993"/>
              <a:gd name="csY74" fmla="*/ 136733 h 1277787"/>
              <a:gd name="csX75" fmla="*/ 7742490 w 8639993"/>
              <a:gd name="csY75" fmla="*/ 162371 h 1277787"/>
              <a:gd name="csX76" fmla="*/ 7802311 w 8639993"/>
              <a:gd name="csY76" fmla="*/ 205100 h 1277787"/>
              <a:gd name="csX77" fmla="*/ 7827948 w 8639993"/>
              <a:gd name="csY77" fmla="*/ 239283 h 1277787"/>
              <a:gd name="csX78" fmla="*/ 7853585 w 8639993"/>
              <a:gd name="csY78" fmla="*/ 256374 h 1277787"/>
              <a:gd name="csX79" fmla="*/ 7887769 w 8639993"/>
              <a:gd name="csY79" fmla="*/ 290558 h 1277787"/>
              <a:gd name="csX80" fmla="*/ 7921952 w 8639993"/>
              <a:gd name="csY80" fmla="*/ 299103 h 1277787"/>
              <a:gd name="csX81" fmla="*/ 7964681 w 8639993"/>
              <a:gd name="csY81" fmla="*/ 316195 h 1277787"/>
              <a:gd name="csX82" fmla="*/ 8109959 w 8639993"/>
              <a:gd name="csY82" fmla="*/ 299103 h 1277787"/>
              <a:gd name="csX83" fmla="*/ 8161234 w 8639993"/>
              <a:gd name="csY83" fmla="*/ 282012 h 1277787"/>
              <a:gd name="csX84" fmla="*/ 8323604 w 8639993"/>
              <a:gd name="csY84" fmla="*/ 290558 h 1277787"/>
              <a:gd name="csX85" fmla="*/ 8485974 w 8639993"/>
              <a:gd name="csY85" fmla="*/ 282012 h 1277787"/>
              <a:gd name="csX86" fmla="*/ 8622707 w 8639993"/>
              <a:gd name="csY86" fmla="*/ 282012 h 1277787"/>
              <a:gd name="csX87" fmla="*/ 8639799 w 8639993"/>
              <a:gd name="csY87" fmla="*/ 1213503 h 1277787"/>
              <a:gd name="csX88" fmla="*/ 8631253 w 8639993"/>
              <a:gd name="csY88" fmla="*/ 1196412 h 1277787"/>
              <a:gd name="csX0" fmla="*/ 0 w 8639993"/>
              <a:gd name="csY0" fmla="*/ 213645 h 1262509"/>
              <a:gd name="csX1" fmla="*/ 470019 w 8639993"/>
              <a:gd name="csY1" fmla="*/ 213645 h 1262509"/>
              <a:gd name="csX2" fmla="*/ 632389 w 8639993"/>
              <a:gd name="csY2" fmla="*/ 196554 h 1262509"/>
              <a:gd name="csX3" fmla="*/ 717847 w 8639993"/>
              <a:gd name="csY3" fmla="*/ 188008 h 1262509"/>
              <a:gd name="csX4" fmla="*/ 803305 w 8639993"/>
              <a:gd name="csY4" fmla="*/ 179462 h 1262509"/>
              <a:gd name="csX5" fmla="*/ 1452785 w 8639993"/>
              <a:gd name="csY5" fmla="*/ 162371 h 1262509"/>
              <a:gd name="csX6" fmla="*/ 1546789 w 8639993"/>
              <a:gd name="csY6" fmla="*/ 145279 h 1262509"/>
              <a:gd name="csX7" fmla="*/ 1580972 w 8639993"/>
              <a:gd name="csY7" fmla="*/ 136733 h 1262509"/>
              <a:gd name="csX8" fmla="*/ 1615156 w 8639993"/>
              <a:gd name="csY8" fmla="*/ 145279 h 1262509"/>
              <a:gd name="csX9" fmla="*/ 1640793 w 8639993"/>
              <a:gd name="csY9" fmla="*/ 162371 h 1262509"/>
              <a:gd name="csX10" fmla="*/ 1700614 w 8639993"/>
              <a:gd name="csY10" fmla="*/ 188008 h 1262509"/>
              <a:gd name="csX11" fmla="*/ 1862984 w 8639993"/>
              <a:gd name="csY11" fmla="*/ 205100 h 1262509"/>
              <a:gd name="csX12" fmla="*/ 1922804 w 8639993"/>
              <a:gd name="csY12" fmla="*/ 213645 h 1262509"/>
              <a:gd name="csX13" fmla="*/ 1956987 w 8639993"/>
              <a:gd name="csY13" fmla="*/ 222191 h 1262509"/>
              <a:gd name="csX14" fmla="*/ 2076628 w 8639993"/>
              <a:gd name="csY14" fmla="*/ 230737 h 1262509"/>
              <a:gd name="csX15" fmla="*/ 2281728 w 8639993"/>
              <a:gd name="csY15" fmla="*/ 222191 h 1262509"/>
              <a:gd name="csX16" fmla="*/ 2444098 w 8639993"/>
              <a:gd name="csY16" fmla="*/ 213645 h 1262509"/>
              <a:gd name="csX17" fmla="*/ 2709017 w 8639993"/>
              <a:gd name="csY17" fmla="*/ 222191 h 1262509"/>
              <a:gd name="csX18" fmla="*/ 2820113 w 8639993"/>
              <a:gd name="csY18" fmla="*/ 230737 h 1262509"/>
              <a:gd name="csX19" fmla="*/ 3050849 w 8639993"/>
              <a:gd name="csY19" fmla="*/ 213645 h 1262509"/>
              <a:gd name="csX20" fmla="*/ 3085032 w 8639993"/>
              <a:gd name="csY20" fmla="*/ 205100 h 1262509"/>
              <a:gd name="csX21" fmla="*/ 3418318 w 8639993"/>
              <a:gd name="csY21" fmla="*/ 188008 h 1262509"/>
              <a:gd name="csX22" fmla="*/ 3512322 w 8639993"/>
              <a:gd name="csY22" fmla="*/ 162371 h 1262509"/>
              <a:gd name="csX23" fmla="*/ 3683238 w 8639993"/>
              <a:gd name="csY23" fmla="*/ 170916 h 1262509"/>
              <a:gd name="csX24" fmla="*/ 3717421 w 8639993"/>
              <a:gd name="csY24" fmla="*/ 179462 h 1262509"/>
              <a:gd name="csX25" fmla="*/ 3828516 w 8639993"/>
              <a:gd name="csY25" fmla="*/ 205100 h 1262509"/>
              <a:gd name="csX26" fmla="*/ 3999432 w 8639993"/>
              <a:gd name="csY26" fmla="*/ 196554 h 1262509"/>
              <a:gd name="csX27" fmla="*/ 4025070 w 8639993"/>
              <a:gd name="csY27" fmla="*/ 188008 h 1262509"/>
              <a:gd name="csX28" fmla="*/ 4076344 w 8639993"/>
              <a:gd name="csY28" fmla="*/ 179462 h 1262509"/>
              <a:gd name="csX29" fmla="*/ 4101982 w 8639993"/>
              <a:gd name="csY29" fmla="*/ 170916 h 1262509"/>
              <a:gd name="csX30" fmla="*/ 4153257 w 8639993"/>
              <a:gd name="csY30" fmla="*/ 162371 h 1262509"/>
              <a:gd name="csX31" fmla="*/ 4298535 w 8639993"/>
              <a:gd name="csY31" fmla="*/ 145279 h 1262509"/>
              <a:gd name="csX32" fmla="*/ 4469451 w 8639993"/>
              <a:gd name="csY32" fmla="*/ 153825 h 1262509"/>
              <a:gd name="csX33" fmla="*/ 4503634 w 8639993"/>
              <a:gd name="csY33" fmla="*/ 162371 h 1262509"/>
              <a:gd name="csX34" fmla="*/ 4546363 w 8639993"/>
              <a:gd name="csY34" fmla="*/ 170916 h 1262509"/>
              <a:gd name="csX35" fmla="*/ 4640367 w 8639993"/>
              <a:gd name="csY35" fmla="*/ 179462 h 1262509"/>
              <a:gd name="csX36" fmla="*/ 4666004 w 8639993"/>
              <a:gd name="csY36" fmla="*/ 188008 h 1262509"/>
              <a:gd name="csX37" fmla="*/ 4700187 w 8639993"/>
              <a:gd name="csY37" fmla="*/ 205100 h 1262509"/>
              <a:gd name="csX38" fmla="*/ 4734371 w 8639993"/>
              <a:gd name="csY38" fmla="*/ 213645 h 1262509"/>
              <a:gd name="csX39" fmla="*/ 4777100 w 8639993"/>
              <a:gd name="csY39" fmla="*/ 230737 h 1262509"/>
              <a:gd name="csX40" fmla="*/ 4862557 w 8639993"/>
              <a:gd name="csY40" fmla="*/ 247829 h 1262509"/>
              <a:gd name="csX41" fmla="*/ 4905286 w 8639993"/>
              <a:gd name="csY41" fmla="*/ 256374 h 1262509"/>
              <a:gd name="csX42" fmla="*/ 4948015 w 8639993"/>
              <a:gd name="csY42" fmla="*/ 273466 h 1262509"/>
              <a:gd name="csX43" fmla="*/ 5033473 w 8639993"/>
              <a:gd name="csY43" fmla="*/ 290558 h 1262509"/>
              <a:gd name="csX44" fmla="*/ 5153114 w 8639993"/>
              <a:gd name="csY44" fmla="*/ 307649 h 1262509"/>
              <a:gd name="csX45" fmla="*/ 5580404 w 8639993"/>
              <a:gd name="csY45" fmla="*/ 299103 h 1262509"/>
              <a:gd name="csX46" fmla="*/ 5640225 w 8639993"/>
              <a:gd name="csY46" fmla="*/ 282012 h 1262509"/>
              <a:gd name="csX47" fmla="*/ 5708591 w 8639993"/>
              <a:gd name="csY47" fmla="*/ 264920 h 1262509"/>
              <a:gd name="csX48" fmla="*/ 5776957 w 8639993"/>
              <a:gd name="csY48" fmla="*/ 247829 h 1262509"/>
              <a:gd name="csX49" fmla="*/ 5922236 w 8639993"/>
              <a:gd name="csY49" fmla="*/ 230737 h 1262509"/>
              <a:gd name="csX50" fmla="*/ 5990602 w 8639993"/>
              <a:gd name="csY50" fmla="*/ 222191 h 1262509"/>
              <a:gd name="csX51" fmla="*/ 6041877 w 8639993"/>
              <a:gd name="csY51" fmla="*/ 188008 h 1262509"/>
              <a:gd name="csX52" fmla="*/ 6076060 w 8639993"/>
              <a:gd name="csY52" fmla="*/ 162371 h 1262509"/>
              <a:gd name="csX53" fmla="*/ 6101698 w 8639993"/>
              <a:gd name="csY53" fmla="*/ 136733 h 1262509"/>
              <a:gd name="csX54" fmla="*/ 6161518 w 8639993"/>
              <a:gd name="csY54" fmla="*/ 119642 h 1262509"/>
              <a:gd name="csX55" fmla="*/ 6306797 w 8639993"/>
              <a:gd name="csY55" fmla="*/ 136733 h 1262509"/>
              <a:gd name="csX56" fmla="*/ 6332434 w 8639993"/>
              <a:gd name="csY56" fmla="*/ 145279 h 1262509"/>
              <a:gd name="csX57" fmla="*/ 6409346 w 8639993"/>
              <a:gd name="csY57" fmla="*/ 162371 h 1262509"/>
              <a:gd name="csX58" fmla="*/ 6460621 w 8639993"/>
              <a:gd name="csY58" fmla="*/ 179462 h 1262509"/>
              <a:gd name="csX59" fmla="*/ 6511896 w 8639993"/>
              <a:gd name="csY59" fmla="*/ 188008 h 1262509"/>
              <a:gd name="csX60" fmla="*/ 6631537 w 8639993"/>
              <a:gd name="csY60" fmla="*/ 213645 h 1262509"/>
              <a:gd name="csX61" fmla="*/ 6716995 w 8639993"/>
              <a:gd name="csY61" fmla="*/ 222191 h 1262509"/>
              <a:gd name="csX62" fmla="*/ 6759724 w 8639993"/>
              <a:gd name="csY62" fmla="*/ 230737 h 1262509"/>
              <a:gd name="csX63" fmla="*/ 7169922 w 8639993"/>
              <a:gd name="csY63" fmla="*/ 247829 h 1262509"/>
              <a:gd name="csX64" fmla="*/ 7187014 w 8639993"/>
              <a:gd name="csY64" fmla="*/ 273466 h 1262509"/>
              <a:gd name="csX65" fmla="*/ 7298109 w 8639993"/>
              <a:gd name="csY65" fmla="*/ 247829 h 1262509"/>
              <a:gd name="csX66" fmla="*/ 7323746 w 8639993"/>
              <a:gd name="csY66" fmla="*/ 222191 h 1262509"/>
              <a:gd name="csX67" fmla="*/ 7417750 w 8639993"/>
              <a:gd name="csY67" fmla="*/ 102550 h 1262509"/>
              <a:gd name="csX68" fmla="*/ 7469025 w 8639993"/>
              <a:gd name="csY68" fmla="*/ 34184 h 1262509"/>
              <a:gd name="csX69" fmla="*/ 7528845 w 8639993"/>
              <a:gd name="csY69" fmla="*/ 0 h 1262509"/>
              <a:gd name="csX70" fmla="*/ 7605757 w 8639993"/>
              <a:gd name="csY70" fmla="*/ 42729 h 1262509"/>
              <a:gd name="csX71" fmla="*/ 7631395 w 8639993"/>
              <a:gd name="csY71" fmla="*/ 68367 h 1262509"/>
              <a:gd name="csX72" fmla="*/ 7657032 w 8639993"/>
              <a:gd name="csY72" fmla="*/ 85458 h 1262509"/>
              <a:gd name="csX73" fmla="*/ 7682670 w 8639993"/>
              <a:gd name="csY73" fmla="*/ 111096 h 1262509"/>
              <a:gd name="csX74" fmla="*/ 7716853 w 8639993"/>
              <a:gd name="csY74" fmla="*/ 136733 h 1262509"/>
              <a:gd name="csX75" fmla="*/ 7742490 w 8639993"/>
              <a:gd name="csY75" fmla="*/ 162371 h 1262509"/>
              <a:gd name="csX76" fmla="*/ 7802311 w 8639993"/>
              <a:gd name="csY76" fmla="*/ 205100 h 1262509"/>
              <a:gd name="csX77" fmla="*/ 7827948 w 8639993"/>
              <a:gd name="csY77" fmla="*/ 239283 h 1262509"/>
              <a:gd name="csX78" fmla="*/ 7853585 w 8639993"/>
              <a:gd name="csY78" fmla="*/ 256374 h 1262509"/>
              <a:gd name="csX79" fmla="*/ 7887769 w 8639993"/>
              <a:gd name="csY79" fmla="*/ 290558 h 1262509"/>
              <a:gd name="csX80" fmla="*/ 7921952 w 8639993"/>
              <a:gd name="csY80" fmla="*/ 299103 h 1262509"/>
              <a:gd name="csX81" fmla="*/ 7964681 w 8639993"/>
              <a:gd name="csY81" fmla="*/ 316195 h 1262509"/>
              <a:gd name="csX82" fmla="*/ 8109959 w 8639993"/>
              <a:gd name="csY82" fmla="*/ 299103 h 1262509"/>
              <a:gd name="csX83" fmla="*/ 8161234 w 8639993"/>
              <a:gd name="csY83" fmla="*/ 282012 h 1262509"/>
              <a:gd name="csX84" fmla="*/ 8323604 w 8639993"/>
              <a:gd name="csY84" fmla="*/ 290558 h 1262509"/>
              <a:gd name="csX85" fmla="*/ 8485974 w 8639993"/>
              <a:gd name="csY85" fmla="*/ 282012 h 1262509"/>
              <a:gd name="csX86" fmla="*/ 8622707 w 8639993"/>
              <a:gd name="csY86" fmla="*/ 282012 h 1262509"/>
              <a:gd name="csX87" fmla="*/ 8639799 w 8639993"/>
              <a:gd name="csY87" fmla="*/ 1213503 h 1262509"/>
              <a:gd name="csX88" fmla="*/ 1093863 w 8639993"/>
              <a:gd name="csY88" fmla="*/ 1110954 h 1262509"/>
              <a:gd name="csX0" fmla="*/ 0 w 8639993"/>
              <a:gd name="csY0" fmla="*/ 213645 h 1282034"/>
              <a:gd name="csX1" fmla="*/ 470019 w 8639993"/>
              <a:gd name="csY1" fmla="*/ 213645 h 1282034"/>
              <a:gd name="csX2" fmla="*/ 632389 w 8639993"/>
              <a:gd name="csY2" fmla="*/ 196554 h 1282034"/>
              <a:gd name="csX3" fmla="*/ 717847 w 8639993"/>
              <a:gd name="csY3" fmla="*/ 188008 h 1282034"/>
              <a:gd name="csX4" fmla="*/ 803305 w 8639993"/>
              <a:gd name="csY4" fmla="*/ 179462 h 1282034"/>
              <a:gd name="csX5" fmla="*/ 1452785 w 8639993"/>
              <a:gd name="csY5" fmla="*/ 162371 h 1282034"/>
              <a:gd name="csX6" fmla="*/ 1546789 w 8639993"/>
              <a:gd name="csY6" fmla="*/ 145279 h 1282034"/>
              <a:gd name="csX7" fmla="*/ 1580972 w 8639993"/>
              <a:gd name="csY7" fmla="*/ 136733 h 1282034"/>
              <a:gd name="csX8" fmla="*/ 1615156 w 8639993"/>
              <a:gd name="csY8" fmla="*/ 145279 h 1282034"/>
              <a:gd name="csX9" fmla="*/ 1640793 w 8639993"/>
              <a:gd name="csY9" fmla="*/ 162371 h 1282034"/>
              <a:gd name="csX10" fmla="*/ 1700614 w 8639993"/>
              <a:gd name="csY10" fmla="*/ 188008 h 1282034"/>
              <a:gd name="csX11" fmla="*/ 1862984 w 8639993"/>
              <a:gd name="csY11" fmla="*/ 205100 h 1282034"/>
              <a:gd name="csX12" fmla="*/ 1922804 w 8639993"/>
              <a:gd name="csY12" fmla="*/ 213645 h 1282034"/>
              <a:gd name="csX13" fmla="*/ 1956987 w 8639993"/>
              <a:gd name="csY13" fmla="*/ 222191 h 1282034"/>
              <a:gd name="csX14" fmla="*/ 2076628 w 8639993"/>
              <a:gd name="csY14" fmla="*/ 230737 h 1282034"/>
              <a:gd name="csX15" fmla="*/ 2281728 w 8639993"/>
              <a:gd name="csY15" fmla="*/ 222191 h 1282034"/>
              <a:gd name="csX16" fmla="*/ 2444098 w 8639993"/>
              <a:gd name="csY16" fmla="*/ 213645 h 1282034"/>
              <a:gd name="csX17" fmla="*/ 2709017 w 8639993"/>
              <a:gd name="csY17" fmla="*/ 222191 h 1282034"/>
              <a:gd name="csX18" fmla="*/ 2820113 w 8639993"/>
              <a:gd name="csY18" fmla="*/ 230737 h 1282034"/>
              <a:gd name="csX19" fmla="*/ 3050849 w 8639993"/>
              <a:gd name="csY19" fmla="*/ 213645 h 1282034"/>
              <a:gd name="csX20" fmla="*/ 3085032 w 8639993"/>
              <a:gd name="csY20" fmla="*/ 205100 h 1282034"/>
              <a:gd name="csX21" fmla="*/ 3418318 w 8639993"/>
              <a:gd name="csY21" fmla="*/ 188008 h 1282034"/>
              <a:gd name="csX22" fmla="*/ 3512322 w 8639993"/>
              <a:gd name="csY22" fmla="*/ 162371 h 1282034"/>
              <a:gd name="csX23" fmla="*/ 3683238 w 8639993"/>
              <a:gd name="csY23" fmla="*/ 170916 h 1282034"/>
              <a:gd name="csX24" fmla="*/ 3717421 w 8639993"/>
              <a:gd name="csY24" fmla="*/ 179462 h 1282034"/>
              <a:gd name="csX25" fmla="*/ 3828516 w 8639993"/>
              <a:gd name="csY25" fmla="*/ 205100 h 1282034"/>
              <a:gd name="csX26" fmla="*/ 3999432 w 8639993"/>
              <a:gd name="csY26" fmla="*/ 196554 h 1282034"/>
              <a:gd name="csX27" fmla="*/ 4025070 w 8639993"/>
              <a:gd name="csY27" fmla="*/ 188008 h 1282034"/>
              <a:gd name="csX28" fmla="*/ 4076344 w 8639993"/>
              <a:gd name="csY28" fmla="*/ 179462 h 1282034"/>
              <a:gd name="csX29" fmla="*/ 4101982 w 8639993"/>
              <a:gd name="csY29" fmla="*/ 170916 h 1282034"/>
              <a:gd name="csX30" fmla="*/ 4153257 w 8639993"/>
              <a:gd name="csY30" fmla="*/ 162371 h 1282034"/>
              <a:gd name="csX31" fmla="*/ 4298535 w 8639993"/>
              <a:gd name="csY31" fmla="*/ 145279 h 1282034"/>
              <a:gd name="csX32" fmla="*/ 4469451 w 8639993"/>
              <a:gd name="csY32" fmla="*/ 153825 h 1282034"/>
              <a:gd name="csX33" fmla="*/ 4503634 w 8639993"/>
              <a:gd name="csY33" fmla="*/ 162371 h 1282034"/>
              <a:gd name="csX34" fmla="*/ 4546363 w 8639993"/>
              <a:gd name="csY34" fmla="*/ 170916 h 1282034"/>
              <a:gd name="csX35" fmla="*/ 4640367 w 8639993"/>
              <a:gd name="csY35" fmla="*/ 179462 h 1282034"/>
              <a:gd name="csX36" fmla="*/ 4666004 w 8639993"/>
              <a:gd name="csY36" fmla="*/ 188008 h 1282034"/>
              <a:gd name="csX37" fmla="*/ 4700187 w 8639993"/>
              <a:gd name="csY37" fmla="*/ 205100 h 1282034"/>
              <a:gd name="csX38" fmla="*/ 4734371 w 8639993"/>
              <a:gd name="csY38" fmla="*/ 213645 h 1282034"/>
              <a:gd name="csX39" fmla="*/ 4777100 w 8639993"/>
              <a:gd name="csY39" fmla="*/ 230737 h 1282034"/>
              <a:gd name="csX40" fmla="*/ 4862557 w 8639993"/>
              <a:gd name="csY40" fmla="*/ 247829 h 1282034"/>
              <a:gd name="csX41" fmla="*/ 4905286 w 8639993"/>
              <a:gd name="csY41" fmla="*/ 256374 h 1282034"/>
              <a:gd name="csX42" fmla="*/ 4948015 w 8639993"/>
              <a:gd name="csY42" fmla="*/ 273466 h 1282034"/>
              <a:gd name="csX43" fmla="*/ 5033473 w 8639993"/>
              <a:gd name="csY43" fmla="*/ 290558 h 1282034"/>
              <a:gd name="csX44" fmla="*/ 5153114 w 8639993"/>
              <a:gd name="csY44" fmla="*/ 307649 h 1282034"/>
              <a:gd name="csX45" fmla="*/ 5580404 w 8639993"/>
              <a:gd name="csY45" fmla="*/ 299103 h 1282034"/>
              <a:gd name="csX46" fmla="*/ 5640225 w 8639993"/>
              <a:gd name="csY46" fmla="*/ 282012 h 1282034"/>
              <a:gd name="csX47" fmla="*/ 5708591 w 8639993"/>
              <a:gd name="csY47" fmla="*/ 264920 h 1282034"/>
              <a:gd name="csX48" fmla="*/ 5776957 w 8639993"/>
              <a:gd name="csY48" fmla="*/ 247829 h 1282034"/>
              <a:gd name="csX49" fmla="*/ 5922236 w 8639993"/>
              <a:gd name="csY49" fmla="*/ 230737 h 1282034"/>
              <a:gd name="csX50" fmla="*/ 5990602 w 8639993"/>
              <a:gd name="csY50" fmla="*/ 222191 h 1282034"/>
              <a:gd name="csX51" fmla="*/ 6041877 w 8639993"/>
              <a:gd name="csY51" fmla="*/ 188008 h 1282034"/>
              <a:gd name="csX52" fmla="*/ 6076060 w 8639993"/>
              <a:gd name="csY52" fmla="*/ 162371 h 1282034"/>
              <a:gd name="csX53" fmla="*/ 6101698 w 8639993"/>
              <a:gd name="csY53" fmla="*/ 136733 h 1282034"/>
              <a:gd name="csX54" fmla="*/ 6161518 w 8639993"/>
              <a:gd name="csY54" fmla="*/ 119642 h 1282034"/>
              <a:gd name="csX55" fmla="*/ 6306797 w 8639993"/>
              <a:gd name="csY55" fmla="*/ 136733 h 1282034"/>
              <a:gd name="csX56" fmla="*/ 6332434 w 8639993"/>
              <a:gd name="csY56" fmla="*/ 145279 h 1282034"/>
              <a:gd name="csX57" fmla="*/ 6409346 w 8639993"/>
              <a:gd name="csY57" fmla="*/ 162371 h 1282034"/>
              <a:gd name="csX58" fmla="*/ 6460621 w 8639993"/>
              <a:gd name="csY58" fmla="*/ 179462 h 1282034"/>
              <a:gd name="csX59" fmla="*/ 6511896 w 8639993"/>
              <a:gd name="csY59" fmla="*/ 188008 h 1282034"/>
              <a:gd name="csX60" fmla="*/ 6631537 w 8639993"/>
              <a:gd name="csY60" fmla="*/ 213645 h 1282034"/>
              <a:gd name="csX61" fmla="*/ 6716995 w 8639993"/>
              <a:gd name="csY61" fmla="*/ 222191 h 1282034"/>
              <a:gd name="csX62" fmla="*/ 6759724 w 8639993"/>
              <a:gd name="csY62" fmla="*/ 230737 h 1282034"/>
              <a:gd name="csX63" fmla="*/ 7169922 w 8639993"/>
              <a:gd name="csY63" fmla="*/ 247829 h 1282034"/>
              <a:gd name="csX64" fmla="*/ 7187014 w 8639993"/>
              <a:gd name="csY64" fmla="*/ 273466 h 1282034"/>
              <a:gd name="csX65" fmla="*/ 7298109 w 8639993"/>
              <a:gd name="csY65" fmla="*/ 247829 h 1282034"/>
              <a:gd name="csX66" fmla="*/ 7323746 w 8639993"/>
              <a:gd name="csY66" fmla="*/ 222191 h 1282034"/>
              <a:gd name="csX67" fmla="*/ 7417750 w 8639993"/>
              <a:gd name="csY67" fmla="*/ 102550 h 1282034"/>
              <a:gd name="csX68" fmla="*/ 7469025 w 8639993"/>
              <a:gd name="csY68" fmla="*/ 34184 h 1282034"/>
              <a:gd name="csX69" fmla="*/ 7528845 w 8639993"/>
              <a:gd name="csY69" fmla="*/ 0 h 1282034"/>
              <a:gd name="csX70" fmla="*/ 7605757 w 8639993"/>
              <a:gd name="csY70" fmla="*/ 42729 h 1282034"/>
              <a:gd name="csX71" fmla="*/ 7631395 w 8639993"/>
              <a:gd name="csY71" fmla="*/ 68367 h 1282034"/>
              <a:gd name="csX72" fmla="*/ 7657032 w 8639993"/>
              <a:gd name="csY72" fmla="*/ 85458 h 1282034"/>
              <a:gd name="csX73" fmla="*/ 7682670 w 8639993"/>
              <a:gd name="csY73" fmla="*/ 111096 h 1282034"/>
              <a:gd name="csX74" fmla="*/ 7716853 w 8639993"/>
              <a:gd name="csY74" fmla="*/ 136733 h 1282034"/>
              <a:gd name="csX75" fmla="*/ 7742490 w 8639993"/>
              <a:gd name="csY75" fmla="*/ 162371 h 1282034"/>
              <a:gd name="csX76" fmla="*/ 7802311 w 8639993"/>
              <a:gd name="csY76" fmla="*/ 205100 h 1282034"/>
              <a:gd name="csX77" fmla="*/ 7827948 w 8639993"/>
              <a:gd name="csY77" fmla="*/ 239283 h 1282034"/>
              <a:gd name="csX78" fmla="*/ 7853585 w 8639993"/>
              <a:gd name="csY78" fmla="*/ 256374 h 1282034"/>
              <a:gd name="csX79" fmla="*/ 7887769 w 8639993"/>
              <a:gd name="csY79" fmla="*/ 290558 h 1282034"/>
              <a:gd name="csX80" fmla="*/ 7921952 w 8639993"/>
              <a:gd name="csY80" fmla="*/ 299103 h 1282034"/>
              <a:gd name="csX81" fmla="*/ 7964681 w 8639993"/>
              <a:gd name="csY81" fmla="*/ 316195 h 1282034"/>
              <a:gd name="csX82" fmla="*/ 8109959 w 8639993"/>
              <a:gd name="csY82" fmla="*/ 299103 h 1282034"/>
              <a:gd name="csX83" fmla="*/ 8161234 w 8639993"/>
              <a:gd name="csY83" fmla="*/ 282012 h 1282034"/>
              <a:gd name="csX84" fmla="*/ 8323604 w 8639993"/>
              <a:gd name="csY84" fmla="*/ 290558 h 1282034"/>
              <a:gd name="csX85" fmla="*/ 8485974 w 8639993"/>
              <a:gd name="csY85" fmla="*/ 282012 h 1282034"/>
              <a:gd name="csX86" fmla="*/ 8622707 w 8639993"/>
              <a:gd name="csY86" fmla="*/ 282012 h 1282034"/>
              <a:gd name="csX87" fmla="*/ 8639799 w 8639993"/>
              <a:gd name="csY87" fmla="*/ 1213503 h 1282034"/>
              <a:gd name="csX88" fmla="*/ 8547 w 8639993"/>
              <a:gd name="csY88" fmla="*/ 1213504 h 1282034"/>
              <a:gd name="csX0" fmla="*/ 625920 w 9265913"/>
              <a:gd name="csY0" fmla="*/ 213645 h 1282034"/>
              <a:gd name="csX1" fmla="*/ 1095939 w 9265913"/>
              <a:gd name="csY1" fmla="*/ 213645 h 1282034"/>
              <a:gd name="csX2" fmla="*/ 1258309 w 9265913"/>
              <a:gd name="csY2" fmla="*/ 196554 h 1282034"/>
              <a:gd name="csX3" fmla="*/ 1343767 w 9265913"/>
              <a:gd name="csY3" fmla="*/ 188008 h 1282034"/>
              <a:gd name="csX4" fmla="*/ 1429225 w 9265913"/>
              <a:gd name="csY4" fmla="*/ 179462 h 1282034"/>
              <a:gd name="csX5" fmla="*/ 2078705 w 9265913"/>
              <a:gd name="csY5" fmla="*/ 162371 h 1282034"/>
              <a:gd name="csX6" fmla="*/ 2172709 w 9265913"/>
              <a:gd name="csY6" fmla="*/ 145279 h 1282034"/>
              <a:gd name="csX7" fmla="*/ 2206892 w 9265913"/>
              <a:gd name="csY7" fmla="*/ 136733 h 1282034"/>
              <a:gd name="csX8" fmla="*/ 2241076 w 9265913"/>
              <a:gd name="csY8" fmla="*/ 145279 h 1282034"/>
              <a:gd name="csX9" fmla="*/ 2266713 w 9265913"/>
              <a:gd name="csY9" fmla="*/ 162371 h 1282034"/>
              <a:gd name="csX10" fmla="*/ 2326534 w 9265913"/>
              <a:gd name="csY10" fmla="*/ 188008 h 1282034"/>
              <a:gd name="csX11" fmla="*/ 2488904 w 9265913"/>
              <a:gd name="csY11" fmla="*/ 205100 h 1282034"/>
              <a:gd name="csX12" fmla="*/ 2548724 w 9265913"/>
              <a:gd name="csY12" fmla="*/ 213645 h 1282034"/>
              <a:gd name="csX13" fmla="*/ 2582907 w 9265913"/>
              <a:gd name="csY13" fmla="*/ 222191 h 1282034"/>
              <a:gd name="csX14" fmla="*/ 2702548 w 9265913"/>
              <a:gd name="csY14" fmla="*/ 230737 h 1282034"/>
              <a:gd name="csX15" fmla="*/ 2907648 w 9265913"/>
              <a:gd name="csY15" fmla="*/ 222191 h 1282034"/>
              <a:gd name="csX16" fmla="*/ 3070018 w 9265913"/>
              <a:gd name="csY16" fmla="*/ 213645 h 1282034"/>
              <a:gd name="csX17" fmla="*/ 3334937 w 9265913"/>
              <a:gd name="csY17" fmla="*/ 222191 h 1282034"/>
              <a:gd name="csX18" fmla="*/ 3446033 w 9265913"/>
              <a:gd name="csY18" fmla="*/ 230737 h 1282034"/>
              <a:gd name="csX19" fmla="*/ 3676769 w 9265913"/>
              <a:gd name="csY19" fmla="*/ 213645 h 1282034"/>
              <a:gd name="csX20" fmla="*/ 3710952 w 9265913"/>
              <a:gd name="csY20" fmla="*/ 205100 h 1282034"/>
              <a:gd name="csX21" fmla="*/ 4044238 w 9265913"/>
              <a:gd name="csY21" fmla="*/ 188008 h 1282034"/>
              <a:gd name="csX22" fmla="*/ 4138242 w 9265913"/>
              <a:gd name="csY22" fmla="*/ 162371 h 1282034"/>
              <a:gd name="csX23" fmla="*/ 4309158 w 9265913"/>
              <a:gd name="csY23" fmla="*/ 170916 h 1282034"/>
              <a:gd name="csX24" fmla="*/ 4343341 w 9265913"/>
              <a:gd name="csY24" fmla="*/ 179462 h 1282034"/>
              <a:gd name="csX25" fmla="*/ 4454436 w 9265913"/>
              <a:gd name="csY25" fmla="*/ 205100 h 1282034"/>
              <a:gd name="csX26" fmla="*/ 4625352 w 9265913"/>
              <a:gd name="csY26" fmla="*/ 196554 h 1282034"/>
              <a:gd name="csX27" fmla="*/ 4650990 w 9265913"/>
              <a:gd name="csY27" fmla="*/ 188008 h 1282034"/>
              <a:gd name="csX28" fmla="*/ 4702264 w 9265913"/>
              <a:gd name="csY28" fmla="*/ 179462 h 1282034"/>
              <a:gd name="csX29" fmla="*/ 4727902 w 9265913"/>
              <a:gd name="csY29" fmla="*/ 170916 h 1282034"/>
              <a:gd name="csX30" fmla="*/ 4779177 w 9265913"/>
              <a:gd name="csY30" fmla="*/ 162371 h 1282034"/>
              <a:gd name="csX31" fmla="*/ 4924455 w 9265913"/>
              <a:gd name="csY31" fmla="*/ 145279 h 1282034"/>
              <a:gd name="csX32" fmla="*/ 5095371 w 9265913"/>
              <a:gd name="csY32" fmla="*/ 153825 h 1282034"/>
              <a:gd name="csX33" fmla="*/ 5129554 w 9265913"/>
              <a:gd name="csY33" fmla="*/ 162371 h 1282034"/>
              <a:gd name="csX34" fmla="*/ 5172283 w 9265913"/>
              <a:gd name="csY34" fmla="*/ 170916 h 1282034"/>
              <a:gd name="csX35" fmla="*/ 5266287 w 9265913"/>
              <a:gd name="csY35" fmla="*/ 179462 h 1282034"/>
              <a:gd name="csX36" fmla="*/ 5291924 w 9265913"/>
              <a:gd name="csY36" fmla="*/ 188008 h 1282034"/>
              <a:gd name="csX37" fmla="*/ 5326107 w 9265913"/>
              <a:gd name="csY37" fmla="*/ 205100 h 1282034"/>
              <a:gd name="csX38" fmla="*/ 5360291 w 9265913"/>
              <a:gd name="csY38" fmla="*/ 213645 h 1282034"/>
              <a:gd name="csX39" fmla="*/ 5403020 w 9265913"/>
              <a:gd name="csY39" fmla="*/ 230737 h 1282034"/>
              <a:gd name="csX40" fmla="*/ 5488477 w 9265913"/>
              <a:gd name="csY40" fmla="*/ 247829 h 1282034"/>
              <a:gd name="csX41" fmla="*/ 5531206 w 9265913"/>
              <a:gd name="csY41" fmla="*/ 256374 h 1282034"/>
              <a:gd name="csX42" fmla="*/ 5573935 w 9265913"/>
              <a:gd name="csY42" fmla="*/ 273466 h 1282034"/>
              <a:gd name="csX43" fmla="*/ 5659393 w 9265913"/>
              <a:gd name="csY43" fmla="*/ 290558 h 1282034"/>
              <a:gd name="csX44" fmla="*/ 5779034 w 9265913"/>
              <a:gd name="csY44" fmla="*/ 307649 h 1282034"/>
              <a:gd name="csX45" fmla="*/ 6206324 w 9265913"/>
              <a:gd name="csY45" fmla="*/ 299103 h 1282034"/>
              <a:gd name="csX46" fmla="*/ 6266145 w 9265913"/>
              <a:gd name="csY46" fmla="*/ 282012 h 1282034"/>
              <a:gd name="csX47" fmla="*/ 6334511 w 9265913"/>
              <a:gd name="csY47" fmla="*/ 264920 h 1282034"/>
              <a:gd name="csX48" fmla="*/ 6402877 w 9265913"/>
              <a:gd name="csY48" fmla="*/ 247829 h 1282034"/>
              <a:gd name="csX49" fmla="*/ 6548156 w 9265913"/>
              <a:gd name="csY49" fmla="*/ 230737 h 1282034"/>
              <a:gd name="csX50" fmla="*/ 6616522 w 9265913"/>
              <a:gd name="csY50" fmla="*/ 222191 h 1282034"/>
              <a:gd name="csX51" fmla="*/ 6667797 w 9265913"/>
              <a:gd name="csY51" fmla="*/ 188008 h 1282034"/>
              <a:gd name="csX52" fmla="*/ 6701980 w 9265913"/>
              <a:gd name="csY52" fmla="*/ 162371 h 1282034"/>
              <a:gd name="csX53" fmla="*/ 6727618 w 9265913"/>
              <a:gd name="csY53" fmla="*/ 136733 h 1282034"/>
              <a:gd name="csX54" fmla="*/ 6787438 w 9265913"/>
              <a:gd name="csY54" fmla="*/ 119642 h 1282034"/>
              <a:gd name="csX55" fmla="*/ 6932717 w 9265913"/>
              <a:gd name="csY55" fmla="*/ 136733 h 1282034"/>
              <a:gd name="csX56" fmla="*/ 6958354 w 9265913"/>
              <a:gd name="csY56" fmla="*/ 145279 h 1282034"/>
              <a:gd name="csX57" fmla="*/ 7035266 w 9265913"/>
              <a:gd name="csY57" fmla="*/ 162371 h 1282034"/>
              <a:gd name="csX58" fmla="*/ 7086541 w 9265913"/>
              <a:gd name="csY58" fmla="*/ 179462 h 1282034"/>
              <a:gd name="csX59" fmla="*/ 7137816 w 9265913"/>
              <a:gd name="csY59" fmla="*/ 188008 h 1282034"/>
              <a:gd name="csX60" fmla="*/ 7257457 w 9265913"/>
              <a:gd name="csY60" fmla="*/ 213645 h 1282034"/>
              <a:gd name="csX61" fmla="*/ 7342915 w 9265913"/>
              <a:gd name="csY61" fmla="*/ 222191 h 1282034"/>
              <a:gd name="csX62" fmla="*/ 7385644 w 9265913"/>
              <a:gd name="csY62" fmla="*/ 230737 h 1282034"/>
              <a:gd name="csX63" fmla="*/ 7795842 w 9265913"/>
              <a:gd name="csY63" fmla="*/ 247829 h 1282034"/>
              <a:gd name="csX64" fmla="*/ 7812934 w 9265913"/>
              <a:gd name="csY64" fmla="*/ 273466 h 1282034"/>
              <a:gd name="csX65" fmla="*/ 7924029 w 9265913"/>
              <a:gd name="csY65" fmla="*/ 247829 h 1282034"/>
              <a:gd name="csX66" fmla="*/ 7949666 w 9265913"/>
              <a:gd name="csY66" fmla="*/ 222191 h 1282034"/>
              <a:gd name="csX67" fmla="*/ 8043670 w 9265913"/>
              <a:gd name="csY67" fmla="*/ 102550 h 1282034"/>
              <a:gd name="csX68" fmla="*/ 8094945 w 9265913"/>
              <a:gd name="csY68" fmla="*/ 34184 h 1282034"/>
              <a:gd name="csX69" fmla="*/ 8154765 w 9265913"/>
              <a:gd name="csY69" fmla="*/ 0 h 1282034"/>
              <a:gd name="csX70" fmla="*/ 8231677 w 9265913"/>
              <a:gd name="csY70" fmla="*/ 42729 h 1282034"/>
              <a:gd name="csX71" fmla="*/ 8257315 w 9265913"/>
              <a:gd name="csY71" fmla="*/ 68367 h 1282034"/>
              <a:gd name="csX72" fmla="*/ 8282952 w 9265913"/>
              <a:gd name="csY72" fmla="*/ 85458 h 1282034"/>
              <a:gd name="csX73" fmla="*/ 8308590 w 9265913"/>
              <a:gd name="csY73" fmla="*/ 111096 h 1282034"/>
              <a:gd name="csX74" fmla="*/ 8342773 w 9265913"/>
              <a:gd name="csY74" fmla="*/ 136733 h 1282034"/>
              <a:gd name="csX75" fmla="*/ 8368410 w 9265913"/>
              <a:gd name="csY75" fmla="*/ 162371 h 1282034"/>
              <a:gd name="csX76" fmla="*/ 8428231 w 9265913"/>
              <a:gd name="csY76" fmla="*/ 205100 h 1282034"/>
              <a:gd name="csX77" fmla="*/ 8453868 w 9265913"/>
              <a:gd name="csY77" fmla="*/ 239283 h 1282034"/>
              <a:gd name="csX78" fmla="*/ 8479505 w 9265913"/>
              <a:gd name="csY78" fmla="*/ 256374 h 1282034"/>
              <a:gd name="csX79" fmla="*/ 8513689 w 9265913"/>
              <a:gd name="csY79" fmla="*/ 290558 h 1282034"/>
              <a:gd name="csX80" fmla="*/ 8547872 w 9265913"/>
              <a:gd name="csY80" fmla="*/ 299103 h 1282034"/>
              <a:gd name="csX81" fmla="*/ 8590601 w 9265913"/>
              <a:gd name="csY81" fmla="*/ 316195 h 1282034"/>
              <a:gd name="csX82" fmla="*/ 8735879 w 9265913"/>
              <a:gd name="csY82" fmla="*/ 299103 h 1282034"/>
              <a:gd name="csX83" fmla="*/ 8787154 w 9265913"/>
              <a:gd name="csY83" fmla="*/ 282012 h 1282034"/>
              <a:gd name="csX84" fmla="*/ 8949524 w 9265913"/>
              <a:gd name="csY84" fmla="*/ 290558 h 1282034"/>
              <a:gd name="csX85" fmla="*/ 9111894 w 9265913"/>
              <a:gd name="csY85" fmla="*/ 282012 h 1282034"/>
              <a:gd name="csX86" fmla="*/ 9248627 w 9265913"/>
              <a:gd name="csY86" fmla="*/ 282012 h 1282034"/>
              <a:gd name="csX87" fmla="*/ 9265719 w 9265913"/>
              <a:gd name="csY87" fmla="*/ 1213503 h 1282034"/>
              <a:gd name="csX88" fmla="*/ 634467 w 9265913"/>
              <a:gd name="csY88" fmla="*/ 1213504 h 1282034"/>
              <a:gd name="csX89" fmla="*/ 651558 w 9265913"/>
              <a:gd name="csY89" fmla="*/ 1187865 h 1282034"/>
              <a:gd name="csX0" fmla="*/ 625920 w 9265913"/>
              <a:gd name="csY0" fmla="*/ 213645 h 1282034"/>
              <a:gd name="csX1" fmla="*/ 1095939 w 9265913"/>
              <a:gd name="csY1" fmla="*/ 213645 h 1282034"/>
              <a:gd name="csX2" fmla="*/ 1258309 w 9265913"/>
              <a:gd name="csY2" fmla="*/ 196554 h 1282034"/>
              <a:gd name="csX3" fmla="*/ 1343767 w 9265913"/>
              <a:gd name="csY3" fmla="*/ 188008 h 1282034"/>
              <a:gd name="csX4" fmla="*/ 1429225 w 9265913"/>
              <a:gd name="csY4" fmla="*/ 179462 h 1282034"/>
              <a:gd name="csX5" fmla="*/ 2078705 w 9265913"/>
              <a:gd name="csY5" fmla="*/ 162371 h 1282034"/>
              <a:gd name="csX6" fmla="*/ 2172709 w 9265913"/>
              <a:gd name="csY6" fmla="*/ 145279 h 1282034"/>
              <a:gd name="csX7" fmla="*/ 2206892 w 9265913"/>
              <a:gd name="csY7" fmla="*/ 136733 h 1282034"/>
              <a:gd name="csX8" fmla="*/ 2241076 w 9265913"/>
              <a:gd name="csY8" fmla="*/ 145279 h 1282034"/>
              <a:gd name="csX9" fmla="*/ 2266713 w 9265913"/>
              <a:gd name="csY9" fmla="*/ 162371 h 1282034"/>
              <a:gd name="csX10" fmla="*/ 2326534 w 9265913"/>
              <a:gd name="csY10" fmla="*/ 188008 h 1282034"/>
              <a:gd name="csX11" fmla="*/ 2488904 w 9265913"/>
              <a:gd name="csY11" fmla="*/ 205100 h 1282034"/>
              <a:gd name="csX12" fmla="*/ 2548724 w 9265913"/>
              <a:gd name="csY12" fmla="*/ 213645 h 1282034"/>
              <a:gd name="csX13" fmla="*/ 2582907 w 9265913"/>
              <a:gd name="csY13" fmla="*/ 222191 h 1282034"/>
              <a:gd name="csX14" fmla="*/ 2702548 w 9265913"/>
              <a:gd name="csY14" fmla="*/ 230737 h 1282034"/>
              <a:gd name="csX15" fmla="*/ 2907648 w 9265913"/>
              <a:gd name="csY15" fmla="*/ 222191 h 1282034"/>
              <a:gd name="csX16" fmla="*/ 3070018 w 9265913"/>
              <a:gd name="csY16" fmla="*/ 213645 h 1282034"/>
              <a:gd name="csX17" fmla="*/ 3334937 w 9265913"/>
              <a:gd name="csY17" fmla="*/ 222191 h 1282034"/>
              <a:gd name="csX18" fmla="*/ 3446033 w 9265913"/>
              <a:gd name="csY18" fmla="*/ 230737 h 1282034"/>
              <a:gd name="csX19" fmla="*/ 3676769 w 9265913"/>
              <a:gd name="csY19" fmla="*/ 213645 h 1282034"/>
              <a:gd name="csX20" fmla="*/ 3710952 w 9265913"/>
              <a:gd name="csY20" fmla="*/ 205100 h 1282034"/>
              <a:gd name="csX21" fmla="*/ 4044238 w 9265913"/>
              <a:gd name="csY21" fmla="*/ 188008 h 1282034"/>
              <a:gd name="csX22" fmla="*/ 4138242 w 9265913"/>
              <a:gd name="csY22" fmla="*/ 162371 h 1282034"/>
              <a:gd name="csX23" fmla="*/ 4309158 w 9265913"/>
              <a:gd name="csY23" fmla="*/ 170916 h 1282034"/>
              <a:gd name="csX24" fmla="*/ 4343341 w 9265913"/>
              <a:gd name="csY24" fmla="*/ 179462 h 1282034"/>
              <a:gd name="csX25" fmla="*/ 4454436 w 9265913"/>
              <a:gd name="csY25" fmla="*/ 205100 h 1282034"/>
              <a:gd name="csX26" fmla="*/ 4625352 w 9265913"/>
              <a:gd name="csY26" fmla="*/ 196554 h 1282034"/>
              <a:gd name="csX27" fmla="*/ 4650990 w 9265913"/>
              <a:gd name="csY27" fmla="*/ 188008 h 1282034"/>
              <a:gd name="csX28" fmla="*/ 4702264 w 9265913"/>
              <a:gd name="csY28" fmla="*/ 179462 h 1282034"/>
              <a:gd name="csX29" fmla="*/ 4727902 w 9265913"/>
              <a:gd name="csY29" fmla="*/ 170916 h 1282034"/>
              <a:gd name="csX30" fmla="*/ 4779177 w 9265913"/>
              <a:gd name="csY30" fmla="*/ 162371 h 1282034"/>
              <a:gd name="csX31" fmla="*/ 4924455 w 9265913"/>
              <a:gd name="csY31" fmla="*/ 145279 h 1282034"/>
              <a:gd name="csX32" fmla="*/ 5095371 w 9265913"/>
              <a:gd name="csY32" fmla="*/ 153825 h 1282034"/>
              <a:gd name="csX33" fmla="*/ 5129554 w 9265913"/>
              <a:gd name="csY33" fmla="*/ 162371 h 1282034"/>
              <a:gd name="csX34" fmla="*/ 5172283 w 9265913"/>
              <a:gd name="csY34" fmla="*/ 170916 h 1282034"/>
              <a:gd name="csX35" fmla="*/ 5266287 w 9265913"/>
              <a:gd name="csY35" fmla="*/ 179462 h 1282034"/>
              <a:gd name="csX36" fmla="*/ 5291924 w 9265913"/>
              <a:gd name="csY36" fmla="*/ 188008 h 1282034"/>
              <a:gd name="csX37" fmla="*/ 5326107 w 9265913"/>
              <a:gd name="csY37" fmla="*/ 205100 h 1282034"/>
              <a:gd name="csX38" fmla="*/ 5360291 w 9265913"/>
              <a:gd name="csY38" fmla="*/ 213645 h 1282034"/>
              <a:gd name="csX39" fmla="*/ 5403020 w 9265913"/>
              <a:gd name="csY39" fmla="*/ 230737 h 1282034"/>
              <a:gd name="csX40" fmla="*/ 5488477 w 9265913"/>
              <a:gd name="csY40" fmla="*/ 247829 h 1282034"/>
              <a:gd name="csX41" fmla="*/ 5531206 w 9265913"/>
              <a:gd name="csY41" fmla="*/ 256374 h 1282034"/>
              <a:gd name="csX42" fmla="*/ 5573935 w 9265913"/>
              <a:gd name="csY42" fmla="*/ 273466 h 1282034"/>
              <a:gd name="csX43" fmla="*/ 5659393 w 9265913"/>
              <a:gd name="csY43" fmla="*/ 290558 h 1282034"/>
              <a:gd name="csX44" fmla="*/ 5779034 w 9265913"/>
              <a:gd name="csY44" fmla="*/ 307649 h 1282034"/>
              <a:gd name="csX45" fmla="*/ 6206324 w 9265913"/>
              <a:gd name="csY45" fmla="*/ 299103 h 1282034"/>
              <a:gd name="csX46" fmla="*/ 6266145 w 9265913"/>
              <a:gd name="csY46" fmla="*/ 282012 h 1282034"/>
              <a:gd name="csX47" fmla="*/ 6334511 w 9265913"/>
              <a:gd name="csY47" fmla="*/ 264920 h 1282034"/>
              <a:gd name="csX48" fmla="*/ 6402877 w 9265913"/>
              <a:gd name="csY48" fmla="*/ 247829 h 1282034"/>
              <a:gd name="csX49" fmla="*/ 6548156 w 9265913"/>
              <a:gd name="csY49" fmla="*/ 230737 h 1282034"/>
              <a:gd name="csX50" fmla="*/ 6616522 w 9265913"/>
              <a:gd name="csY50" fmla="*/ 222191 h 1282034"/>
              <a:gd name="csX51" fmla="*/ 6667797 w 9265913"/>
              <a:gd name="csY51" fmla="*/ 188008 h 1282034"/>
              <a:gd name="csX52" fmla="*/ 6701980 w 9265913"/>
              <a:gd name="csY52" fmla="*/ 162371 h 1282034"/>
              <a:gd name="csX53" fmla="*/ 6727618 w 9265913"/>
              <a:gd name="csY53" fmla="*/ 136733 h 1282034"/>
              <a:gd name="csX54" fmla="*/ 6787438 w 9265913"/>
              <a:gd name="csY54" fmla="*/ 119642 h 1282034"/>
              <a:gd name="csX55" fmla="*/ 6932717 w 9265913"/>
              <a:gd name="csY55" fmla="*/ 136733 h 1282034"/>
              <a:gd name="csX56" fmla="*/ 6958354 w 9265913"/>
              <a:gd name="csY56" fmla="*/ 145279 h 1282034"/>
              <a:gd name="csX57" fmla="*/ 7035266 w 9265913"/>
              <a:gd name="csY57" fmla="*/ 162371 h 1282034"/>
              <a:gd name="csX58" fmla="*/ 7086541 w 9265913"/>
              <a:gd name="csY58" fmla="*/ 179462 h 1282034"/>
              <a:gd name="csX59" fmla="*/ 7137816 w 9265913"/>
              <a:gd name="csY59" fmla="*/ 188008 h 1282034"/>
              <a:gd name="csX60" fmla="*/ 7257457 w 9265913"/>
              <a:gd name="csY60" fmla="*/ 213645 h 1282034"/>
              <a:gd name="csX61" fmla="*/ 7342915 w 9265913"/>
              <a:gd name="csY61" fmla="*/ 222191 h 1282034"/>
              <a:gd name="csX62" fmla="*/ 7385644 w 9265913"/>
              <a:gd name="csY62" fmla="*/ 230737 h 1282034"/>
              <a:gd name="csX63" fmla="*/ 7795842 w 9265913"/>
              <a:gd name="csY63" fmla="*/ 247829 h 1282034"/>
              <a:gd name="csX64" fmla="*/ 7812934 w 9265913"/>
              <a:gd name="csY64" fmla="*/ 273466 h 1282034"/>
              <a:gd name="csX65" fmla="*/ 7924029 w 9265913"/>
              <a:gd name="csY65" fmla="*/ 247829 h 1282034"/>
              <a:gd name="csX66" fmla="*/ 7949666 w 9265913"/>
              <a:gd name="csY66" fmla="*/ 222191 h 1282034"/>
              <a:gd name="csX67" fmla="*/ 8043670 w 9265913"/>
              <a:gd name="csY67" fmla="*/ 102550 h 1282034"/>
              <a:gd name="csX68" fmla="*/ 8094945 w 9265913"/>
              <a:gd name="csY68" fmla="*/ 34184 h 1282034"/>
              <a:gd name="csX69" fmla="*/ 8154765 w 9265913"/>
              <a:gd name="csY69" fmla="*/ 0 h 1282034"/>
              <a:gd name="csX70" fmla="*/ 8231677 w 9265913"/>
              <a:gd name="csY70" fmla="*/ 42729 h 1282034"/>
              <a:gd name="csX71" fmla="*/ 8257315 w 9265913"/>
              <a:gd name="csY71" fmla="*/ 68367 h 1282034"/>
              <a:gd name="csX72" fmla="*/ 8282952 w 9265913"/>
              <a:gd name="csY72" fmla="*/ 85458 h 1282034"/>
              <a:gd name="csX73" fmla="*/ 8308590 w 9265913"/>
              <a:gd name="csY73" fmla="*/ 111096 h 1282034"/>
              <a:gd name="csX74" fmla="*/ 8342773 w 9265913"/>
              <a:gd name="csY74" fmla="*/ 136733 h 1282034"/>
              <a:gd name="csX75" fmla="*/ 8368410 w 9265913"/>
              <a:gd name="csY75" fmla="*/ 162371 h 1282034"/>
              <a:gd name="csX76" fmla="*/ 8428231 w 9265913"/>
              <a:gd name="csY76" fmla="*/ 205100 h 1282034"/>
              <a:gd name="csX77" fmla="*/ 8453868 w 9265913"/>
              <a:gd name="csY77" fmla="*/ 239283 h 1282034"/>
              <a:gd name="csX78" fmla="*/ 8479505 w 9265913"/>
              <a:gd name="csY78" fmla="*/ 256374 h 1282034"/>
              <a:gd name="csX79" fmla="*/ 8513689 w 9265913"/>
              <a:gd name="csY79" fmla="*/ 290558 h 1282034"/>
              <a:gd name="csX80" fmla="*/ 8547872 w 9265913"/>
              <a:gd name="csY80" fmla="*/ 299103 h 1282034"/>
              <a:gd name="csX81" fmla="*/ 8590601 w 9265913"/>
              <a:gd name="csY81" fmla="*/ 316195 h 1282034"/>
              <a:gd name="csX82" fmla="*/ 8735879 w 9265913"/>
              <a:gd name="csY82" fmla="*/ 299103 h 1282034"/>
              <a:gd name="csX83" fmla="*/ 8787154 w 9265913"/>
              <a:gd name="csY83" fmla="*/ 282012 h 1282034"/>
              <a:gd name="csX84" fmla="*/ 8949524 w 9265913"/>
              <a:gd name="csY84" fmla="*/ 290558 h 1282034"/>
              <a:gd name="csX85" fmla="*/ 9111894 w 9265913"/>
              <a:gd name="csY85" fmla="*/ 282012 h 1282034"/>
              <a:gd name="csX86" fmla="*/ 9248627 w 9265913"/>
              <a:gd name="csY86" fmla="*/ 282012 h 1282034"/>
              <a:gd name="csX87" fmla="*/ 9265719 w 9265913"/>
              <a:gd name="csY87" fmla="*/ 1213503 h 1282034"/>
              <a:gd name="csX88" fmla="*/ 634467 w 9265913"/>
              <a:gd name="csY88" fmla="*/ 1213504 h 1282034"/>
              <a:gd name="csX89" fmla="*/ 651558 w 9265913"/>
              <a:gd name="csY89" fmla="*/ 230736 h 1282034"/>
              <a:gd name="csX0" fmla="*/ 630330 w 9270323"/>
              <a:gd name="csY0" fmla="*/ 213645 h 1282034"/>
              <a:gd name="csX1" fmla="*/ 1100349 w 9270323"/>
              <a:gd name="csY1" fmla="*/ 213645 h 1282034"/>
              <a:gd name="csX2" fmla="*/ 1262719 w 9270323"/>
              <a:gd name="csY2" fmla="*/ 196554 h 1282034"/>
              <a:gd name="csX3" fmla="*/ 1348177 w 9270323"/>
              <a:gd name="csY3" fmla="*/ 188008 h 1282034"/>
              <a:gd name="csX4" fmla="*/ 1433635 w 9270323"/>
              <a:gd name="csY4" fmla="*/ 179462 h 1282034"/>
              <a:gd name="csX5" fmla="*/ 2083115 w 9270323"/>
              <a:gd name="csY5" fmla="*/ 162371 h 1282034"/>
              <a:gd name="csX6" fmla="*/ 2177119 w 9270323"/>
              <a:gd name="csY6" fmla="*/ 145279 h 1282034"/>
              <a:gd name="csX7" fmla="*/ 2211302 w 9270323"/>
              <a:gd name="csY7" fmla="*/ 136733 h 1282034"/>
              <a:gd name="csX8" fmla="*/ 2245486 w 9270323"/>
              <a:gd name="csY8" fmla="*/ 145279 h 1282034"/>
              <a:gd name="csX9" fmla="*/ 2271123 w 9270323"/>
              <a:gd name="csY9" fmla="*/ 162371 h 1282034"/>
              <a:gd name="csX10" fmla="*/ 2330944 w 9270323"/>
              <a:gd name="csY10" fmla="*/ 188008 h 1282034"/>
              <a:gd name="csX11" fmla="*/ 2493314 w 9270323"/>
              <a:gd name="csY11" fmla="*/ 205100 h 1282034"/>
              <a:gd name="csX12" fmla="*/ 2553134 w 9270323"/>
              <a:gd name="csY12" fmla="*/ 213645 h 1282034"/>
              <a:gd name="csX13" fmla="*/ 2587317 w 9270323"/>
              <a:gd name="csY13" fmla="*/ 222191 h 1282034"/>
              <a:gd name="csX14" fmla="*/ 2706958 w 9270323"/>
              <a:gd name="csY14" fmla="*/ 230737 h 1282034"/>
              <a:gd name="csX15" fmla="*/ 2912058 w 9270323"/>
              <a:gd name="csY15" fmla="*/ 222191 h 1282034"/>
              <a:gd name="csX16" fmla="*/ 3074428 w 9270323"/>
              <a:gd name="csY16" fmla="*/ 213645 h 1282034"/>
              <a:gd name="csX17" fmla="*/ 3339347 w 9270323"/>
              <a:gd name="csY17" fmla="*/ 222191 h 1282034"/>
              <a:gd name="csX18" fmla="*/ 3450443 w 9270323"/>
              <a:gd name="csY18" fmla="*/ 230737 h 1282034"/>
              <a:gd name="csX19" fmla="*/ 3681179 w 9270323"/>
              <a:gd name="csY19" fmla="*/ 213645 h 1282034"/>
              <a:gd name="csX20" fmla="*/ 3715362 w 9270323"/>
              <a:gd name="csY20" fmla="*/ 205100 h 1282034"/>
              <a:gd name="csX21" fmla="*/ 4048648 w 9270323"/>
              <a:gd name="csY21" fmla="*/ 188008 h 1282034"/>
              <a:gd name="csX22" fmla="*/ 4142652 w 9270323"/>
              <a:gd name="csY22" fmla="*/ 162371 h 1282034"/>
              <a:gd name="csX23" fmla="*/ 4313568 w 9270323"/>
              <a:gd name="csY23" fmla="*/ 170916 h 1282034"/>
              <a:gd name="csX24" fmla="*/ 4347751 w 9270323"/>
              <a:gd name="csY24" fmla="*/ 179462 h 1282034"/>
              <a:gd name="csX25" fmla="*/ 4458846 w 9270323"/>
              <a:gd name="csY25" fmla="*/ 205100 h 1282034"/>
              <a:gd name="csX26" fmla="*/ 4629762 w 9270323"/>
              <a:gd name="csY26" fmla="*/ 196554 h 1282034"/>
              <a:gd name="csX27" fmla="*/ 4655400 w 9270323"/>
              <a:gd name="csY27" fmla="*/ 188008 h 1282034"/>
              <a:gd name="csX28" fmla="*/ 4706674 w 9270323"/>
              <a:gd name="csY28" fmla="*/ 179462 h 1282034"/>
              <a:gd name="csX29" fmla="*/ 4732312 w 9270323"/>
              <a:gd name="csY29" fmla="*/ 170916 h 1282034"/>
              <a:gd name="csX30" fmla="*/ 4783587 w 9270323"/>
              <a:gd name="csY30" fmla="*/ 162371 h 1282034"/>
              <a:gd name="csX31" fmla="*/ 4928865 w 9270323"/>
              <a:gd name="csY31" fmla="*/ 145279 h 1282034"/>
              <a:gd name="csX32" fmla="*/ 5099781 w 9270323"/>
              <a:gd name="csY32" fmla="*/ 153825 h 1282034"/>
              <a:gd name="csX33" fmla="*/ 5133964 w 9270323"/>
              <a:gd name="csY33" fmla="*/ 162371 h 1282034"/>
              <a:gd name="csX34" fmla="*/ 5176693 w 9270323"/>
              <a:gd name="csY34" fmla="*/ 170916 h 1282034"/>
              <a:gd name="csX35" fmla="*/ 5270697 w 9270323"/>
              <a:gd name="csY35" fmla="*/ 179462 h 1282034"/>
              <a:gd name="csX36" fmla="*/ 5296334 w 9270323"/>
              <a:gd name="csY36" fmla="*/ 188008 h 1282034"/>
              <a:gd name="csX37" fmla="*/ 5330517 w 9270323"/>
              <a:gd name="csY37" fmla="*/ 205100 h 1282034"/>
              <a:gd name="csX38" fmla="*/ 5364701 w 9270323"/>
              <a:gd name="csY38" fmla="*/ 213645 h 1282034"/>
              <a:gd name="csX39" fmla="*/ 5407430 w 9270323"/>
              <a:gd name="csY39" fmla="*/ 230737 h 1282034"/>
              <a:gd name="csX40" fmla="*/ 5492887 w 9270323"/>
              <a:gd name="csY40" fmla="*/ 247829 h 1282034"/>
              <a:gd name="csX41" fmla="*/ 5535616 w 9270323"/>
              <a:gd name="csY41" fmla="*/ 256374 h 1282034"/>
              <a:gd name="csX42" fmla="*/ 5578345 w 9270323"/>
              <a:gd name="csY42" fmla="*/ 273466 h 1282034"/>
              <a:gd name="csX43" fmla="*/ 5663803 w 9270323"/>
              <a:gd name="csY43" fmla="*/ 290558 h 1282034"/>
              <a:gd name="csX44" fmla="*/ 5783444 w 9270323"/>
              <a:gd name="csY44" fmla="*/ 307649 h 1282034"/>
              <a:gd name="csX45" fmla="*/ 6210734 w 9270323"/>
              <a:gd name="csY45" fmla="*/ 299103 h 1282034"/>
              <a:gd name="csX46" fmla="*/ 6270555 w 9270323"/>
              <a:gd name="csY46" fmla="*/ 282012 h 1282034"/>
              <a:gd name="csX47" fmla="*/ 6338921 w 9270323"/>
              <a:gd name="csY47" fmla="*/ 264920 h 1282034"/>
              <a:gd name="csX48" fmla="*/ 6407287 w 9270323"/>
              <a:gd name="csY48" fmla="*/ 247829 h 1282034"/>
              <a:gd name="csX49" fmla="*/ 6552566 w 9270323"/>
              <a:gd name="csY49" fmla="*/ 230737 h 1282034"/>
              <a:gd name="csX50" fmla="*/ 6620932 w 9270323"/>
              <a:gd name="csY50" fmla="*/ 222191 h 1282034"/>
              <a:gd name="csX51" fmla="*/ 6672207 w 9270323"/>
              <a:gd name="csY51" fmla="*/ 188008 h 1282034"/>
              <a:gd name="csX52" fmla="*/ 6706390 w 9270323"/>
              <a:gd name="csY52" fmla="*/ 162371 h 1282034"/>
              <a:gd name="csX53" fmla="*/ 6732028 w 9270323"/>
              <a:gd name="csY53" fmla="*/ 136733 h 1282034"/>
              <a:gd name="csX54" fmla="*/ 6791848 w 9270323"/>
              <a:gd name="csY54" fmla="*/ 119642 h 1282034"/>
              <a:gd name="csX55" fmla="*/ 6937127 w 9270323"/>
              <a:gd name="csY55" fmla="*/ 136733 h 1282034"/>
              <a:gd name="csX56" fmla="*/ 6962764 w 9270323"/>
              <a:gd name="csY56" fmla="*/ 145279 h 1282034"/>
              <a:gd name="csX57" fmla="*/ 7039676 w 9270323"/>
              <a:gd name="csY57" fmla="*/ 162371 h 1282034"/>
              <a:gd name="csX58" fmla="*/ 7090951 w 9270323"/>
              <a:gd name="csY58" fmla="*/ 179462 h 1282034"/>
              <a:gd name="csX59" fmla="*/ 7142226 w 9270323"/>
              <a:gd name="csY59" fmla="*/ 188008 h 1282034"/>
              <a:gd name="csX60" fmla="*/ 7261867 w 9270323"/>
              <a:gd name="csY60" fmla="*/ 213645 h 1282034"/>
              <a:gd name="csX61" fmla="*/ 7347325 w 9270323"/>
              <a:gd name="csY61" fmla="*/ 222191 h 1282034"/>
              <a:gd name="csX62" fmla="*/ 7390054 w 9270323"/>
              <a:gd name="csY62" fmla="*/ 230737 h 1282034"/>
              <a:gd name="csX63" fmla="*/ 7800252 w 9270323"/>
              <a:gd name="csY63" fmla="*/ 247829 h 1282034"/>
              <a:gd name="csX64" fmla="*/ 7817344 w 9270323"/>
              <a:gd name="csY64" fmla="*/ 273466 h 1282034"/>
              <a:gd name="csX65" fmla="*/ 7928439 w 9270323"/>
              <a:gd name="csY65" fmla="*/ 247829 h 1282034"/>
              <a:gd name="csX66" fmla="*/ 7954076 w 9270323"/>
              <a:gd name="csY66" fmla="*/ 222191 h 1282034"/>
              <a:gd name="csX67" fmla="*/ 8048080 w 9270323"/>
              <a:gd name="csY67" fmla="*/ 102550 h 1282034"/>
              <a:gd name="csX68" fmla="*/ 8099355 w 9270323"/>
              <a:gd name="csY68" fmla="*/ 34184 h 1282034"/>
              <a:gd name="csX69" fmla="*/ 8159175 w 9270323"/>
              <a:gd name="csY69" fmla="*/ 0 h 1282034"/>
              <a:gd name="csX70" fmla="*/ 8236087 w 9270323"/>
              <a:gd name="csY70" fmla="*/ 42729 h 1282034"/>
              <a:gd name="csX71" fmla="*/ 8261725 w 9270323"/>
              <a:gd name="csY71" fmla="*/ 68367 h 1282034"/>
              <a:gd name="csX72" fmla="*/ 8287362 w 9270323"/>
              <a:gd name="csY72" fmla="*/ 85458 h 1282034"/>
              <a:gd name="csX73" fmla="*/ 8313000 w 9270323"/>
              <a:gd name="csY73" fmla="*/ 111096 h 1282034"/>
              <a:gd name="csX74" fmla="*/ 8347183 w 9270323"/>
              <a:gd name="csY74" fmla="*/ 136733 h 1282034"/>
              <a:gd name="csX75" fmla="*/ 8372820 w 9270323"/>
              <a:gd name="csY75" fmla="*/ 162371 h 1282034"/>
              <a:gd name="csX76" fmla="*/ 8432641 w 9270323"/>
              <a:gd name="csY76" fmla="*/ 205100 h 1282034"/>
              <a:gd name="csX77" fmla="*/ 8458278 w 9270323"/>
              <a:gd name="csY77" fmla="*/ 239283 h 1282034"/>
              <a:gd name="csX78" fmla="*/ 8483915 w 9270323"/>
              <a:gd name="csY78" fmla="*/ 256374 h 1282034"/>
              <a:gd name="csX79" fmla="*/ 8518099 w 9270323"/>
              <a:gd name="csY79" fmla="*/ 290558 h 1282034"/>
              <a:gd name="csX80" fmla="*/ 8552282 w 9270323"/>
              <a:gd name="csY80" fmla="*/ 299103 h 1282034"/>
              <a:gd name="csX81" fmla="*/ 8595011 w 9270323"/>
              <a:gd name="csY81" fmla="*/ 316195 h 1282034"/>
              <a:gd name="csX82" fmla="*/ 8740289 w 9270323"/>
              <a:gd name="csY82" fmla="*/ 299103 h 1282034"/>
              <a:gd name="csX83" fmla="*/ 8791564 w 9270323"/>
              <a:gd name="csY83" fmla="*/ 282012 h 1282034"/>
              <a:gd name="csX84" fmla="*/ 8953934 w 9270323"/>
              <a:gd name="csY84" fmla="*/ 290558 h 1282034"/>
              <a:gd name="csX85" fmla="*/ 9116304 w 9270323"/>
              <a:gd name="csY85" fmla="*/ 282012 h 1282034"/>
              <a:gd name="csX86" fmla="*/ 9253037 w 9270323"/>
              <a:gd name="csY86" fmla="*/ 282012 h 1282034"/>
              <a:gd name="csX87" fmla="*/ 9270129 w 9270323"/>
              <a:gd name="csY87" fmla="*/ 1213503 h 1282034"/>
              <a:gd name="csX88" fmla="*/ 638877 w 9270323"/>
              <a:gd name="csY88" fmla="*/ 1213504 h 1282034"/>
              <a:gd name="csX89" fmla="*/ 638877 w 9270323"/>
              <a:gd name="csY89" fmla="*/ 222190 h 1282034"/>
              <a:gd name="csX0" fmla="*/ 0 w 8639993"/>
              <a:gd name="csY0" fmla="*/ 213645 h 1282034"/>
              <a:gd name="csX1" fmla="*/ 470019 w 8639993"/>
              <a:gd name="csY1" fmla="*/ 213645 h 1282034"/>
              <a:gd name="csX2" fmla="*/ 632389 w 8639993"/>
              <a:gd name="csY2" fmla="*/ 196554 h 1282034"/>
              <a:gd name="csX3" fmla="*/ 717847 w 8639993"/>
              <a:gd name="csY3" fmla="*/ 188008 h 1282034"/>
              <a:gd name="csX4" fmla="*/ 803305 w 8639993"/>
              <a:gd name="csY4" fmla="*/ 179462 h 1282034"/>
              <a:gd name="csX5" fmla="*/ 1452785 w 8639993"/>
              <a:gd name="csY5" fmla="*/ 162371 h 1282034"/>
              <a:gd name="csX6" fmla="*/ 1546789 w 8639993"/>
              <a:gd name="csY6" fmla="*/ 145279 h 1282034"/>
              <a:gd name="csX7" fmla="*/ 1580972 w 8639993"/>
              <a:gd name="csY7" fmla="*/ 136733 h 1282034"/>
              <a:gd name="csX8" fmla="*/ 1615156 w 8639993"/>
              <a:gd name="csY8" fmla="*/ 145279 h 1282034"/>
              <a:gd name="csX9" fmla="*/ 1640793 w 8639993"/>
              <a:gd name="csY9" fmla="*/ 162371 h 1282034"/>
              <a:gd name="csX10" fmla="*/ 1700614 w 8639993"/>
              <a:gd name="csY10" fmla="*/ 188008 h 1282034"/>
              <a:gd name="csX11" fmla="*/ 1862984 w 8639993"/>
              <a:gd name="csY11" fmla="*/ 205100 h 1282034"/>
              <a:gd name="csX12" fmla="*/ 1922804 w 8639993"/>
              <a:gd name="csY12" fmla="*/ 213645 h 1282034"/>
              <a:gd name="csX13" fmla="*/ 1956987 w 8639993"/>
              <a:gd name="csY13" fmla="*/ 222191 h 1282034"/>
              <a:gd name="csX14" fmla="*/ 2076628 w 8639993"/>
              <a:gd name="csY14" fmla="*/ 230737 h 1282034"/>
              <a:gd name="csX15" fmla="*/ 2281728 w 8639993"/>
              <a:gd name="csY15" fmla="*/ 222191 h 1282034"/>
              <a:gd name="csX16" fmla="*/ 2444098 w 8639993"/>
              <a:gd name="csY16" fmla="*/ 213645 h 1282034"/>
              <a:gd name="csX17" fmla="*/ 2709017 w 8639993"/>
              <a:gd name="csY17" fmla="*/ 222191 h 1282034"/>
              <a:gd name="csX18" fmla="*/ 2820113 w 8639993"/>
              <a:gd name="csY18" fmla="*/ 230737 h 1282034"/>
              <a:gd name="csX19" fmla="*/ 3050849 w 8639993"/>
              <a:gd name="csY19" fmla="*/ 213645 h 1282034"/>
              <a:gd name="csX20" fmla="*/ 3085032 w 8639993"/>
              <a:gd name="csY20" fmla="*/ 205100 h 1282034"/>
              <a:gd name="csX21" fmla="*/ 3418318 w 8639993"/>
              <a:gd name="csY21" fmla="*/ 188008 h 1282034"/>
              <a:gd name="csX22" fmla="*/ 3512322 w 8639993"/>
              <a:gd name="csY22" fmla="*/ 162371 h 1282034"/>
              <a:gd name="csX23" fmla="*/ 3683238 w 8639993"/>
              <a:gd name="csY23" fmla="*/ 170916 h 1282034"/>
              <a:gd name="csX24" fmla="*/ 3717421 w 8639993"/>
              <a:gd name="csY24" fmla="*/ 179462 h 1282034"/>
              <a:gd name="csX25" fmla="*/ 3828516 w 8639993"/>
              <a:gd name="csY25" fmla="*/ 205100 h 1282034"/>
              <a:gd name="csX26" fmla="*/ 3999432 w 8639993"/>
              <a:gd name="csY26" fmla="*/ 196554 h 1282034"/>
              <a:gd name="csX27" fmla="*/ 4025070 w 8639993"/>
              <a:gd name="csY27" fmla="*/ 188008 h 1282034"/>
              <a:gd name="csX28" fmla="*/ 4076344 w 8639993"/>
              <a:gd name="csY28" fmla="*/ 179462 h 1282034"/>
              <a:gd name="csX29" fmla="*/ 4101982 w 8639993"/>
              <a:gd name="csY29" fmla="*/ 170916 h 1282034"/>
              <a:gd name="csX30" fmla="*/ 4153257 w 8639993"/>
              <a:gd name="csY30" fmla="*/ 162371 h 1282034"/>
              <a:gd name="csX31" fmla="*/ 4298535 w 8639993"/>
              <a:gd name="csY31" fmla="*/ 145279 h 1282034"/>
              <a:gd name="csX32" fmla="*/ 4469451 w 8639993"/>
              <a:gd name="csY32" fmla="*/ 153825 h 1282034"/>
              <a:gd name="csX33" fmla="*/ 4503634 w 8639993"/>
              <a:gd name="csY33" fmla="*/ 162371 h 1282034"/>
              <a:gd name="csX34" fmla="*/ 4546363 w 8639993"/>
              <a:gd name="csY34" fmla="*/ 170916 h 1282034"/>
              <a:gd name="csX35" fmla="*/ 4640367 w 8639993"/>
              <a:gd name="csY35" fmla="*/ 179462 h 1282034"/>
              <a:gd name="csX36" fmla="*/ 4666004 w 8639993"/>
              <a:gd name="csY36" fmla="*/ 188008 h 1282034"/>
              <a:gd name="csX37" fmla="*/ 4700187 w 8639993"/>
              <a:gd name="csY37" fmla="*/ 205100 h 1282034"/>
              <a:gd name="csX38" fmla="*/ 4734371 w 8639993"/>
              <a:gd name="csY38" fmla="*/ 213645 h 1282034"/>
              <a:gd name="csX39" fmla="*/ 4777100 w 8639993"/>
              <a:gd name="csY39" fmla="*/ 230737 h 1282034"/>
              <a:gd name="csX40" fmla="*/ 4862557 w 8639993"/>
              <a:gd name="csY40" fmla="*/ 247829 h 1282034"/>
              <a:gd name="csX41" fmla="*/ 4905286 w 8639993"/>
              <a:gd name="csY41" fmla="*/ 256374 h 1282034"/>
              <a:gd name="csX42" fmla="*/ 4948015 w 8639993"/>
              <a:gd name="csY42" fmla="*/ 273466 h 1282034"/>
              <a:gd name="csX43" fmla="*/ 5033473 w 8639993"/>
              <a:gd name="csY43" fmla="*/ 290558 h 1282034"/>
              <a:gd name="csX44" fmla="*/ 5153114 w 8639993"/>
              <a:gd name="csY44" fmla="*/ 307649 h 1282034"/>
              <a:gd name="csX45" fmla="*/ 5580404 w 8639993"/>
              <a:gd name="csY45" fmla="*/ 299103 h 1282034"/>
              <a:gd name="csX46" fmla="*/ 5640225 w 8639993"/>
              <a:gd name="csY46" fmla="*/ 282012 h 1282034"/>
              <a:gd name="csX47" fmla="*/ 5708591 w 8639993"/>
              <a:gd name="csY47" fmla="*/ 264920 h 1282034"/>
              <a:gd name="csX48" fmla="*/ 5776957 w 8639993"/>
              <a:gd name="csY48" fmla="*/ 247829 h 1282034"/>
              <a:gd name="csX49" fmla="*/ 5922236 w 8639993"/>
              <a:gd name="csY49" fmla="*/ 230737 h 1282034"/>
              <a:gd name="csX50" fmla="*/ 5990602 w 8639993"/>
              <a:gd name="csY50" fmla="*/ 222191 h 1282034"/>
              <a:gd name="csX51" fmla="*/ 6041877 w 8639993"/>
              <a:gd name="csY51" fmla="*/ 188008 h 1282034"/>
              <a:gd name="csX52" fmla="*/ 6076060 w 8639993"/>
              <a:gd name="csY52" fmla="*/ 162371 h 1282034"/>
              <a:gd name="csX53" fmla="*/ 6101698 w 8639993"/>
              <a:gd name="csY53" fmla="*/ 136733 h 1282034"/>
              <a:gd name="csX54" fmla="*/ 6161518 w 8639993"/>
              <a:gd name="csY54" fmla="*/ 119642 h 1282034"/>
              <a:gd name="csX55" fmla="*/ 6306797 w 8639993"/>
              <a:gd name="csY55" fmla="*/ 136733 h 1282034"/>
              <a:gd name="csX56" fmla="*/ 6332434 w 8639993"/>
              <a:gd name="csY56" fmla="*/ 145279 h 1282034"/>
              <a:gd name="csX57" fmla="*/ 6409346 w 8639993"/>
              <a:gd name="csY57" fmla="*/ 162371 h 1282034"/>
              <a:gd name="csX58" fmla="*/ 6460621 w 8639993"/>
              <a:gd name="csY58" fmla="*/ 179462 h 1282034"/>
              <a:gd name="csX59" fmla="*/ 6511896 w 8639993"/>
              <a:gd name="csY59" fmla="*/ 188008 h 1282034"/>
              <a:gd name="csX60" fmla="*/ 6631537 w 8639993"/>
              <a:gd name="csY60" fmla="*/ 213645 h 1282034"/>
              <a:gd name="csX61" fmla="*/ 6716995 w 8639993"/>
              <a:gd name="csY61" fmla="*/ 222191 h 1282034"/>
              <a:gd name="csX62" fmla="*/ 6759724 w 8639993"/>
              <a:gd name="csY62" fmla="*/ 230737 h 1282034"/>
              <a:gd name="csX63" fmla="*/ 7169922 w 8639993"/>
              <a:gd name="csY63" fmla="*/ 247829 h 1282034"/>
              <a:gd name="csX64" fmla="*/ 7187014 w 8639993"/>
              <a:gd name="csY64" fmla="*/ 273466 h 1282034"/>
              <a:gd name="csX65" fmla="*/ 7298109 w 8639993"/>
              <a:gd name="csY65" fmla="*/ 247829 h 1282034"/>
              <a:gd name="csX66" fmla="*/ 7323746 w 8639993"/>
              <a:gd name="csY66" fmla="*/ 222191 h 1282034"/>
              <a:gd name="csX67" fmla="*/ 7417750 w 8639993"/>
              <a:gd name="csY67" fmla="*/ 102550 h 1282034"/>
              <a:gd name="csX68" fmla="*/ 7469025 w 8639993"/>
              <a:gd name="csY68" fmla="*/ 34184 h 1282034"/>
              <a:gd name="csX69" fmla="*/ 7528845 w 8639993"/>
              <a:gd name="csY69" fmla="*/ 0 h 1282034"/>
              <a:gd name="csX70" fmla="*/ 7605757 w 8639993"/>
              <a:gd name="csY70" fmla="*/ 42729 h 1282034"/>
              <a:gd name="csX71" fmla="*/ 7631395 w 8639993"/>
              <a:gd name="csY71" fmla="*/ 68367 h 1282034"/>
              <a:gd name="csX72" fmla="*/ 7657032 w 8639993"/>
              <a:gd name="csY72" fmla="*/ 85458 h 1282034"/>
              <a:gd name="csX73" fmla="*/ 7682670 w 8639993"/>
              <a:gd name="csY73" fmla="*/ 111096 h 1282034"/>
              <a:gd name="csX74" fmla="*/ 7716853 w 8639993"/>
              <a:gd name="csY74" fmla="*/ 136733 h 1282034"/>
              <a:gd name="csX75" fmla="*/ 7742490 w 8639993"/>
              <a:gd name="csY75" fmla="*/ 162371 h 1282034"/>
              <a:gd name="csX76" fmla="*/ 7802311 w 8639993"/>
              <a:gd name="csY76" fmla="*/ 205100 h 1282034"/>
              <a:gd name="csX77" fmla="*/ 7827948 w 8639993"/>
              <a:gd name="csY77" fmla="*/ 239283 h 1282034"/>
              <a:gd name="csX78" fmla="*/ 7853585 w 8639993"/>
              <a:gd name="csY78" fmla="*/ 256374 h 1282034"/>
              <a:gd name="csX79" fmla="*/ 7887769 w 8639993"/>
              <a:gd name="csY79" fmla="*/ 290558 h 1282034"/>
              <a:gd name="csX80" fmla="*/ 7921952 w 8639993"/>
              <a:gd name="csY80" fmla="*/ 299103 h 1282034"/>
              <a:gd name="csX81" fmla="*/ 7964681 w 8639993"/>
              <a:gd name="csY81" fmla="*/ 316195 h 1282034"/>
              <a:gd name="csX82" fmla="*/ 8109959 w 8639993"/>
              <a:gd name="csY82" fmla="*/ 299103 h 1282034"/>
              <a:gd name="csX83" fmla="*/ 8161234 w 8639993"/>
              <a:gd name="csY83" fmla="*/ 282012 h 1282034"/>
              <a:gd name="csX84" fmla="*/ 8323604 w 8639993"/>
              <a:gd name="csY84" fmla="*/ 290558 h 1282034"/>
              <a:gd name="csX85" fmla="*/ 8485974 w 8639993"/>
              <a:gd name="csY85" fmla="*/ 282012 h 1282034"/>
              <a:gd name="csX86" fmla="*/ 8622707 w 8639993"/>
              <a:gd name="csY86" fmla="*/ 282012 h 1282034"/>
              <a:gd name="csX87" fmla="*/ 8639799 w 8639993"/>
              <a:gd name="csY87" fmla="*/ 1213503 h 1282034"/>
              <a:gd name="csX88" fmla="*/ 8547 w 8639993"/>
              <a:gd name="csY88" fmla="*/ 1213504 h 1282034"/>
              <a:gd name="csX89" fmla="*/ 8547 w 8639993"/>
              <a:gd name="csY89" fmla="*/ 222190 h 1282034"/>
              <a:gd name="csX0" fmla="*/ 0 w 8639993"/>
              <a:gd name="csY0" fmla="*/ 213645 h 1217614"/>
              <a:gd name="csX1" fmla="*/ 470019 w 8639993"/>
              <a:gd name="csY1" fmla="*/ 213645 h 1217614"/>
              <a:gd name="csX2" fmla="*/ 632389 w 8639993"/>
              <a:gd name="csY2" fmla="*/ 196554 h 1217614"/>
              <a:gd name="csX3" fmla="*/ 717847 w 8639993"/>
              <a:gd name="csY3" fmla="*/ 188008 h 1217614"/>
              <a:gd name="csX4" fmla="*/ 803305 w 8639993"/>
              <a:gd name="csY4" fmla="*/ 179462 h 1217614"/>
              <a:gd name="csX5" fmla="*/ 1452785 w 8639993"/>
              <a:gd name="csY5" fmla="*/ 162371 h 1217614"/>
              <a:gd name="csX6" fmla="*/ 1546789 w 8639993"/>
              <a:gd name="csY6" fmla="*/ 145279 h 1217614"/>
              <a:gd name="csX7" fmla="*/ 1580972 w 8639993"/>
              <a:gd name="csY7" fmla="*/ 136733 h 1217614"/>
              <a:gd name="csX8" fmla="*/ 1615156 w 8639993"/>
              <a:gd name="csY8" fmla="*/ 145279 h 1217614"/>
              <a:gd name="csX9" fmla="*/ 1640793 w 8639993"/>
              <a:gd name="csY9" fmla="*/ 162371 h 1217614"/>
              <a:gd name="csX10" fmla="*/ 1700614 w 8639993"/>
              <a:gd name="csY10" fmla="*/ 188008 h 1217614"/>
              <a:gd name="csX11" fmla="*/ 1862984 w 8639993"/>
              <a:gd name="csY11" fmla="*/ 205100 h 1217614"/>
              <a:gd name="csX12" fmla="*/ 1922804 w 8639993"/>
              <a:gd name="csY12" fmla="*/ 213645 h 1217614"/>
              <a:gd name="csX13" fmla="*/ 1956987 w 8639993"/>
              <a:gd name="csY13" fmla="*/ 222191 h 1217614"/>
              <a:gd name="csX14" fmla="*/ 2076628 w 8639993"/>
              <a:gd name="csY14" fmla="*/ 230737 h 1217614"/>
              <a:gd name="csX15" fmla="*/ 2281728 w 8639993"/>
              <a:gd name="csY15" fmla="*/ 222191 h 1217614"/>
              <a:gd name="csX16" fmla="*/ 2444098 w 8639993"/>
              <a:gd name="csY16" fmla="*/ 213645 h 1217614"/>
              <a:gd name="csX17" fmla="*/ 2709017 w 8639993"/>
              <a:gd name="csY17" fmla="*/ 222191 h 1217614"/>
              <a:gd name="csX18" fmla="*/ 2820113 w 8639993"/>
              <a:gd name="csY18" fmla="*/ 230737 h 1217614"/>
              <a:gd name="csX19" fmla="*/ 3050849 w 8639993"/>
              <a:gd name="csY19" fmla="*/ 213645 h 1217614"/>
              <a:gd name="csX20" fmla="*/ 3085032 w 8639993"/>
              <a:gd name="csY20" fmla="*/ 205100 h 1217614"/>
              <a:gd name="csX21" fmla="*/ 3418318 w 8639993"/>
              <a:gd name="csY21" fmla="*/ 188008 h 1217614"/>
              <a:gd name="csX22" fmla="*/ 3512322 w 8639993"/>
              <a:gd name="csY22" fmla="*/ 162371 h 1217614"/>
              <a:gd name="csX23" fmla="*/ 3683238 w 8639993"/>
              <a:gd name="csY23" fmla="*/ 170916 h 1217614"/>
              <a:gd name="csX24" fmla="*/ 3717421 w 8639993"/>
              <a:gd name="csY24" fmla="*/ 179462 h 1217614"/>
              <a:gd name="csX25" fmla="*/ 3828516 w 8639993"/>
              <a:gd name="csY25" fmla="*/ 205100 h 1217614"/>
              <a:gd name="csX26" fmla="*/ 3999432 w 8639993"/>
              <a:gd name="csY26" fmla="*/ 196554 h 1217614"/>
              <a:gd name="csX27" fmla="*/ 4025070 w 8639993"/>
              <a:gd name="csY27" fmla="*/ 188008 h 1217614"/>
              <a:gd name="csX28" fmla="*/ 4076344 w 8639993"/>
              <a:gd name="csY28" fmla="*/ 179462 h 1217614"/>
              <a:gd name="csX29" fmla="*/ 4101982 w 8639993"/>
              <a:gd name="csY29" fmla="*/ 170916 h 1217614"/>
              <a:gd name="csX30" fmla="*/ 4153257 w 8639993"/>
              <a:gd name="csY30" fmla="*/ 162371 h 1217614"/>
              <a:gd name="csX31" fmla="*/ 4298535 w 8639993"/>
              <a:gd name="csY31" fmla="*/ 145279 h 1217614"/>
              <a:gd name="csX32" fmla="*/ 4469451 w 8639993"/>
              <a:gd name="csY32" fmla="*/ 153825 h 1217614"/>
              <a:gd name="csX33" fmla="*/ 4503634 w 8639993"/>
              <a:gd name="csY33" fmla="*/ 162371 h 1217614"/>
              <a:gd name="csX34" fmla="*/ 4546363 w 8639993"/>
              <a:gd name="csY34" fmla="*/ 170916 h 1217614"/>
              <a:gd name="csX35" fmla="*/ 4640367 w 8639993"/>
              <a:gd name="csY35" fmla="*/ 179462 h 1217614"/>
              <a:gd name="csX36" fmla="*/ 4666004 w 8639993"/>
              <a:gd name="csY36" fmla="*/ 188008 h 1217614"/>
              <a:gd name="csX37" fmla="*/ 4700187 w 8639993"/>
              <a:gd name="csY37" fmla="*/ 205100 h 1217614"/>
              <a:gd name="csX38" fmla="*/ 4734371 w 8639993"/>
              <a:gd name="csY38" fmla="*/ 213645 h 1217614"/>
              <a:gd name="csX39" fmla="*/ 4777100 w 8639993"/>
              <a:gd name="csY39" fmla="*/ 230737 h 1217614"/>
              <a:gd name="csX40" fmla="*/ 4862557 w 8639993"/>
              <a:gd name="csY40" fmla="*/ 247829 h 1217614"/>
              <a:gd name="csX41" fmla="*/ 4905286 w 8639993"/>
              <a:gd name="csY41" fmla="*/ 256374 h 1217614"/>
              <a:gd name="csX42" fmla="*/ 4948015 w 8639993"/>
              <a:gd name="csY42" fmla="*/ 273466 h 1217614"/>
              <a:gd name="csX43" fmla="*/ 5033473 w 8639993"/>
              <a:gd name="csY43" fmla="*/ 290558 h 1217614"/>
              <a:gd name="csX44" fmla="*/ 5153114 w 8639993"/>
              <a:gd name="csY44" fmla="*/ 307649 h 1217614"/>
              <a:gd name="csX45" fmla="*/ 5580404 w 8639993"/>
              <a:gd name="csY45" fmla="*/ 299103 h 1217614"/>
              <a:gd name="csX46" fmla="*/ 5640225 w 8639993"/>
              <a:gd name="csY46" fmla="*/ 282012 h 1217614"/>
              <a:gd name="csX47" fmla="*/ 5708591 w 8639993"/>
              <a:gd name="csY47" fmla="*/ 264920 h 1217614"/>
              <a:gd name="csX48" fmla="*/ 5776957 w 8639993"/>
              <a:gd name="csY48" fmla="*/ 247829 h 1217614"/>
              <a:gd name="csX49" fmla="*/ 5922236 w 8639993"/>
              <a:gd name="csY49" fmla="*/ 230737 h 1217614"/>
              <a:gd name="csX50" fmla="*/ 5990602 w 8639993"/>
              <a:gd name="csY50" fmla="*/ 222191 h 1217614"/>
              <a:gd name="csX51" fmla="*/ 6041877 w 8639993"/>
              <a:gd name="csY51" fmla="*/ 188008 h 1217614"/>
              <a:gd name="csX52" fmla="*/ 6076060 w 8639993"/>
              <a:gd name="csY52" fmla="*/ 162371 h 1217614"/>
              <a:gd name="csX53" fmla="*/ 6101698 w 8639993"/>
              <a:gd name="csY53" fmla="*/ 136733 h 1217614"/>
              <a:gd name="csX54" fmla="*/ 6161518 w 8639993"/>
              <a:gd name="csY54" fmla="*/ 119642 h 1217614"/>
              <a:gd name="csX55" fmla="*/ 6306797 w 8639993"/>
              <a:gd name="csY55" fmla="*/ 136733 h 1217614"/>
              <a:gd name="csX56" fmla="*/ 6332434 w 8639993"/>
              <a:gd name="csY56" fmla="*/ 145279 h 1217614"/>
              <a:gd name="csX57" fmla="*/ 6409346 w 8639993"/>
              <a:gd name="csY57" fmla="*/ 162371 h 1217614"/>
              <a:gd name="csX58" fmla="*/ 6460621 w 8639993"/>
              <a:gd name="csY58" fmla="*/ 179462 h 1217614"/>
              <a:gd name="csX59" fmla="*/ 6511896 w 8639993"/>
              <a:gd name="csY59" fmla="*/ 188008 h 1217614"/>
              <a:gd name="csX60" fmla="*/ 6631537 w 8639993"/>
              <a:gd name="csY60" fmla="*/ 213645 h 1217614"/>
              <a:gd name="csX61" fmla="*/ 6716995 w 8639993"/>
              <a:gd name="csY61" fmla="*/ 222191 h 1217614"/>
              <a:gd name="csX62" fmla="*/ 6759724 w 8639993"/>
              <a:gd name="csY62" fmla="*/ 230737 h 1217614"/>
              <a:gd name="csX63" fmla="*/ 7169922 w 8639993"/>
              <a:gd name="csY63" fmla="*/ 247829 h 1217614"/>
              <a:gd name="csX64" fmla="*/ 7187014 w 8639993"/>
              <a:gd name="csY64" fmla="*/ 273466 h 1217614"/>
              <a:gd name="csX65" fmla="*/ 7298109 w 8639993"/>
              <a:gd name="csY65" fmla="*/ 247829 h 1217614"/>
              <a:gd name="csX66" fmla="*/ 7323746 w 8639993"/>
              <a:gd name="csY66" fmla="*/ 222191 h 1217614"/>
              <a:gd name="csX67" fmla="*/ 7417750 w 8639993"/>
              <a:gd name="csY67" fmla="*/ 102550 h 1217614"/>
              <a:gd name="csX68" fmla="*/ 7469025 w 8639993"/>
              <a:gd name="csY68" fmla="*/ 34184 h 1217614"/>
              <a:gd name="csX69" fmla="*/ 7528845 w 8639993"/>
              <a:gd name="csY69" fmla="*/ 0 h 1217614"/>
              <a:gd name="csX70" fmla="*/ 7605757 w 8639993"/>
              <a:gd name="csY70" fmla="*/ 42729 h 1217614"/>
              <a:gd name="csX71" fmla="*/ 7631395 w 8639993"/>
              <a:gd name="csY71" fmla="*/ 68367 h 1217614"/>
              <a:gd name="csX72" fmla="*/ 7657032 w 8639993"/>
              <a:gd name="csY72" fmla="*/ 85458 h 1217614"/>
              <a:gd name="csX73" fmla="*/ 7682670 w 8639993"/>
              <a:gd name="csY73" fmla="*/ 111096 h 1217614"/>
              <a:gd name="csX74" fmla="*/ 7716853 w 8639993"/>
              <a:gd name="csY74" fmla="*/ 136733 h 1217614"/>
              <a:gd name="csX75" fmla="*/ 7742490 w 8639993"/>
              <a:gd name="csY75" fmla="*/ 162371 h 1217614"/>
              <a:gd name="csX76" fmla="*/ 7802311 w 8639993"/>
              <a:gd name="csY76" fmla="*/ 205100 h 1217614"/>
              <a:gd name="csX77" fmla="*/ 7827948 w 8639993"/>
              <a:gd name="csY77" fmla="*/ 239283 h 1217614"/>
              <a:gd name="csX78" fmla="*/ 7853585 w 8639993"/>
              <a:gd name="csY78" fmla="*/ 256374 h 1217614"/>
              <a:gd name="csX79" fmla="*/ 7887769 w 8639993"/>
              <a:gd name="csY79" fmla="*/ 290558 h 1217614"/>
              <a:gd name="csX80" fmla="*/ 7921952 w 8639993"/>
              <a:gd name="csY80" fmla="*/ 299103 h 1217614"/>
              <a:gd name="csX81" fmla="*/ 7964681 w 8639993"/>
              <a:gd name="csY81" fmla="*/ 316195 h 1217614"/>
              <a:gd name="csX82" fmla="*/ 8109959 w 8639993"/>
              <a:gd name="csY82" fmla="*/ 299103 h 1217614"/>
              <a:gd name="csX83" fmla="*/ 8161234 w 8639993"/>
              <a:gd name="csY83" fmla="*/ 282012 h 1217614"/>
              <a:gd name="csX84" fmla="*/ 8323604 w 8639993"/>
              <a:gd name="csY84" fmla="*/ 290558 h 1217614"/>
              <a:gd name="csX85" fmla="*/ 8485974 w 8639993"/>
              <a:gd name="csY85" fmla="*/ 282012 h 1217614"/>
              <a:gd name="csX86" fmla="*/ 8622707 w 8639993"/>
              <a:gd name="csY86" fmla="*/ 282012 h 1217614"/>
              <a:gd name="csX87" fmla="*/ 8639799 w 8639993"/>
              <a:gd name="csY87" fmla="*/ 1213503 h 1217614"/>
              <a:gd name="csX88" fmla="*/ 8547 w 8639993"/>
              <a:gd name="csY88" fmla="*/ 1213504 h 1217614"/>
              <a:gd name="csX89" fmla="*/ 8547 w 8639993"/>
              <a:gd name="csY89" fmla="*/ 222190 h 12176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</a:cxnLst>
            <a:rect l="l" t="t" r="r" b="b"/>
            <a:pathLst>
              <a:path w="8639993" h="1217614">
                <a:moveTo>
                  <a:pt x="0" y="213645"/>
                </a:moveTo>
                <a:cubicBezTo>
                  <a:pt x="197557" y="233401"/>
                  <a:pt x="126185" y="229762"/>
                  <a:pt x="470019" y="213645"/>
                </a:cubicBezTo>
                <a:cubicBezTo>
                  <a:pt x="524382" y="211097"/>
                  <a:pt x="578256" y="202154"/>
                  <a:pt x="632389" y="196554"/>
                </a:cubicBezTo>
                <a:lnTo>
                  <a:pt x="717847" y="188008"/>
                </a:lnTo>
                <a:cubicBezTo>
                  <a:pt x="746333" y="185159"/>
                  <a:pt x="774706" y="180762"/>
                  <a:pt x="803305" y="179462"/>
                </a:cubicBezTo>
                <a:cubicBezTo>
                  <a:pt x="1145005" y="163930"/>
                  <a:pt x="928590" y="172077"/>
                  <a:pt x="1452785" y="162371"/>
                </a:cubicBezTo>
                <a:cubicBezTo>
                  <a:pt x="1489891" y="156187"/>
                  <a:pt x="1510957" y="153242"/>
                  <a:pt x="1546789" y="145279"/>
                </a:cubicBezTo>
                <a:cubicBezTo>
                  <a:pt x="1558254" y="142731"/>
                  <a:pt x="1569578" y="139582"/>
                  <a:pt x="1580972" y="136733"/>
                </a:cubicBezTo>
                <a:cubicBezTo>
                  <a:pt x="1592367" y="139582"/>
                  <a:pt x="1604360" y="140652"/>
                  <a:pt x="1615156" y="145279"/>
                </a:cubicBezTo>
                <a:cubicBezTo>
                  <a:pt x="1624596" y="149325"/>
                  <a:pt x="1631876" y="157275"/>
                  <a:pt x="1640793" y="162371"/>
                </a:cubicBezTo>
                <a:cubicBezTo>
                  <a:pt x="1663580" y="175392"/>
                  <a:pt x="1676646" y="181160"/>
                  <a:pt x="1700614" y="188008"/>
                </a:cubicBezTo>
                <a:cubicBezTo>
                  <a:pt x="1763996" y="206118"/>
                  <a:pt x="1768093" y="198774"/>
                  <a:pt x="1862984" y="205100"/>
                </a:cubicBezTo>
                <a:cubicBezTo>
                  <a:pt x="1882924" y="207948"/>
                  <a:pt x="1902986" y="210042"/>
                  <a:pt x="1922804" y="213645"/>
                </a:cubicBezTo>
                <a:cubicBezTo>
                  <a:pt x="1934360" y="215746"/>
                  <a:pt x="1945314" y="220894"/>
                  <a:pt x="1956987" y="222191"/>
                </a:cubicBezTo>
                <a:cubicBezTo>
                  <a:pt x="1996724" y="226606"/>
                  <a:pt x="2036748" y="227888"/>
                  <a:pt x="2076628" y="230737"/>
                </a:cubicBezTo>
                <a:lnTo>
                  <a:pt x="2281728" y="222191"/>
                </a:lnTo>
                <a:cubicBezTo>
                  <a:pt x="2335868" y="219673"/>
                  <a:pt x="2389900" y="213645"/>
                  <a:pt x="2444098" y="213645"/>
                </a:cubicBezTo>
                <a:cubicBezTo>
                  <a:pt x="2532450" y="213645"/>
                  <a:pt x="2620711" y="219342"/>
                  <a:pt x="2709017" y="222191"/>
                </a:cubicBezTo>
                <a:cubicBezTo>
                  <a:pt x="2746049" y="225040"/>
                  <a:pt x="2782972" y="230737"/>
                  <a:pt x="2820113" y="230737"/>
                </a:cubicBezTo>
                <a:cubicBezTo>
                  <a:pt x="2909903" y="230737"/>
                  <a:pt x="2967999" y="222851"/>
                  <a:pt x="3050849" y="213645"/>
                </a:cubicBezTo>
                <a:cubicBezTo>
                  <a:pt x="3062243" y="210797"/>
                  <a:pt x="3073447" y="207031"/>
                  <a:pt x="3085032" y="205100"/>
                </a:cubicBezTo>
                <a:cubicBezTo>
                  <a:pt x="3192705" y="187155"/>
                  <a:pt x="3316504" y="191292"/>
                  <a:pt x="3418318" y="188008"/>
                </a:cubicBezTo>
                <a:cubicBezTo>
                  <a:pt x="3495424" y="168731"/>
                  <a:pt x="3464400" y="178344"/>
                  <a:pt x="3512322" y="162371"/>
                </a:cubicBezTo>
                <a:cubicBezTo>
                  <a:pt x="3569294" y="165219"/>
                  <a:pt x="3626392" y="166179"/>
                  <a:pt x="3683238" y="170916"/>
                </a:cubicBezTo>
                <a:cubicBezTo>
                  <a:pt x="3694942" y="171891"/>
                  <a:pt x="3705937" y="177001"/>
                  <a:pt x="3717421" y="179462"/>
                </a:cubicBezTo>
                <a:cubicBezTo>
                  <a:pt x="3823027" y="202092"/>
                  <a:pt x="3771811" y="186198"/>
                  <a:pt x="3828516" y="205100"/>
                </a:cubicBezTo>
                <a:cubicBezTo>
                  <a:pt x="3885488" y="202251"/>
                  <a:pt x="3942603" y="201496"/>
                  <a:pt x="3999432" y="196554"/>
                </a:cubicBezTo>
                <a:cubicBezTo>
                  <a:pt x="4008406" y="195774"/>
                  <a:pt x="4016276" y="189962"/>
                  <a:pt x="4025070" y="188008"/>
                </a:cubicBezTo>
                <a:cubicBezTo>
                  <a:pt x="4041984" y="184249"/>
                  <a:pt x="4059430" y="183221"/>
                  <a:pt x="4076344" y="179462"/>
                </a:cubicBezTo>
                <a:cubicBezTo>
                  <a:pt x="4085138" y="177508"/>
                  <a:pt x="4093188" y="172870"/>
                  <a:pt x="4101982" y="170916"/>
                </a:cubicBezTo>
                <a:cubicBezTo>
                  <a:pt x="4118897" y="167157"/>
                  <a:pt x="4136131" y="165006"/>
                  <a:pt x="4153257" y="162371"/>
                </a:cubicBezTo>
                <a:cubicBezTo>
                  <a:pt x="4223439" y="151574"/>
                  <a:pt x="4218587" y="153274"/>
                  <a:pt x="4298535" y="145279"/>
                </a:cubicBezTo>
                <a:cubicBezTo>
                  <a:pt x="4355507" y="148128"/>
                  <a:pt x="4412605" y="149088"/>
                  <a:pt x="4469451" y="153825"/>
                </a:cubicBezTo>
                <a:cubicBezTo>
                  <a:pt x="4481155" y="154800"/>
                  <a:pt x="4492169" y="159823"/>
                  <a:pt x="4503634" y="162371"/>
                </a:cubicBezTo>
                <a:cubicBezTo>
                  <a:pt x="4517813" y="165522"/>
                  <a:pt x="4531950" y="169114"/>
                  <a:pt x="4546363" y="170916"/>
                </a:cubicBezTo>
                <a:cubicBezTo>
                  <a:pt x="4577584" y="174818"/>
                  <a:pt x="4609032" y="176613"/>
                  <a:pt x="4640367" y="179462"/>
                </a:cubicBezTo>
                <a:cubicBezTo>
                  <a:pt x="4648913" y="182311"/>
                  <a:pt x="4657724" y="184459"/>
                  <a:pt x="4666004" y="188008"/>
                </a:cubicBezTo>
                <a:cubicBezTo>
                  <a:pt x="4677713" y="193026"/>
                  <a:pt x="4688259" y="200627"/>
                  <a:pt x="4700187" y="205100"/>
                </a:cubicBezTo>
                <a:cubicBezTo>
                  <a:pt x="4711184" y="209224"/>
                  <a:pt x="4723228" y="209931"/>
                  <a:pt x="4734371" y="213645"/>
                </a:cubicBezTo>
                <a:cubicBezTo>
                  <a:pt x="4748924" y="218496"/>
                  <a:pt x="4762278" y="226784"/>
                  <a:pt x="4777100" y="230737"/>
                </a:cubicBezTo>
                <a:cubicBezTo>
                  <a:pt x="4805169" y="238222"/>
                  <a:pt x="4834071" y="242132"/>
                  <a:pt x="4862557" y="247829"/>
                </a:cubicBezTo>
                <a:lnTo>
                  <a:pt x="4905286" y="256374"/>
                </a:lnTo>
                <a:cubicBezTo>
                  <a:pt x="4919529" y="262071"/>
                  <a:pt x="4933193" y="269513"/>
                  <a:pt x="4948015" y="273466"/>
                </a:cubicBezTo>
                <a:cubicBezTo>
                  <a:pt x="4976084" y="280951"/>
                  <a:pt x="5004987" y="284861"/>
                  <a:pt x="5033473" y="290558"/>
                </a:cubicBezTo>
                <a:cubicBezTo>
                  <a:pt x="5101484" y="304160"/>
                  <a:pt x="5061787" y="297501"/>
                  <a:pt x="5153114" y="307649"/>
                </a:cubicBezTo>
                <a:cubicBezTo>
                  <a:pt x="5295544" y="304800"/>
                  <a:pt x="5438142" y="306590"/>
                  <a:pt x="5580404" y="299103"/>
                </a:cubicBezTo>
                <a:cubicBezTo>
                  <a:pt x="5601114" y="298013"/>
                  <a:pt x="5620187" y="287355"/>
                  <a:pt x="5640225" y="282012"/>
                </a:cubicBezTo>
                <a:cubicBezTo>
                  <a:pt x="5662922" y="275960"/>
                  <a:pt x="5685802" y="270617"/>
                  <a:pt x="5708591" y="264920"/>
                </a:cubicBezTo>
                <a:cubicBezTo>
                  <a:pt x="5708617" y="264913"/>
                  <a:pt x="5776930" y="247834"/>
                  <a:pt x="5776957" y="247829"/>
                </a:cubicBezTo>
                <a:cubicBezTo>
                  <a:pt x="5861581" y="230904"/>
                  <a:pt x="5785707" y="244390"/>
                  <a:pt x="5922236" y="230737"/>
                </a:cubicBezTo>
                <a:cubicBezTo>
                  <a:pt x="5945088" y="228452"/>
                  <a:pt x="5967813" y="225040"/>
                  <a:pt x="5990602" y="222191"/>
                </a:cubicBezTo>
                <a:cubicBezTo>
                  <a:pt x="6034212" y="207654"/>
                  <a:pt x="6001141" y="222925"/>
                  <a:pt x="6041877" y="188008"/>
                </a:cubicBezTo>
                <a:cubicBezTo>
                  <a:pt x="6052691" y="178739"/>
                  <a:pt x="6065246" y="171640"/>
                  <a:pt x="6076060" y="162371"/>
                </a:cubicBezTo>
                <a:cubicBezTo>
                  <a:pt x="6085236" y="154506"/>
                  <a:pt x="6091642" y="143437"/>
                  <a:pt x="6101698" y="136733"/>
                </a:cubicBezTo>
                <a:cubicBezTo>
                  <a:pt x="6109056" y="131827"/>
                  <a:pt x="6156956" y="120782"/>
                  <a:pt x="6161518" y="119642"/>
                </a:cubicBezTo>
                <a:cubicBezTo>
                  <a:pt x="6224443" y="124885"/>
                  <a:pt x="6253341" y="123369"/>
                  <a:pt x="6306797" y="136733"/>
                </a:cubicBezTo>
                <a:cubicBezTo>
                  <a:pt x="6315536" y="138918"/>
                  <a:pt x="6323695" y="143094"/>
                  <a:pt x="6332434" y="145279"/>
                </a:cubicBezTo>
                <a:cubicBezTo>
                  <a:pt x="6381241" y="157481"/>
                  <a:pt x="6365470" y="149208"/>
                  <a:pt x="6409346" y="162371"/>
                </a:cubicBezTo>
                <a:cubicBezTo>
                  <a:pt x="6426602" y="167548"/>
                  <a:pt x="6442850" y="176500"/>
                  <a:pt x="6460621" y="179462"/>
                </a:cubicBezTo>
                <a:cubicBezTo>
                  <a:pt x="6477713" y="182311"/>
                  <a:pt x="6494953" y="184377"/>
                  <a:pt x="6511896" y="188008"/>
                </a:cubicBezTo>
                <a:cubicBezTo>
                  <a:pt x="6584062" y="203472"/>
                  <a:pt x="6566689" y="205539"/>
                  <a:pt x="6631537" y="213645"/>
                </a:cubicBezTo>
                <a:cubicBezTo>
                  <a:pt x="6659944" y="217196"/>
                  <a:pt x="6688618" y="218407"/>
                  <a:pt x="6716995" y="222191"/>
                </a:cubicBezTo>
                <a:cubicBezTo>
                  <a:pt x="6731393" y="224111"/>
                  <a:pt x="6745242" y="229623"/>
                  <a:pt x="6759724" y="230737"/>
                </a:cubicBezTo>
                <a:cubicBezTo>
                  <a:pt x="6827733" y="235969"/>
                  <a:pt x="7121369" y="246031"/>
                  <a:pt x="7169922" y="247829"/>
                </a:cubicBezTo>
                <a:cubicBezTo>
                  <a:pt x="7175619" y="256375"/>
                  <a:pt x="7176883" y="271778"/>
                  <a:pt x="7187014" y="273466"/>
                </a:cubicBezTo>
                <a:cubicBezTo>
                  <a:pt x="7234196" y="281329"/>
                  <a:pt x="7266049" y="274545"/>
                  <a:pt x="7298109" y="247829"/>
                </a:cubicBezTo>
                <a:cubicBezTo>
                  <a:pt x="7307393" y="240092"/>
                  <a:pt x="7315939" y="231417"/>
                  <a:pt x="7323746" y="222191"/>
                </a:cubicBezTo>
                <a:cubicBezTo>
                  <a:pt x="7366251" y="171957"/>
                  <a:pt x="7383796" y="147822"/>
                  <a:pt x="7417750" y="102550"/>
                </a:cubicBezTo>
                <a:cubicBezTo>
                  <a:pt x="7417752" y="102547"/>
                  <a:pt x="7469022" y="34186"/>
                  <a:pt x="7469025" y="34184"/>
                </a:cubicBezTo>
                <a:cubicBezTo>
                  <a:pt x="7505262" y="10025"/>
                  <a:pt x="7485476" y="21685"/>
                  <a:pt x="7528845" y="0"/>
                </a:cubicBezTo>
                <a:cubicBezTo>
                  <a:pt x="7561084" y="10746"/>
                  <a:pt x="7576372" y="13344"/>
                  <a:pt x="7605757" y="42729"/>
                </a:cubicBezTo>
                <a:cubicBezTo>
                  <a:pt x="7614303" y="51275"/>
                  <a:pt x="7622110" y="60630"/>
                  <a:pt x="7631395" y="68367"/>
                </a:cubicBezTo>
                <a:cubicBezTo>
                  <a:pt x="7639285" y="74942"/>
                  <a:pt x="7649142" y="78883"/>
                  <a:pt x="7657032" y="85458"/>
                </a:cubicBezTo>
                <a:cubicBezTo>
                  <a:pt x="7666317" y="93195"/>
                  <a:pt x="7673494" y="103231"/>
                  <a:pt x="7682670" y="111096"/>
                </a:cubicBezTo>
                <a:cubicBezTo>
                  <a:pt x="7693484" y="120365"/>
                  <a:pt x="7706039" y="127464"/>
                  <a:pt x="7716853" y="136733"/>
                </a:cubicBezTo>
                <a:cubicBezTo>
                  <a:pt x="7726029" y="144598"/>
                  <a:pt x="7733206" y="154634"/>
                  <a:pt x="7742490" y="162371"/>
                </a:cubicBezTo>
                <a:cubicBezTo>
                  <a:pt x="7771616" y="186643"/>
                  <a:pt x="7771509" y="174297"/>
                  <a:pt x="7802311" y="205100"/>
                </a:cubicBezTo>
                <a:cubicBezTo>
                  <a:pt x="7812382" y="215171"/>
                  <a:pt x="7817877" y="229212"/>
                  <a:pt x="7827948" y="239283"/>
                </a:cubicBezTo>
                <a:cubicBezTo>
                  <a:pt x="7835210" y="246545"/>
                  <a:pt x="7845787" y="249690"/>
                  <a:pt x="7853585" y="256374"/>
                </a:cubicBezTo>
                <a:cubicBezTo>
                  <a:pt x="7865820" y="266861"/>
                  <a:pt x="7874104" y="282017"/>
                  <a:pt x="7887769" y="290558"/>
                </a:cubicBezTo>
                <a:cubicBezTo>
                  <a:pt x="7897729" y="296783"/>
                  <a:pt x="7910810" y="295389"/>
                  <a:pt x="7921952" y="299103"/>
                </a:cubicBezTo>
                <a:cubicBezTo>
                  <a:pt x="7936505" y="303954"/>
                  <a:pt x="7950438" y="310498"/>
                  <a:pt x="7964681" y="316195"/>
                </a:cubicBezTo>
                <a:cubicBezTo>
                  <a:pt x="8037729" y="310576"/>
                  <a:pt x="8055478" y="315447"/>
                  <a:pt x="8109959" y="299103"/>
                </a:cubicBezTo>
                <a:cubicBezTo>
                  <a:pt x="8127215" y="293926"/>
                  <a:pt x="8161234" y="282012"/>
                  <a:pt x="8161234" y="282012"/>
                </a:cubicBezTo>
                <a:cubicBezTo>
                  <a:pt x="8215357" y="284861"/>
                  <a:pt x="8269406" y="290558"/>
                  <a:pt x="8323604" y="290558"/>
                </a:cubicBezTo>
                <a:cubicBezTo>
                  <a:pt x="8377802" y="290558"/>
                  <a:pt x="8431798" y="283560"/>
                  <a:pt x="8485974" y="282012"/>
                </a:cubicBezTo>
                <a:cubicBezTo>
                  <a:pt x="8531533" y="280710"/>
                  <a:pt x="8577129" y="282012"/>
                  <a:pt x="8622707" y="282012"/>
                </a:cubicBezTo>
                <a:cubicBezTo>
                  <a:pt x="8646920" y="283436"/>
                  <a:pt x="8638019" y="1211723"/>
                  <a:pt x="8639799" y="1213503"/>
                </a:cubicBezTo>
                <a:cubicBezTo>
                  <a:pt x="7949014" y="1220624"/>
                  <a:pt x="10327" y="1217065"/>
                  <a:pt x="8547" y="1213504"/>
                </a:cubicBezTo>
                <a:cubicBezTo>
                  <a:pt x="8548" y="799032"/>
                  <a:pt x="4986" y="227532"/>
                  <a:pt x="8547" y="222190"/>
                </a:cubicBezTo>
              </a:path>
            </a:pathLst>
          </a:custGeom>
          <a:solidFill>
            <a:schemeClr val="bg1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1979DC-D8BC-2969-8723-18EF9D9921E8}"/>
              </a:ext>
            </a:extLst>
          </p:cNvPr>
          <p:cNvSpPr txBox="1"/>
          <p:nvPr/>
        </p:nvSpPr>
        <p:spPr>
          <a:xfrm>
            <a:off x="1666685" y="332570"/>
            <a:ext cx="581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Steenslag</a:t>
            </a:r>
            <a:r>
              <a:rPr lang="en-US" dirty="0"/>
              <a:t> op het </a:t>
            </a:r>
            <a:r>
              <a:rPr lang="en-US" dirty="0" err="1"/>
              <a:t>slib</a:t>
            </a:r>
            <a:r>
              <a:rPr lang="en-US" dirty="0"/>
              <a:t> </a:t>
            </a:r>
            <a:r>
              <a:rPr lang="en-US" dirty="0" err="1"/>
              <a:t>storten</a:t>
            </a:r>
            <a:r>
              <a:rPr lang="en-US" dirty="0"/>
              <a:t> </a:t>
            </a:r>
            <a:r>
              <a:rPr lang="en-US" dirty="0" err="1"/>
              <a:t>zal</a:t>
            </a:r>
            <a:r>
              <a:rPr lang="en-US" dirty="0"/>
              <a:t> </a:t>
            </a:r>
            <a:r>
              <a:rPr lang="en-US" dirty="0" err="1"/>
              <a:t>vermoedelijk</a:t>
            </a:r>
            <a:r>
              <a:rPr lang="en-US" dirty="0"/>
              <a:t> </a:t>
            </a:r>
            <a:r>
              <a:rPr lang="en-US" dirty="0" err="1"/>
              <a:t>wel</a:t>
            </a:r>
            <a:r>
              <a:rPr lang="en-US" dirty="0"/>
              <a:t> </a:t>
            </a:r>
            <a:r>
              <a:rPr lang="en-US" dirty="0" err="1"/>
              <a:t>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925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B0687-4C93-E988-96AC-67E04ED3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B8AD6789-E948-4896-9A63-EEBA680A0049}"/>
              </a:ext>
            </a:extLst>
          </p:cNvPr>
          <p:cNvGrpSpPr/>
          <p:nvPr/>
        </p:nvGrpSpPr>
        <p:grpSpPr>
          <a:xfrm>
            <a:off x="125329" y="-27480"/>
            <a:ext cx="8983301" cy="6885480"/>
            <a:chOff x="125329" y="-27480"/>
            <a:chExt cx="8983301" cy="688548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3FA760F-0250-95E2-83D9-E87A0015CCAC}"/>
                </a:ext>
              </a:extLst>
            </p:cNvPr>
            <p:cNvGrpSpPr/>
            <p:nvPr/>
          </p:nvGrpSpPr>
          <p:grpSpPr>
            <a:xfrm>
              <a:off x="168716" y="770027"/>
              <a:ext cx="8661864" cy="2515858"/>
              <a:chOff x="168716" y="770027"/>
              <a:chExt cx="8661864" cy="2515858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0B5E5F8-DCE3-E33F-5452-01C42E608D7C}"/>
                  </a:ext>
                </a:extLst>
              </p:cNvPr>
              <p:cNvSpPr/>
              <p:nvPr/>
            </p:nvSpPr>
            <p:spPr>
              <a:xfrm>
                <a:off x="189380" y="1989705"/>
                <a:ext cx="8641200" cy="1296180"/>
              </a:xfrm>
              <a:prstGeom prst="rect">
                <a:avLst/>
              </a:prstGeom>
              <a:gradFill flip="none" rotWithShape="1">
                <a:gsLst>
                  <a:gs pos="0">
                    <a:srgbClr val="FFC000"/>
                  </a:gs>
                  <a:gs pos="100000">
                    <a:srgbClr val="FFFF00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A7543392-CD5D-9671-14B2-35E19F4E3C5C}"/>
                  </a:ext>
                </a:extLst>
              </p:cNvPr>
              <p:cNvSpPr/>
              <p:nvPr/>
            </p:nvSpPr>
            <p:spPr>
              <a:xfrm>
                <a:off x="168716" y="770027"/>
                <a:ext cx="8639993" cy="1217614"/>
              </a:xfrm>
              <a:custGeom>
                <a:avLst/>
                <a:gdLst>
                  <a:gd name="csX0" fmla="*/ 0 w 8622707"/>
                  <a:gd name="csY0" fmla="*/ 213645 h 316195"/>
                  <a:gd name="csX1" fmla="*/ 470019 w 8622707"/>
                  <a:gd name="csY1" fmla="*/ 213645 h 316195"/>
                  <a:gd name="csX2" fmla="*/ 632389 w 8622707"/>
                  <a:gd name="csY2" fmla="*/ 196554 h 316195"/>
                  <a:gd name="csX3" fmla="*/ 717847 w 8622707"/>
                  <a:gd name="csY3" fmla="*/ 188008 h 316195"/>
                  <a:gd name="csX4" fmla="*/ 803305 w 8622707"/>
                  <a:gd name="csY4" fmla="*/ 179462 h 316195"/>
                  <a:gd name="csX5" fmla="*/ 1452785 w 8622707"/>
                  <a:gd name="csY5" fmla="*/ 162371 h 316195"/>
                  <a:gd name="csX6" fmla="*/ 1546789 w 8622707"/>
                  <a:gd name="csY6" fmla="*/ 145279 h 316195"/>
                  <a:gd name="csX7" fmla="*/ 1580972 w 8622707"/>
                  <a:gd name="csY7" fmla="*/ 136733 h 316195"/>
                  <a:gd name="csX8" fmla="*/ 1615156 w 8622707"/>
                  <a:gd name="csY8" fmla="*/ 145279 h 316195"/>
                  <a:gd name="csX9" fmla="*/ 1640793 w 8622707"/>
                  <a:gd name="csY9" fmla="*/ 162371 h 316195"/>
                  <a:gd name="csX10" fmla="*/ 1700614 w 8622707"/>
                  <a:gd name="csY10" fmla="*/ 188008 h 316195"/>
                  <a:gd name="csX11" fmla="*/ 1862984 w 8622707"/>
                  <a:gd name="csY11" fmla="*/ 205100 h 316195"/>
                  <a:gd name="csX12" fmla="*/ 1922804 w 8622707"/>
                  <a:gd name="csY12" fmla="*/ 213645 h 316195"/>
                  <a:gd name="csX13" fmla="*/ 1956987 w 8622707"/>
                  <a:gd name="csY13" fmla="*/ 222191 h 316195"/>
                  <a:gd name="csX14" fmla="*/ 2076628 w 8622707"/>
                  <a:gd name="csY14" fmla="*/ 230737 h 316195"/>
                  <a:gd name="csX15" fmla="*/ 2281728 w 8622707"/>
                  <a:gd name="csY15" fmla="*/ 222191 h 316195"/>
                  <a:gd name="csX16" fmla="*/ 2444098 w 8622707"/>
                  <a:gd name="csY16" fmla="*/ 213645 h 316195"/>
                  <a:gd name="csX17" fmla="*/ 2709017 w 8622707"/>
                  <a:gd name="csY17" fmla="*/ 222191 h 316195"/>
                  <a:gd name="csX18" fmla="*/ 2820113 w 8622707"/>
                  <a:gd name="csY18" fmla="*/ 230737 h 316195"/>
                  <a:gd name="csX19" fmla="*/ 3050849 w 8622707"/>
                  <a:gd name="csY19" fmla="*/ 213645 h 316195"/>
                  <a:gd name="csX20" fmla="*/ 3085032 w 8622707"/>
                  <a:gd name="csY20" fmla="*/ 205100 h 316195"/>
                  <a:gd name="csX21" fmla="*/ 3418318 w 8622707"/>
                  <a:gd name="csY21" fmla="*/ 188008 h 316195"/>
                  <a:gd name="csX22" fmla="*/ 3512322 w 8622707"/>
                  <a:gd name="csY22" fmla="*/ 162371 h 316195"/>
                  <a:gd name="csX23" fmla="*/ 3683238 w 8622707"/>
                  <a:gd name="csY23" fmla="*/ 170916 h 316195"/>
                  <a:gd name="csX24" fmla="*/ 3717421 w 8622707"/>
                  <a:gd name="csY24" fmla="*/ 179462 h 316195"/>
                  <a:gd name="csX25" fmla="*/ 3828516 w 8622707"/>
                  <a:gd name="csY25" fmla="*/ 205100 h 316195"/>
                  <a:gd name="csX26" fmla="*/ 3999432 w 8622707"/>
                  <a:gd name="csY26" fmla="*/ 196554 h 316195"/>
                  <a:gd name="csX27" fmla="*/ 4025070 w 8622707"/>
                  <a:gd name="csY27" fmla="*/ 188008 h 316195"/>
                  <a:gd name="csX28" fmla="*/ 4076344 w 8622707"/>
                  <a:gd name="csY28" fmla="*/ 179462 h 316195"/>
                  <a:gd name="csX29" fmla="*/ 4101982 w 8622707"/>
                  <a:gd name="csY29" fmla="*/ 170916 h 316195"/>
                  <a:gd name="csX30" fmla="*/ 4153257 w 8622707"/>
                  <a:gd name="csY30" fmla="*/ 162371 h 316195"/>
                  <a:gd name="csX31" fmla="*/ 4298535 w 8622707"/>
                  <a:gd name="csY31" fmla="*/ 145279 h 316195"/>
                  <a:gd name="csX32" fmla="*/ 4469451 w 8622707"/>
                  <a:gd name="csY32" fmla="*/ 153825 h 316195"/>
                  <a:gd name="csX33" fmla="*/ 4503634 w 8622707"/>
                  <a:gd name="csY33" fmla="*/ 162371 h 316195"/>
                  <a:gd name="csX34" fmla="*/ 4546363 w 8622707"/>
                  <a:gd name="csY34" fmla="*/ 170916 h 316195"/>
                  <a:gd name="csX35" fmla="*/ 4640367 w 8622707"/>
                  <a:gd name="csY35" fmla="*/ 179462 h 316195"/>
                  <a:gd name="csX36" fmla="*/ 4666004 w 8622707"/>
                  <a:gd name="csY36" fmla="*/ 188008 h 316195"/>
                  <a:gd name="csX37" fmla="*/ 4700187 w 8622707"/>
                  <a:gd name="csY37" fmla="*/ 205100 h 316195"/>
                  <a:gd name="csX38" fmla="*/ 4734371 w 8622707"/>
                  <a:gd name="csY38" fmla="*/ 213645 h 316195"/>
                  <a:gd name="csX39" fmla="*/ 4777100 w 8622707"/>
                  <a:gd name="csY39" fmla="*/ 230737 h 316195"/>
                  <a:gd name="csX40" fmla="*/ 4862557 w 8622707"/>
                  <a:gd name="csY40" fmla="*/ 247829 h 316195"/>
                  <a:gd name="csX41" fmla="*/ 4905286 w 8622707"/>
                  <a:gd name="csY41" fmla="*/ 256374 h 316195"/>
                  <a:gd name="csX42" fmla="*/ 4948015 w 8622707"/>
                  <a:gd name="csY42" fmla="*/ 273466 h 316195"/>
                  <a:gd name="csX43" fmla="*/ 5033473 w 8622707"/>
                  <a:gd name="csY43" fmla="*/ 290558 h 316195"/>
                  <a:gd name="csX44" fmla="*/ 5153114 w 8622707"/>
                  <a:gd name="csY44" fmla="*/ 307649 h 316195"/>
                  <a:gd name="csX45" fmla="*/ 5580404 w 8622707"/>
                  <a:gd name="csY45" fmla="*/ 299103 h 316195"/>
                  <a:gd name="csX46" fmla="*/ 5640225 w 8622707"/>
                  <a:gd name="csY46" fmla="*/ 282012 h 316195"/>
                  <a:gd name="csX47" fmla="*/ 5708591 w 8622707"/>
                  <a:gd name="csY47" fmla="*/ 264920 h 316195"/>
                  <a:gd name="csX48" fmla="*/ 5776957 w 8622707"/>
                  <a:gd name="csY48" fmla="*/ 247829 h 316195"/>
                  <a:gd name="csX49" fmla="*/ 5922236 w 8622707"/>
                  <a:gd name="csY49" fmla="*/ 230737 h 316195"/>
                  <a:gd name="csX50" fmla="*/ 5990602 w 8622707"/>
                  <a:gd name="csY50" fmla="*/ 222191 h 316195"/>
                  <a:gd name="csX51" fmla="*/ 6041877 w 8622707"/>
                  <a:gd name="csY51" fmla="*/ 188008 h 316195"/>
                  <a:gd name="csX52" fmla="*/ 6076060 w 8622707"/>
                  <a:gd name="csY52" fmla="*/ 162371 h 316195"/>
                  <a:gd name="csX53" fmla="*/ 6101698 w 8622707"/>
                  <a:gd name="csY53" fmla="*/ 136733 h 316195"/>
                  <a:gd name="csX54" fmla="*/ 6161518 w 8622707"/>
                  <a:gd name="csY54" fmla="*/ 119642 h 316195"/>
                  <a:gd name="csX55" fmla="*/ 6306797 w 8622707"/>
                  <a:gd name="csY55" fmla="*/ 136733 h 316195"/>
                  <a:gd name="csX56" fmla="*/ 6332434 w 8622707"/>
                  <a:gd name="csY56" fmla="*/ 145279 h 316195"/>
                  <a:gd name="csX57" fmla="*/ 6409346 w 8622707"/>
                  <a:gd name="csY57" fmla="*/ 162371 h 316195"/>
                  <a:gd name="csX58" fmla="*/ 6460621 w 8622707"/>
                  <a:gd name="csY58" fmla="*/ 179462 h 316195"/>
                  <a:gd name="csX59" fmla="*/ 6511896 w 8622707"/>
                  <a:gd name="csY59" fmla="*/ 188008 h 316195"/>
                  <a:gd name="csX60" fmla="*/ 6631537 w 8622707"/>
                  <a:gd name="csY60" fmla="*/ 213645 h 316195"/>
                  <a:gd name="csX61" fmla="*/ 6716995 w 8622707"/>
                  <a:gd name="csY61" fmla="*/ 222191 h 316195"/>
                  <a:gd name="csX62" fmla="*/ 6759724 w 8622707"/>
                  <a:gd name="csY62" fmla="*/ 230737 h 316195"/>
                  <a:gd name="csX63" fmla="*/ 7169922 w 8622707"/>
                  <a:gd name="csY63" fmla="*/ 247829 h 316195"/>
                  <a:gd name="csX64" fmla="*/ 7187014 w 8622707"/>
                  <a:gd name="csY64" fmla="*/ 273466 h 316195"/>
                  <a:gd name="csX65" fmla="*/ 7298109 w 8622707"/>
                  <a:gd name="csY65" fmla="*/ 247829 h 316195"/>
                  <a:gd name="csX66" fmla="*/ 7323746 w 8622707"/>
                  <a:gd name="csY66" fmla="*/ 222191 h 316195"/>
                  <a:gd name="csX67" fmla="*/ 7417750 w 8622707"/>
                  <a:gd name="csY67" fmla="*/ 102550 h 316195"/>
                  <a:gd name="csX68" fmla="*/ 7469025 w 8622707"/>
                  <a:gd name="csY68" fmla="*/ 34184 h 316195"/>
                  <a:gd name="csX69" fmla="*/ 7528845 w 8622707"/>
                  <a:gd name="csY69" fmla="*/ 0 h 316195"/>
                  <a:gd name="csX70" fmla="*/ 7605757 w 8622707"/>
                  <a:gd name="csY70" fmla="*/ 42729 h 316195"/>
                  <a:gd name="csX71" fmla="*/ 7631395 w 8622707"/>
                  <a:gd name="csY71" fmla="*/ 68367 h 316195"/>
                  <a:gd name="csX72" fmla="*/ 7657032 w 8622707"/>
                  <a:gd name="csY72" fmla="*/ 85458 h 316195"/>
                  <a:gd name="csX73" fmla="*/ 7682670 w 8622707"/>
                  <a:gd name="csY73" fmla="*/ 111096 h 316195"/>
                  <a:gd name="csX74" fmla="*/ 7716853 w 8622707"/>
                  <a:gd name="csY74" fmla="*/ 136733 h 316195"/>
                  <a:gd name="csX75" fmla="*/ 7742490 w 8622707"/>
                  <a:gd name="csY75" fmla="*/ 162371 h 316195"/>
                  <a:gd name="csX76" fmla="*/ 7802311 w 8622707"/>
                  <a:gd name="csY76" fmla="*/ 205100 h 316195"/>
                  <a:gd name="csX77" fmla="*/ 7827948 w 8622707"/>
                  <a:gd name="csY77" fmla="*/ 239283 h 316195"/>
                  <a:gd name="csX78" fmla="*/ 7853585 w 8622707"/>
                  <a:gd name="csY78" fmla="*/ 256374 h 316195"/>
                  <a:gd name="csX79" fmla="*/ 7887769 w 8622707"/>
                  <a:gd name="csY79" fmla="*/ 290558 h 316195"/>
                  <a:gd name="csX80" fmla="*/ 7921952 w 8622707"/>
                  <a:gd name="csY80" fmla="*/ 299103 h 316195"/>
                  <a:gd name="csX81" fmla="*/ 7964681 w 8622707"/>
                  <a:gd name="csY81" fmla="*/ 316195 h 316195"/>
                  <a:gd name="csX82" fmla="*/ 8109959 w 8622707"/>
                  <a:gd name="csY82" fmla="*/ 299103 h 316195"/>
                  <a:gd name="csX83" fmla="*/ 8161234 w 8622707"/>
                  <a:gd name="csY83" fmla="*/ 282012 h 316195"/>
                  <a:gd name="csX84" fmla="*/ 8323604 w 8622707"/>
                  <a:gd name="csY84" fmla="*/ 290558 h 316195"/>
                  <a:gd name="csX85" fmla="*/ 8485974 w 8622707"/>
                  <a:gd name="csY85" fmla="*/ 282012 h 316195"/>
                  <a:gd name="csX86" fmla="*/ 8622707 w 8622707"/>
                  <a:gd name="csY86" fmla="*/ 282012 h 316195"/>
                  <a:gd name="csX0" fmla="*/ 0 w 8635679"/>
                  <a:gd name="csY0" fmla="*/ 213645 h 316195"/>
                  <a:gd name="csX1" fmla="*/ 470019 w 8635679"/>
                  <a:gd name="csY1" fmla="*/ 213645 h 316195"/>
                  <a:gd name="csX2" fmla="*/ 632389 w 8635679"/>
                  <a:gd name="csY2" fmla="*/ 196554 h 316195"/>
                  <a:gd name="csX3" fmla="*/ 717847 w 8635679"/>
                  <a:gd name="csY3" fmla="*/ 188008 h 316195"/>
                  <a:gd name="csX4" fmla="*/ 803305 w 8635679"/>
                  <a:gd name="csY4" fmla="*/ 179462 h 316195"/>
                  <a:gd name="csX5" fmla="*/ 1452785 w 8635679"/>
                  <a:gd name="csY5" fmla="*/ 162371 h 316195"/>
                  <a:gd name="csX6" fmla="*/ 1546789 w 8635679"/>
                  <a:gd name="csY6" fmla="*/ 145279 h 316195"/>
                  <a:gd name="csX7" fmla="*/ 1580972 w 8635679"/>
                  <a:gd name="csY7" fmla="*/ 136733 h 316195"/>
                  <a:gd name="csX8" fmla="*/ 1615156 w 8635679"/>
                  <a:gd name="csY8" fmla="*/ 145279 h 316195"/>
                  <a:gd name="csX9" fmla="*/ 1640793 w 8635679"/>
                  <a:gd name="csY9" fmla="*/ 162371 h 316195"/>
                  <a:gd name="csX10" fmla="*/ 1700614 w 8635679"/>
                  <a:gd name="csY10" fmla="*/ 188008 h 316195"/>
                  <a:gd name="csX11" fmla="*/ 1862984 w 8635679"/>
                  <a:gd name="csY11" fmla="*/ 205100 h 316195"/>
                  <a:gd name="csX12" fmla="*/ 1922804 w 8635679"/>
                  <a:gd name="csY12" fmla="*/ 213645 h 316195"/>
                  <a:gd name="csX13" fmla="*/ 1956987 w 8635679"/>
                  <a:gd name="csY13" fmla="*/ 222191 h 316195"/>
                  <a:gd name="csX14" fmla="*/ 2076628 w 8635679"/>
                  <a:gd name="csY14" fmla="*/ 230737 h 316195"/>
                  <a:gd name="csX15" fmla="*/ 2281728 w 8635679"/>
                  <a:gd name="csY15" fmla="*/ 222191 h 316195"/>
                  <a:gd name="csX16" fmla="*/ 2444098 w 8635679"/>
                  <a:gd name="csY16" fmla="*/ 213645 h 316195"/>
                  <a:gd name="csX17" fmla="*/ 2709017 w 8635679"/>
                  <a:gd name="csY17" fmla="*/ 222191 h 316195"/>
                  <a:gd name="csX18" fmla="*/ 2820113 w 8635679"/>
                  <a:gd name="csY18" fmla="*/ 230737 h 316195"/>
                  <a:gd name="csX19" fmla="*/ 3050849 w 8635679"/>
                  <a:gd name="csY19" fmla="*/ 213645 h 316195"/>
                  <a:gd name="csX20" fmla="*/ 3085032 w 8635679"/>
                  <a:gd name="csY20" fmla="*/ 205100 h 316195"/>
                  <a:gd name="csX21" fmla="*/ 3418318 w 8635679"/>
                  <a:gd name="csY21" fmla="*/ 188008 h 316195"/>
                  <a:gd name="csX22" fmla="*/ 3512322 w 8635679"/>
                  <a:gd name="csY22" fmla="*/ 162371 h 316195"/>
                  <a:gd name="csX23" fmla="*/ 3683238 w 8635679"/>
                  <a:gd name="csY23" fmla="*/ 170916 h 316195"/>
                  <a:gd name="csX24" fmla="*/ 3717421 w 8635679"/>
                  <a:gd name="csY24" fmla="*/ 179462 h 316195"/>
                  <a:gd name="csX25" fmla="*/ 3828516 w 8635679"/>
                  <a:gd name="csY25" fmla="*/ 205100 h 316195"/>
                  <a:gd name="csX26" fmla="*/ 3999432 w 8635679"/>
                  <a:gd name="csY26" fmla="*/ 196554 h 316195"/>
                  <a:gd name="csX27" fmla="*/ 4025070 w 8635679"/>
                  <a:gd name="csY27" fmla="*/ 188008 h 316195"/>
                  <a:gd name="csX28" fmla="*/ 4076344 w 8635679"/>
                  <a:gd name="csY28" fmla="*/ 179462 h 316195"/>
                  <a:gd name="csX29" fmla="*/ 4101982 w 8635679"/>
                  <a:gd name="csY29" fmla="*/ 170916 h 316195"/>
                  <a:gd name="csX30" fmla="*/ 4153257 w 8635679"/>
                  <a:gd name="csY30" fmla="*/ 162371 h 316195"/>
                  <a:gd name="csX31" fmla="*/ 4298535 w 8635679"/>
                  <a:gd name="csY31" fmla="*/ 145279 h 316195"/>
                  <a:gd name="csX32" fmla="*/ 4469451 w 8635679"/>
                  <a:gd name="csY32" fmla="*/ 153825 h 316195"/>
                  <a:gd name="csX33" fmla="*/ 4503634 w 8635679"/>
                  <a:gd name="csY33" fmla="*/ 162371 h 316195"/>
                  <a:gd name="csX34" fmla="*/ 4546363 w 8635679"/>
                  <a:gd name="csY34" fmla="*/ 170916 h 316195"/>
                  <a:gd name="csX35" fmla="*/ 4640367 w 8635679"/>
                  <a:gd name="csY35" fmla="*/ 179462 h 316195"/>
                  <a:gd name="csX36" fmla="*/ 4666004 w 8635679"/>
                  <a:gd name="csY36" fmla="*/ 188008 h 316195"/>
                  <a:gd name="csX37" fmla="*/ 4700187 w 8635679"/>
                  <a:gd name="csY37" fmla="*/ 205100 h 316195"/>
                  <a:gd name="csX38" fmla="*/ 4734371 w 8635679"/>
                  <a:gd name="csY38" fmla="*/ 213645 h 316195"/>
                  <a:gd name="csX39" fmla="*/ 4777100 w 8635679"/>
                  <a:gd name="csY39" fmla="*/ 230737 h 316195"/>
                  <a:gd name="csX40" fmla="*/ 4862557 w 8635679"/>
                  <a:gd name="csY40" fmla="*/ 247829 h 316195"/>
                  <a:gd name="csX41" fmla="*/ 4905286 w 8635679"/>
                  <a:gd name="csY41" fmla="*/ 256374 h 316195"/>
                  <a:gd name="csX42" fmla="*/ 4948015 w 8635679"/>
                  <a:gd name="csY42" fmla="*/ 273466 h 316195"/>
                  <a:gd name="csX43" fmla="*/ 5033473 w 8635679"/>
                  <a:gd name="csY43" fmla="*/ 290558 h 316195"/>
                  <a:gd name="csX44" fmla="*/ 5153114 w 8635679"/>
                  <a:gd name="csY44" fmla="*/ 307649 h 316195"/>
                  <a:gd name="csX45" fmla="*/ 5580404 w 8635679"/>
                  <a:gd name="csY45" fmla="*/ 299103 h 316195"/>
                  <a:gd name="csX46" fmla="*/ 5640225 w 8635679"/>
                  <a:gd name="csY46" fmla="*/ 282012 h 316195"/>
                  <a:gd name="csX47" fmla="*/ 5708591 w 8635679"/>
                  <a:gd name="csY47" fmla="*/ 264920 h 316195"/>
                  <a:gd name="csX48" fmla="*/ 5776957 w 8635679"/>
                  <a:gd name="csY48" fmla="*/ 247829 h 316195"/>
                  <a:gd name="csX49" fmla="*/ 5922236 w 8635679"/>
                  <a:gd name="csY49" fmla="*/ 230737 h 316195"/>
                  <a:gd name="csX50" fmla="*/ 5990602 w 8635679"/>
                  <a:gd name="csY50" fmla="*/ 222191 h 316195"/>
                  <a:gd name="csX51" fmla="*/ 6041877 w 8635679"/>
                  <a:gd name="csY51" fmla="*/ 188008 h 316195"/>
                  <a:gd name="csX52" fmla="*/ 6076060 w 8635679"/>
                  <a:gd name="csY52" fmla="*/ 162371 h 316195"/>
                  <a:gd name="csX53" fmla="*/ 6101698 w 8635679"/>
                  <a:gd name="csY53" fmla="*/ 136733 h 316195"/>
                  <a:gd name="csX54" fmla="*/ 6161518 w 8635679"/>
                  <a:gd name="csY54" fmla="*/ 119642 h 316195"/>
                  <a:gd name="csX55" fmla="*/ 6306797 w 8635679"/>
                  <a:gd name="csY55" fmla="*/ 136733 h 316195"/>
                  <a:gd name="csX56" fmla="*/ 6332434 w 8635679"/>
                  <a:gd name="csY56" fmla="*/ 145279 h 316195"/>
                  <a:gd name="csX57" fmla="*/ 6409346 w 8635679"/>
                  <a:gd name="csY57" fmla="*/ 162371 h 316195"/>
                  <a:gd name="csX58" fmla="*/ 6460621 w 8635679"/>
                  <a:gd name="csY58" fmla="*/ 179462 h 316195"/>
                  <a:gd name="csX59" fmla="*/ 6511896 w 8635679"/>
                  <a:gd name="csY59" fmla="*/ 188008 h 316195"/>
                  <a:gd name="csX60" fmla="*/ 6631537 w 8635679"/>
                  <a:gd name="csY60" fmla="*/ 213645 h 316195"/>
                  <a:gd name="csX61" fmla="*/ 6716995 w 8635679"/>
                  <a:gd name="csY61" fmla="*/ 222191 h 316195"/>
                  <a:gd name="csX62" fmla="*/ 6759724 w 8635679"/>
                  <a:gd name="csY62" fmla="*/ 230737 h 316195"/>
                  <a:gd name="csX63" fmla="*/ 7169922 w 8635679"/>
                  <a:gd name="csY63" fmla="*/ 247829 h 316195"/>
                  <a:gd name="csX64" fmla="*/ 7187014 w 8635679"/>
                  <a:gd name="csY64" fmla="*/ 273466 h 316195"/>
                  <a:gd name="csX65" fmla="*/ 7298109 w 8635679"/>
                  <a:gd name="csY65" fmla="*/ 247829 h 316195"/>
                  <a:gd name="csX66" fmla="*/ 7323746 w 8635679"/>
                  <a:gd name="csY66" fmla="*/ 222191 h 316195"/>
                  <a:gd name="csX67" fmla="*/ 7417750 w 8635679"/>
                  <a:gd name="csY67" fmla="*/ 102550 h 316195"/>
                  <a:gd name="csX68" fmla="*/ 7469025 w 8635679"/>
                  <a:gd name="csY68" fmla="*/ 34184 h 316195"/>
                  <a:gd name="csX69" fmla="*/ 7528845 w 8635679"/>
                  <a:gd name="csY69" fmla="*/ 0 h 316195"/>
                  <a:gd name="csX70" fmla="*/ 7605757 w 8635679"/>
                  <a:gd name="csY70" fmla="*/ 42729 h 316195"/>
                  <a:gd name="csX71" fmla="*/ 7631395 w 8635679"/>
                  <a:gd name="csY71" fmla="*/ 68367 h 316195"/>
                  <a:gd name="csX72" fmla="*/ 7657032 w 8635679"/>
                  <a:gd name="csY72" fmla="*/ 85458 h 316195"/>
                  <a:gd name="csX73" fmla="*/ 7682670 w 8635679"/>
                  <a:gd name="csY73" fmla="*/ 111096 h 316195"/>
                  <a:gd name="csX74" fmla="*/ 7716853 w 8635679"/>
                  <a:gd name="csY74" fmla="*/ 136733 h 316195"/>
                  <a:gd name="csX75" fmla="*/ 7742490 w 8635679"/>
                  <a:gd name="csY75" fmla="*/ 162371 h 316195"/>
                  <a:gd name="csX76" fmla="*/ 7802311 w 8635679"/>
                  <a:gd name="csY76" fmla="*/ 205100 h 316195"/>
                  <a:gd name="csX77" fmla="*/ 7827948 w 8635679"/>
                  <a:gd name="csY77" fmla="*/ 239283 h 316195"/>
                  <a:gd name="csX78" fmla="*/ 7853585 w 8635679"/>
                  <a:gd name="csY78" fmla="*/ 256374 h 316195"/>
                  <a:gd name="csX79" fmla="*/ 7887769 w 8635679"/>
                  <a:gd name="csY79" fmla="*/ 290558 h 316195"/>
                  <a:gd name="csX80" fmla="*/ 7921952 w 8635679"/>
                  <a:gd name="csY80" fmla="*/ 299103 h 316195"/>
                  <a:gd name="csX81" fmla="*/ 7964681 w 8635679"/>
                  <a:gd name="csY81" fmla="*/ 316195 h 316195"/>
                  <a:gd name="csX82" fmla="*/ 8109959 w 8635679"/>
                  <a:gd name="csY82" fmla="*/ 299103 h 316195"/>
                  <a:gd name="csX83" fmla="*/ 8161234 w 8635679"/>
                  <a:gd name="csY83" fmla="*/ 282012 h 316195"/>
                  <a:gd name="csX84" fmla="*/ 8323604 w 8635679"/>
                  <a:gd name="csY84" fmla="*/ 290558 h 316195"/>
                  <a:gd name="csX85" fmla="*/ 8485974 w 8635679"/>
                  <a:gd name="csY85" fmla="*/ 282012 h 316195"/>
                  <a:gd name="csX86" fmla="*/ 8622707 w 8635679"/>
                  <a:gd name="csY86" fmla="*/ 282012 h 316195"/>
                  <a:gd name="csX87" fmla="*/ 8631253 w 8635679"/>
                  <a:gd name="csY87" fmla="*/ 290558 h 316195"/>
                  <a:gd name="csX0" fmla="*/ 0 w 8639993"/>
                  <a:gd name="csY0" fmla="*/ 213645 h 1213503"/>
                  <a:gd name="csX1" fmla="*/ 470019 w 8639993"/>
                  <a:gd name="csY1" fmla="*/ 213645 h 1213503"/>
                  <a:gd name="csX2" fmla="*/ 632389 w 8639993"/>
                  <a:gd name="csY2" fmla="*/ 196554 h 1213503"/>
                  <a:gd name="csX3" fmla="*/ 717847 w 8639993"/>
                  <a:gd name="csY3" fmla="*/ 188008 h 1213503"/>
                  <a:gd name="csX4" fmla="*/ 803305 w 8639993"/>
                  <a:gd name="csY4" fmla="*/ 179462 h 1213503"/>
                  <a:gd name="csX5" fmla="*/ 1452785 w 8639993"/>
                  <a:gd name="csY5" fmla="*/ 162371 h 1213503"/>
                  <a:gd name="csX6" fmla="*/ 1546789 w 8639993"/>
                  <a:gd name="csY6" fmla="*/ 145279 h 1213503"/>
                  <a:gd name="csX7" fmla="*/ 1580972 w 8639993"/>
                  <a:gd name="csY7" fmla="*/ 136733 h 1213503"/>
                  <a:gd name="csX8" fmla="*/ 1615156 w 8639993"/>
                  <a:gd name="csY8" fmla="*/ 145279 h 1213503"/>
                  <a:gd name="csX9" fmla="*/ 1640793 w 8639993"/>
                  <a:gd name="csY9" fmla="*/ 162371 h 1213503"/>
                  <a:gd name="csX10" fmla="*/ 1700614 w 8639993"/>
                  <a:gd name="csY10" fmla="*/ 188008 h 1213503"/>
                  <a:gd name="csX11" fmla="*/ 1862984 w 8639993"/>
                  <a:gd name="csY11" fmla="*/ 205100 h 1213503"/>
                  <a:gd name="csX12" fmla="*/ 1922804 w 8639993"/>
                  <a:gd name="csY12" fmla="*/ 213645 h 1213503"/>
                  <a:gd name="csX13" fmla="*/ 1956987 w 8639993"/>
                  <a:gd name="csY13" fmla="*/ 222191 h 1213503"/>
                  <a:gd name="csX14" fmla="*/ 2076628 w 8639993"/>
                  <a:gd name="csY14" fmla="*/ 230737 h 1213503"/>
                  <a:gd name="csX15" fmla="*/ 2281728 w 8639993"/>
                  <a:gd name="csY15" fmla="*/ 222191 h 1213503"/>
                  <a:gd name="csX16" fmla="*/ 2444098 w 8639993"/>
                  <a:gd name="csY16" fmla="*/ 213645 h 1213503"/>
                  <a:gd name="csX17" fmla="*/ 2709017 w 8639993"/>
                  <a:gd name="csY17" fmla="*/ 222191 h 1213503"/>
                  <a:gd name="csX18" fmla="*/ 2820113 w 8639993"/>
                  <a:gd name="csY18" fmla="*/ 230737 h 1213503"/>
                  <a:gd name="csX19" fmla="*/ 3050849 w 8639993"/>
                  <a:gd name="csY19" fmla="*/ 213645 h 1213503"/>
                  <a:gd name="csX20" fmla="*/ 3085032 w 8639993"/>
                  <a:gd name="csY20" fmla="*/ 205100 h 1213503"/>
                  <a:gd name="csX21" fmla="*/ 3418318 w 8639993"/>
                  <a:gd name="csY21" fmla="*/ 188008 h 1213503"/>
                  <a:gd name="csX22" fmla="*/ 3512322 w 8639993"/>
                  <a:gd name="csY22" fmla="*/ 162371 h 1213503"/>
                  <a:gd name="csX23" fmla="*/ 3683238 w 8639993"/>
                  <a:gd name="csY23" fmla="*/ 170916 h 1213503"/>
                  <a:gd name="csX24" fmla="*/ 3717421 w 8639993"/>
                  <a:gd name="csY24" fmla="*/ 179462 h 1213503"/>
                  <a:gd name="csX25" fmla="*/ 3828516 w 8639993"/>
                  <a:gd name="csY25" fmla="*/ 205100 h 1213503"/>
                  <a:gd name="csX26" fmla="*/ 3999432 w 8639993"/>
                  <a:gd name="csY26" fmla="*/ 196554 h 1213503"/>
                  <a:gd name="csX27" fmla="*/ 4025070 w 8639993"/>
                  <a:gd name="csY27" fmla="*/ 188008 h 1213503"/>
                  <a:gd name="csX28" fmla="*/ 4076344 w 8639993"/>
                  <a:gd name="csY28" fmla="*/ 179462 h 1213503"/>
                  <a:gd name="csX29" fmla="*/ 4101982 w 8639993"/>
                  <a:gd name="csY29" fmla="*/ 170916 h 1213503"/>
                  <a:gd name="csX30" fmla="*/ 4153257 w 8639993"/>
                  <a:gd name="csY30" fmla="*/ 162371 h 1213503"/>
                  <a:gd name="csX31" fmla="*/ 4298535 w 8639993"/>
                  <a:gd name="csY31" fmla="*/ 145279 h 1213503"/>
                  <a:gd name="csX32" fmla="*/ 4469451 w 8639993"/>
                  <a:gd name="csY32" fmla="*/ 153825 h 1213503"/>
                  <a:gd name="csX33" fmla="*/ 4503634 w 8639993"/>
                  <a:gd name="csY33" fmla="*/ 162371 h 1213503"/>
                  <a:gd name="csX34" fmla="*/ 4546363 w 8639993"/>
                  <a:gd name="csY34" fmla="*/ 170916 h 1213503"/>
                  <a:gd name="csX35" fmla="*/ 4640367 w 8639993"/>
                  <a:gd name="csY35" fmla="*/ 179462 h 1213503"/>
                  <a:gd name="csX36" fmla="*/ 4666004 w 8639993"/>
                  <a:gd name="csY36" fmla="*/ 188008 h 1213503"/>
                  <a:gd name="csX37" fmla="*/ 4700187 w 8639993"/>
                  <a:gd name="csY37" fmla="*/ 205100 h 1213503"/>
                  <a:gd name="csX38" fmla="*/ 4734371 w 8639993"/>
                  <a:gd name="csY38" fmla="*/ 213645 h 1213503"/>
                  <a:gd name="csX39" fmla="*/ 4777100 w 8639993"/>
                  <a:gd name="csY39" fmla="*/ 230737 h 1213503"/>
                  <a:gd name="csX40" fmla="*/ 4862557 w 8639993"/>
                  <a:gd name="csY40" fmla="*/ 247829 h 1213503"/>
                  <a:gd name="csX41" fmla="*/ 4905286 w 8639993"/>
                  <a:gd name="csY41" fmla="*/ 256374 h 1213503"/>
                  <a:gd name="csX42" fmla="*/ 4948015 w 8639993"/>
                  <a:gd name="csY42" fmla="*/ 273466 h 1213503"/>
                  <a:gd name="csX43" fmla="*/ 5033473 w 8639993"/>
                  <a:gd name="csY43" fmla="*/ 290558 h 1213503"/>
                  <a:gd name="csX44" fmla="*/ 5153114 w 8639993"/>
                  <a:gd name="csY44" fmla="*/ 307649 h 1213503"/>
                  <a:gd name="csX45" fmla="*/ 5580404 w 8639993"/>
                  <a:gd name="csY45" fmla="*/ 299103 h 1213503"/>
                  <a:gd name="csX46" fmla="*/ 5640225 w 8639993"/>
                  <a:gd name="csY46" fmla="*/ 282012 h 1213503"/>
                  <a:gd name="csX47" fmla="*/ 5708591 w 8639993"/>
                  <a:gd name="csY47" fmla="*/ 264920 h 1213503"/>
                  <a:gd name="csX48" fmla="*/ 5776957 w 8639993"/>
                  <a:gd name="csY48" fmla="*/ 247829 h 1213503"/>
                  <a:gd name="csX49" fmla="*/ 5922236 w 8639993"/>
                  <a:gd name="csY49" fmla="*/ 230737 h 1213503"/>
                  <a:gd name="csX50" fmla="*/ 5990602 w 8639993"/>
                  <a:gd name="csY50" fmla="*/ 222191 h 1213503"/>
                  <a:gd name="csX51" fmla="*/ 6041877 w 8639993"/>
                  <a:gd name="csY51" fmla="*/ 188008 h 1213503"/>
                  <a:gd name="csX52" fmla="*/ 6076060 w 8639993"/>
                  <a:gd name="csY52" fmla="*/ 162371 h 1213503"/>
                  <a:gd name="csX53" fmla="*/ 6101698 w 8639993"/>
                  <a:gd name="csY53" fmla="*/ 136733 h 1213503"/>
                  <a:gd name="csX54" fmla="*/ 6161518 w 8639993"/>
                  <a:gd name="csY54" fmla="*/ 119642 h 1213503"/>
                  <a:gd name="csX55" fmla="*/ 6306797 w 8639993"/>
                  <a:gd name="csY55" fmla="*/ 136733 h 1213503"/>
                  <a:gd name="csX56" fmla="*/ 6332434 w 8639993"/>
                  <a:gd name="csY56" fmla="*/ 145279 h 1213503"/>
                  <a:gd name="csX57" fmla="*/ 6409346 w 8639993"/>
                  <a:gd name="csY57" fmla="*/ 162371 h 1213503"/>
                  <a:gd name="csX58" fmla="*/ 6460621 w 8639993"/>
                  <a:gd name="csY58" fmla="*/ 179462 h 1213503"/>
                  <a:gd name="csX59" fmla="*/ 6511896 w 8639993"/>
                  <a:gd name="csY59" fmla="*/ 188008 h 1213503"/>
                  <a:gd name="csX60" fmla="*/ 6631537 w 8639993"/>
                  <a:gd name="csY60" fmla="*/ 213645 h 1213503"/>
                  <a:gd name="csX61" fmla="*/ 6716995 w 8639993"/>
                  <a:gd name="csY61" fmla="*/ 222191 h 1213503"/>
                  <a:gd name="csX62" fmla="*/ 6759724 w 8639993"/>
                  <a:gd name="csY62" fmla="*/ 230737 h 1213503"/>
                  <a:gd name="csX63" fmla="*/ 7169922 w 8639993"/>
                  <a:gd name="csY63" fmla="*/ 247829 h 1213503"/>
                  <a:gd name="csX64" fmla="*/ 7187014 w 8639993"/>
                  <a:gd name="csY64" fmla="*/ 273466 h 1213503"/>
                  <a:gd name="csX65" fmla="*/ 7298109 w 8639993"/>
                  <a:gd name="csY65" fmla="*/ 247829 h 1213503"/>
                  <a:gd name="csX66" fmla="*/ 7323746 w 8639993"/>
                  <a:gd name="csY66" fmla="*/ 222191 h 1213503"/>
                  <a:gd name="csX67" fmla="*/ 7417750 w 8639993"/>
                  <a:gd name="csY67" fmla="*/ 102550 h 1213503"/>
                  <a:gd name="csX68" fmla="*/ 7469025 w 8639993"/>
                  <a:gd name="csY68" fmla="*/ 34184 h 1213503"/>
                  <a:gd name="csX69" fmla="*/ 7528845 w 8639993"/>
                  <a:gd name="csY69" fmla="*/ 0 h 1213503"/>
                  <a:gd name="csX70" fmla="*/ 7605757 w 8639993"/>
                  <a:gd name="csY70" fmla="*/ 42729 h 1213503"/>
                  <a:gd name="csX71" fmla="*/ 7631395 w 8639993"/>
                  <a:gd name="csY71" fmla="*/ 68367 h 1213503"/>
                  <a:gd name="csX72" fmla="*/ 7657032 w 8639993"/>
                  <a:gd name="csY72" fmla="*/ 85458 h 1213503"/>
                  <a:gd name="csX73" fmla="*/ 7682670 w 8639993"/>
                  <a:gd name="csY73" fmla="*/ 111096 h 1213503"/>
                  <a:gd name="csX74" fmla="*/ 7716853 w 8639993"/>
                  <a:gd name="csY74" fmla="*/ 136733 h 1213503"/>
                  <a:gd name="csX75" fmla="*/ 7742490 w 8639993"/>
                  <a:gd name="csY75" fmla="*/ 162371 h 1213503"/>
                  <a:gd name="csX76" fmla="*/ 7802311 w 8639993"/>
                  <a:gd name="csY76" fmla="*/ 205100 h 1213503"/>
                  <a:gd name="csX77" fmla="*/ 7827948 w 8639993"/>
                  <a:gd name="csY77" fmla="*/ 239283 h 1213503"/>
                  <a:gd name="csX78" fmla="*/ 7853585 w 8639993"/>
                  <a:gd name="csY78" fmla="*/ 256374 h 1213503"/>
                  <a:gd name="csX79" fmla="*/ 7887769 w 8639993"/>
                  <a:gd name="csY79" fmla="*/ 290558 h 1213503"/>
                  <a:gd name="csX80" fmla="*/ 7921952 w 8639993"/>
                  <a:gd name="csY80" fmla="*/ 299103 h 1213503"/>
                  <a:gd name="csX81" fmla="*/ 7964681 w 8639993"/>
                  <a:gd name="csY81" fmla="*/ 316195 h 1213503"/>
                  <a:gd name="csX82" fmla="*/ 8109959 w 8639993"/>
                  <a:gd name="csY82" fmla="*/ 299103 h 1213503"/>
                  <a:gd name="csX83" fmla="*/ 8161234 w 8639993"/>
                  <a:gd name="csY83" fmla="*/ 282012 h 1213503"/>
                  <a:gd name="csX84" fmla="*/ 8323604 w 8639993"/>
                  <a:gd name="csY84" fmla="*/ 290558 h 1213503"/>
                  <a:gd name="csX85" fmla="*/ 8485974 w 8639993"/>
                  <a:gd name="csY85" fmla="*/ 282012 h 1213503"/>
                  <a:gd name="csX86" fmla="*/ 8622707 w 8639993"/>
                  <a:gd name="csY86" fmla="*/ 282012 h 1213503"/>
                  <a:gd name="csX87" fmla="*/ 8639799 w 8639993"/>
                  <a:gd name="csY87" fmla="*/ 1213503 h 1213503"/>
                  <a:gd name="csX0" fmla="*/ 0 w 8639993"/>
                  <a:gd name="csY0" fmla="*/ 213645 h 1277787"/>
                  <a:gd name="csX1" fmla="*/ 470019 w 8639993"/>
                  <a:gd name="csY1" fmla="*/ 213645 h 1277787"/>
                  <a:gd name="csX2" fmla="*/ 632389 w 8639993"/>
                  <a:gd name="csY2" fmla="*/ 196554 h 1277787"/>
                  <a:gd name="csX3" fmla="*/ 717847 w 8639993"/>
                  <a:gd name="csY3" fmla="*/ 188008 h 1277787"/>
                  <a:gd name="csX4" fmla="*/ 803305 w 8639993"/>
                  <a:gd name="csY4" fmla="*/ 179462 h 1277787"/>
                  <a:gd name="csX5" fmla="*/ 1452785 w 8639993"/>
                  <a:gd name="csY5" fmla="*/ 162371 h 1277787"/>
                  <a:gd name="csX6" fmla="*/ 1546789 w 8639993"/>
                  <a:gd name="csY6" fmla="*/ 145279 h 1277787"/>
                  <a:gd name="csX7" fmla="*/ 1580972 w 8639993"/>
                  <a:gd name="csY7" fmla="*/ 136733 h 1277787"/>
                  <a:gd name="csX8" fmla="*/ 1615156 w 8639993"/>
                  <a:gd name="csY8" fmla="*/ 145279 h 1277787"/>
                  <a:gd name="csX9" fmla="*/ 1640793 w 8639993"/>
                  <a:gd name="csY9" fmla="*/ 162371 h 1277787"/>
                  <a:gd name="csX10" fmla="*/ 1700614 w 8639993"/>
                  <a:gd name="csY10" fmla="*/ 188008 h 1277787"/>
                  <a:gd name="csX11" fmla="*/ 1862984 w 8639993"/>
                  <a:gd name="csY11" fmla="*/ 205100 h 1277787"/>
                  <a:gd name="csX12" fmla="*/ 1922804 w 8639993"/>
                  <a:gd name="csY12" fmla="*/ 213645 h 1277787"/>
                  <a:gd name="csX13" fmla="*/ 1956987 w 8639993"/>
                  <a:gd name="csY13" fmla="*/ 222191 h 1277787"/>
                  <a:gd name="csX14" fmla="*/ 2076628 w 8639993"/>
                  <a:gd name="csY14" fmla="*/ 230737 h 1277787"/>
                  <a:gd name="csX15" fmla="*/ 2281728 w 8639993"/>
                  <a:gd name="csY15" fmla="*/ 222191 h 1277787"/>
                  <a:gd name="csX16" fmla="*/ 2444098 w 8639993"/>
                  <a:gd name="csY16" fmla="*/ 213645 h 1277787"/>
                  <a:gd name="csX17" fmla="*/ 2709017 w 8639993"/>
                  <a:gd name="csY17" fmla="*/ 222191 h 1277787"/>
                  <a:gd name="csX18" fmla="*/ 2820113 w 8639993"/>
                  <a:gd name="csY18" fmla="*/ 230737 h 1277787"/>
                  <a:gd name="csX19" fmla="*/ 3050849 w 8639993"/>
                  <a:gd name="csY19" fmla="*/ 213645 h 1277787"/>
                  <a:gd name="csX20" fmla="*/ 3085032 w 8639993"/>
                  <a:gd name="csY20" fmla="*/ 205100 h 1277787"/>
                  <a:gd name="csX21" fmla="*/ 3418318 w 8639993"/>
                  <a:gd name="csY21" fmla="*/ 188008 h 1277787"/>
                  <a:gd name="csX22" fmla="*/ 3512322 w 8639993"/>
                  <a:gd name="csY22" fmla="*/ 162371 h 1277787"/>
                  <a:gd name="csX23" fmla="*/ 3683238 w 8639993"/>
                  <a:gd name="csY23" fmla="*/ 170916 h 1277787"/>
                  <a:gd name="csX24" fmla="*/ 3717421 w 8639993"/>
                  <a:gd name="csY24" fmla="*/ 179462 h 1277787"/>
                  <a:gd name="csX25" fmla="*/ 3828516 w 8639993"/>
                  <a:gd name="csY25" fmla="*/ 205100 h 1277787"/>
                  <a:gd name="csX26" fmla="*/ 3999432 w 8639993"/>
                  <a:gd name="csY26" fmla="*/ 196554 h 1277787"/>
                  <a:gd name="csX27" fmla="*/ 4025070 w 8639993"/>
                  <a:gd name="csY27" fmla="*/ 188008 h 1277787"/>
                  <a:gd name="csX28" fmla="*/ 4076344 w 8639993"/>
                  <a:gd name="csY28" fmla="*/ 179462 h 1277787"/>
                  <a:gd name="csX29" fmla="*/ 4101982 w 8639993"/>
                  <a:gd name="csY29" fmla="*/ 170916 h 1277787"/>
                  <a:gd name="csX30" fmla="*/ 4153257 w 8639993"/>
                  <a:gd name="csY30" fmla="*/ 162371 h 1277787"/>
                  <a:gd name="csX31" fmla="*/ 4298535 w 8639993"/>
                  <a:gd name="csY31" fmla="*/ 145279 h 1277787"/>
                  <a:gd name="csX32" fmla="*/ 4469451 w 8639993"/>
                  <a:gd name="csY32" fmla="*/ 153825 h 1277787"/>
                  <a:gd name="csX33" fmla="*/ 4503634 w 8639993"/>
                  <a:gd name="csY33" fmla="*/ 162371 h 1277787"/>
                  <a:gd name="csX34" fmla="*/ 4546363 w 8639993"/>
                  <a:gd name="csY34" fmla="*/ 170916 h 1277787"/>
                  <a:gd name="csX35" fmla="*/ 4640367 w 8639993"/>
                  <a:gd name="csY35" fmla="*/ 179462 h 1277787"/>
                  <a:gd name="csX36" fmla="*/ 4666004 w 8639993"/>
                  <a:gd name="csY36" fmla="*/ 188008 h 1277787"/>
                  <a:gd name="csX37" fmla="*/ 4700187 w 8639993"/>
                  <a:gd name="csY37" fmla="*/ 205100 h 1277787"/>
                  <a:gd name="csX38" fmla="*/ 4734371 w 8639993"/>
                  <a:gd name="csY38" fmla="*/ 213645 h 1277787"/>
                  <a:gd name="csX39" fmla="*/ 4777100 w 8639993"/>
                  <a:gd name="csY39" fmla="*/ 230737 h 1277787"/>
                  <a:gd name="csX40" fmla="*/ 4862557 w 8639993"/>
                  <a:gd name="csY40" fmla="*/ 247829 h 1277787"/>
                  <a:gd name="csX41" fmla="*/ 4905286 w 8639993"/>
                  <a:gd name="csY41" fmla="*/ 256374 h 1277787"/>
                  <a:gd name="csX42" fmla="*/ 4948015 w 8639993"/>
                  <a:gd name="csY42" fmla="*/ 273466 h 1277787"/>
                  <a:gd name="csX43" fmla="*/ 5033473 w 8639993"/>
                  <a:gd name="csY43" fmla="*/ 290558 h 1277787"/>
                  <a:gd name="csX44" fmla="*/ 5153114 w 8639993"/>
                  <a:gd name="csY44" fmla="*/ 307649 h 1277787"/>
                  <a:gd name="csX45" fmla="*/ 5580404 w 8639993"/>
                  <a:gd name="csY45" fmla="*/ 299103 h 1277787"/>
                  <a:gd name="csX46" fmla="*/ 5640225 w 8639993"/>
                  <a:gd name="csY46" fmla="*/ 282012 h 1277787"/>
                  <a:gd name="csX47" fmla="*/ 5708591 w 8639993"/>
                  <a:gd name="csY47" fmla="*/ 264920 h 1277787"/>
                  <a:gd name="csX48" fmla="*/ 5776957 w 8639993"/>
                  <a:gd name="csY48" fmla="*/ 247829 h 1277787"/>
                  <a:gd name="csX49" fmla="*/ 5922236 w 8639993"/>
                  <a:gd name="csY49" fmla="*/ 230737 h 1277787"/>
                  <a:gd name="csX50" fmla="*/ 5990602 w 8639993"/>
                  <a:gd name="csY50" fmla="*/ 222191 h 1277787"/>
                  <a:gd name="csX51" fmla="*/ 6041877 w 8639993"/>
                  <a:gd name="csY51" fmla="*/ 188008 h 1277787"/>
                  <a:gd name="csX52" fmla="*/ 6076060 w 8639993"/>
                  <a:gd name="csY52" fmla="*/ 162371 h 1277787"/>
                  <a:gd name="csX53" fmla="*/ 6101698 w 8639993"/>
                  <a:gd name="csY53" fmla="*/ 136733 h 1277787"/>
                  <a:gd name="csX54" fmla="*/ 6161518 w 8639993"/>
                  <a:gd name="csY54" fmla="*/ 119642 h 1277787"/>
                  <a:gd name="csX55" fmla="*/ 6306797 w 8639993"/>
                  <a:gd name="csY55" fmla="*/ 136733 h 1277787"/>
                  <a:gd name="csX56" fmla="*/ 6332434 w 8639993"/>
                  <a:gd name="csY56" fmla="*/ 145279 h 1277787"/>
                  <a:gd name="csX57" fmla="*/ 6409346 w 8639993"/>
                  <a:gd name="csY57" fmla="*/ 162371 h 1277787"/>
                  <a:gd name="csX58" fmla="*/ 6460621 w 8639993"/>
                  <a:gd name="csY58" fmla="*/ 179462 h 1277787"/>
                  <a:gd name="csX59" fmla="*/ 6511896 w 8639993"/>
                  <a:gd name="csY59" fmla="*/ 188008 h 1277787"/>
                  <a:gd name="csX60" fmla="*/ 6631537 w 8639993"/>
                  <a:gd name="csY60" fmla="*/ 213645 h 1277787"/>
                  <a:gd name="csX61" fmla="*/ 6716995 w 8639993"/>
                  <a:gd name="csY61" fmla="*/ 222191 h 1277787"/>
                  <a:gd name="csX62" fmla="*/ 6759724 w 8639993"/>
                  <a:gd name="csY62" fmla="*/ 230737 h 1277787"/>
                  <a:gd name="csX63" fmla="*/ 7169922 w 8639993"/>
                  <a:gd name="csY63" fmla="*/ 247829 h 1277787"/>
                  <a:gd name="csX64" fmla="*/ 7187014 w 8639993"/>
                  <a:gd name="csY64" fmla="*/ 273466 h 1277787"/>
                  <a:gd name="csX65" fmla="*/ 7298109 w 8639993"/>
                  <a:gd name="csY65" fmla="*/ 247829 h 1277787"/>
                  <a:gd name="csX66" fmla="*/ 7323746 w 8639993"/>
                  <a:gd name="csY66" fmla="*/ 222191 h 1277787"/>
                  <a:gd name="csX67" fmla="*/ 7417750 w 8639993"/>
                  <a:gd name="csY67" fmla="*/ 102550 h 1277787"/>
                  <a:gd name="csX68" fmla="*/ 7469025 w 8639993"/>
                  <a:gd name="csY68" fmla="*/ 34184 h 1277787"/>
                  <a:gd name="csX69" fmla="*/ 7528845 w 8639993"/>
                  <a:gd name="csY69" fmla="*/ 0 h 1277787"/>
                  <a:gd name="csX70" fmla="*/ 7605757 w 8639993"/>
                  <a:gd name="csY70" fmla="*/ 42729 h 1277787"/>
                  <a:gd name="csX71" fmla="*/ 7631395 w 8639993"/>
                  <a:gd name="csY71" fmla="*/ 68367 h 1277787"/>
                  <a:gd name="csX72" fmla="*/ 7657032 w 8639993"/>
                  <a:gd name="csY72" fmla="*/ 85458 h 1277787"/>
                  <a:gd name="csX73" fmla="*/ 7682670 w 8639993"/>
                  <a:gd name="csY73" fmla="*/ 111096 h 1277787"/>
                  <a:gd name="csX74" fmla="*/ 7716853 w 8639993"/>
                  <a:gd name="csY74" fmla="*/ 136733 h 1277787"/>
                  <a:gd name="csX75" fmla="*/ 7742490 w 8639993"/>
                  <a:gd name="csY75" fmla="*/ 162371 h 1277787"/>
                  <a:gd name="csX76" fmla="*/ 7802311 w 8639993"/>
                  <a:gd name="csY76" fmla="*/ 205100 h 1277787"/>
                  <a:gd name="csX77" fmla="*/ 7827948 w 8639993"/>
                  <a:gd name="csY77" fmla="*/ 239283 h 1277787"/>
                  <a:gd name="csX78" fmla="*/ 7853585 w 8639993"/>
                  <a:gd name="csY78" fmla="*/ 256374 h 1277787"/>
                  <a:gd name="csX79" fmla="*/ 7887769 w 8639993"/>
                  <a:gd name="csY79" fmla="*/ 290558 h 1277787"/>
                  <a:gd name="csX80" fmla="*/ 7921952 w 8639993"/>
                  <a:gd name="csY80" fmla="*/ 299103 h 1277787"/>
                  <a:gd name="csX81" fmla="*/ 7964681 w 8639993"/>
                  <a:gd name="csY81" fmla="*/ 316195 h 1277787"/>
                  <a:gd name="csX82" fmla="*/ 8109959 w 8639993"/>
                  <a:gd name="csY82" fmla="*/ 299103 h 1277787"/>
                  <a:gd name="csX83" fmla="*/ 8161234 w 8639993"/>
                  <a:gd name="csY83" fmla="*/ 282012 h 1277787"/>
                  <a:gd name="csX84" fmla="*/ 8323604 w 8639993"/>
                  <a:gd name="csY84" fmla="*/ 290558 h 1277787"/>
                  <a:gd name="csX85" fmla="*/ 8485974 w 8639993"/>
                  <a:gd name="csY85" fmla="*/ 282012 h 1277787"/>
                  <a:gd name="csX86" fmla="*/ 8622707 w 8639993"/>
                  <a:gd name="csY86" fmla="*/ 282012 h 1277787"/>
                  <a:gd name="csX87" fmla="*/ 8639799 w 8639993"/>
                  <a:gd name="csY87" fmla="*/ 1213503 h 1277787"/>
                  <a:gd name="csX88" fmla="*/ 8631253 w 8639993"/>
                  <a:gd name="csY88" fmla="*/ 1196412 h 1277787"/>
                  <a:gd name="csX0" fmla="*/ 0 w 8639993"/>
                  <a:gd name="csY0" fmla="*/ 213645 h 1262509"/>
                  <a:gd name="csX1" fmla="*/ 470019 w 8639993"/>
                  <a:gd name="csY1" fmla="*/ 213645 h 1262509"/>
                  <a:gd name="csX2" fmla="*/ 632389 w 8639993"/>
                  <a:gd name="csY2" fmla="*/ 196554 h 1262509"/>
                  <a:gd name="csX3" fmla="*/ 717847 w 8639993"/>
                  <a:gd name="csY3" fmla="*/ 188008 h 1262509"/>
                  <a:gd name="csX4" fmla="*/ 803305 w 8639993"/>
                  <a:gd name="csY4" fmla="*/ 179462 h 1262509"/>
                  <a:gd name="csX5" fmla="*/ 1452785 w 8639993"/>
                  <a:gd name="csY5" fmla="*/ 162371 h 1262509"/>
                  <a:gd name="csX6" fmla="*/ 1546789 w 8639993"/>
                  <a:gd name="csY6" fmla="*/ 145279 h 1262509"/>
                  <a:gd name="csX7" fmla="*/ 1580972 w 8639993"/>
                  <a:gd name="csY7" fmla="*/ 136733 h 1262509"/>
                  <a:gd name="csX8" fmla="*/ 1615156 w 8639993"/>
                  <a:gd name="csY8" fmla="*/ 145279 h 1262509"/>
                  <a:gd name="csX9" fmla="*/ 1640793 w 8639993"/>
                  <a:gd name="csY9" fmla="*/ 162371 h 1262509"/>
                  <a:gd name="csX10" fmla="*/ 1700614 w 8639993"/>
                  <a:gd name="csY10" fmla="*/ 188008 h 1262509"/>
                  <a:gd name="csX11" fmla="*/ 1862984 w 8639993"/>
                  <a:gd name="csY11" fmla="*/ 205100 h 1262509"/>
                  <a:gd name="csX12" fmla="*/ 1922804 w 8639993"/>
                  <a:gd name="csY12" fmla="*/ 213645 h 1262509"/>
                  <a:gd name="csX13" fmla="*/ 1956987 w 8639993"/>
                  <a:gd name="csY13" fmla="*/ 222191 h 1262509"/>
                  <a:gd name="csX14" fmla="*/ 2076628 w 8639993"/>
                  <a:gd name="csY14" fmla="*/ 230737 h 1262509"/>
                  <a:gd name="csX15" fmla="*/ 2281728 w 8639993"/>
                  <a:gd name="csY15" fmla="*/ 222191 h 1262509"/>
                  <a:gd name="csX16" fmla="*/ 2444098 w 8639993"/>
                  <a:gd name="csY16" fmla="*/ 213645 h 1262509"/>
                  <a:gd name="csX17" fmla="*/ 2709017 w 8639993"/>
                  <a:gd name="csY17" fmla="*/ 222191 h 1262509"/>
                  <a:gd name="csX18" fmla="*/ 2820113 w 8639993"/>
                  <a:gd name="csY18" fmla="*/ 230737 h 1262509"/>
                  <a:gd name="csX19" fmla="*/ 3050849 w 8639993"/>
                  <a:gd name="csY19" fmla="*/ 213645 h 1262509"/>
                  <a:gd name="csX20" fmla="*/ 3085032 w 8639993"/>
                  <a:gd name="csY20" fmla="*/ 205100 h 1262509"/>
                  <a:gd name="csX21" fmla="*/ 3418318 w 8639993"/>
                  <a:gd name="csY21" fmla="*/ 188008 h 1262509"/>
                  <a:gd name="csX22" fmla="*/ 3512322 w 8639993"/>
                  <a:gd name="csY22" fmla="*/ 162371 h 1262509"/>
                  <a:gd name="csX23" fmla="*/ 3683238 w 8639993"/>
                  <a:gd name="csY23" fmla="*/ 170916 h 1262509"/>
                  <a:gd name="csX24" fmla="*/ 3717421 w 8639993"/>
                  <a:gd name="csY24" fmla="*/ 179462 h 1262509"/>
                  <a:gd name="csX25" fmla="*/ 3828516 w 8639993"/>
                  <a:gd name="csY25" fmla="*/ 205100 h 1262509"/>
                  <a:gd name="csX26" fmla="*/ 3999432 w 8639993"/>
                  <a:gd name="csY26" fmla="*/ 196554 h 1262509"/>
                  <a:gd name="csX27" fmla="*/ 4025070 w 8639993"/>
                  <a:gd name="csY27" fmla="*/ 188008 h 1262509"/>
                  <a:gd name="csX28" fmla="*/ 4076344 w 8639993"/>
                  <a:gd name="csY28" fmla="*/ 179462 h 1262509"/>
                  <a:gd name="csX29" fmla="*/ 4101982 w 8639993"/>
                  <a:gd name="csY29" fmla="*/ 170916 h 1262509"/>
                  <a:gd name="csX30" fmla="*/ 4153257 w 8639993"/>
                  <a:gd name="csY30" fmla="*/ 162371 h 1262509"/>
                  <a:gd name="csX31" fmla="*/ 4298535 w 8639993"/>
                  <a:gd name="csY31" fmla="*/ 145279 h 1262509"/>
                  <a:gd name="csX32" fmla="*/ 4469451 w 8639993"/>
                  <a:gd name="csY32" fmla="*/ 153825 h 1262509"/>
                  <a:gd name="csX33" fmla="*/ 4503634 w 8639993"/>
                  <a:gd name="csY33" fmla="*/ 162371 h 1262509"/>
                  <a:gd name="csX34" fmla="*/ 4546363 w 8639993"/>
                  <a:gd name="csY34" fmla="*/ 170916 h 1262509"/>
                  <a:gd name="csX35" fmla="*/ 4640367 w 8639993"/>
                  <a:gd name="csY35" fmla="*/ 179462 h 1262509"/>
                  <a:gd name="csX36" fmla="*/ 4666004 w 8639993"/>
                  <a:gd name="csY36" fmla="*/ 188008 h 1262509"/>
                  <a:gd name="csX37" fmla="*/ 4700187 w 8639993"/>
                  <a:gd name="csY37" fmla="*/ 205100 h 1262509"/>
                  <a:gd name="csX38" fmla="*/ 4734371 w 8639993"/>
                  <a:gd name="csY38" fmla="*/ 213645 h 1262509"/>
                  <a:gd name="csX39" fmla="*/ 4777100 w 8639993"/>
                  <a:gd name="csY39" fmla="*/ 230737 h 1262509"/>
                  <a:gd name="csX40" fmla="*/ 4862557 w 8639993"/>
                  <a:gd name="csY40" fmla="*/ 247829 h 1262509"/>
                  <a:gd name="csX41" fmla="*/ 4905286 w 8639993"/>
                  <a:gd name="csY41" fmla="*/ 256374 h 1262509"/>
                  <a:gd name="csX42" fmla="*/ 4948015 w 8639993"/>
                  <a:gd name="csY42" fmla="*/ 273466 h 1262509"/>
                  <a:gd name="csX43" fmla="*/ 5033473 w 8639993"/>
                  <a:gd name="csY43" fmla="*/ 290558 h 1262509"/>
                  <a:gd name="csX44" fmla="*/ 5153114 w 8639993"/>
                  <a:gd name="csY44" fmla="*/ 307649 h 1262509"/>
                  <a:gd name="csX45" fmla="*/ 5580404 w 8639993"/>
                  <a:gd name="csY45" fmla="*/ 299103 h 1262509"/>
                  <a:gd name="csX46" fmla="*/ 5640225 w 8639993"/>
                  <a:gd name="csY46" fmla="*/ 282012 h 1262509"/>
                  <a:gd name="csX47" fmla="*/ 5708591 w 8639993"/>
                  <a:gd name="csY47" fmla="*/ 264920 h 1262509"/>
                  <a:gd name="csX48" fmla="*/ 5776957 w 8639993"/>
                  <a:gd name="csY48" fmla="*/ 247829 h 1262509"/>
                  <a:gd name="csX49" fmla="*/ 5922236 w 8639993"/>
                  <a:gd name="csY49" fmla="*/ 230737 h 1262509"/>
                  <a:gd name="csX50" fmla="*/ 5990602 w 8639993"/>
                  <a:gd name="csY50" fmla="*/ 222191 h 1262509"/>
                  <a:gd name="csX51" fmla="*/ 6041877 w 8639993"/>
                  <a:gd name="csY51" fmla="*/ 188008 h 1262509"/>
                  <a:gd name="csX52" fmla="*/ 6076060 w 8639993"/>
                  <a:gd name="csY52" fmla="*/ 162371 h 1262509"/>
                  <a:gd name="csX53" fmla="*/ 6101698 w 8639993"/>
                  <a:gd name="csY53" fmla="*/ 136733 h 1262509"/>
                  <a:gd name="csX54" fmla="*/ 6161518 w 8639993"/>
                  <a:gd name="csY54" fmla="*/ 119642 h 1262509"/>
                  <a:gd name="csX55" fmla="*/ 6306797 w 8639993"/>
                  <a:gd name="csY55" fmla="*/ 136733 h 1262509"/>
                  <a:gd name="csX56" fmla="*/ 6332434 w 8639993"/>
                  <a:gd name="csY56" fmla="*/ 145279 h 1262509"/>
                  <a:gd name="csX57" fmla="*/ 6409346 w 8639993"/>
                  <a:gd name="csY57" fmla="*/ 162371 h 1262509"/>
                  <a:gd name="csX58" fmla="*/ 6460621 w 8639993"/>
                  <a:gd name="csY58" fmla="*/ 179462 h 1262509"/>
                  <a:gd name="csX59" fmla="*/ 6511896 w 8639993"/>
                  <a:gd name="csY59" fmla="*/ 188008 h 1262509"/>
                  <a:gd name="csX60" fmla="*/ 6631537 w 8639993"/>
                  <a:gd name="csY60" fmla="*/ 213645 h 1262509"/>
                  <a:gd name="csX61" fmla="*/ 6716995 w 8639993"/>
                  <a:gd name="csY61" fmla="*/ 222191 h 1262509"/>
                  <a:gd name="csX62" fmla="*/ 6759724 w 8639993"/>
                  <a:gd name="csY62" fmla="*/ 230737 h 1262509"/>
                  <a:gd name="csX63" fmla="*/ 7169922 w 8639993"/>
                  <a:gd name="csY63" fmla="*/ 247829 h 1262509"/>
                  <a:gd name="csX64" fmla="*/ 7187014 w 8639993"/>
                  <a:gd name="csY64" fmla="*/ 273466 h 1262509"/>
                  <a:gd name="csX65" fmla="*/ 7298109 w 8639993"/>
                  <a:gd name="csY65" fmla="*/ 247829 h 1262509"/>
                  <a:gd name="csX66" fmla="*/ 7323746 w 8639993"/>
                  <a:gd name="csY66" fmla="*/ 222191 h 1262509"/>
                  <a:gd name="csX67" fmla="*/ 7417750 w 8639993"/>
                  <a:gd name="csY67" fmla="*/ 102550 h 1262509"/>
                  <a:gd name="csX68" fmla="*/ 7469025 w 8639993"/>
                  <a:gd name="csY68" fmla="*/ 34184 h 1262509"/>
                  <a:gd name="csX69" fmla="*/ 7528845 w 8639993"/>
                  <a:gd name="csY69" fmla="*/ 0 h 1262509"/>
                  <a:gd name="csX70" fmla="*/ 7605757 w 8639993"/>
                  <a:gd name="csY70" fmla="*/ 42729 h 1262509"/>
                  <a:gd name="csX71" fmla="*/ 7631395 w 8639993"/>
                  <a:gd name="csY71" fmla="*/ 68367 h 1262509"/>
                  <a:gd name="csX72" fmla="*/ 7657032 w 8639993"/>
                  <a:gd name="csY72" fmla="*/ 85458 h 1262509"/>
                  <a:gd name="csX73" fmla="*/ 7682670 w 8639993"/>
                  <a:gd name="csY73" fmla="*/ 111096 h 1262509"/>
                  <a:gd name="csX74" fmla="*/ 7716853 w 8639993"/>
                  <a:gd name="csY74" fmla="*/ 136733 h 1262509"/>
                  <a:gd name="csX75" fmla="*/ 7742490 w 8639993"/>
                  <a:gd name="csY75" fmla="*/ 162371 h 1262509"/>
                  <a:gd name="csX76" fmla="*/ 7802311 w 8639993"/>
                  <a:gd name="csY76" fmla="*/ 205100 h 1262509"/>
                  <a:gd name="csX77" fmla="*/ 7827948 w 8639993"/>
                  <a:gd name="csY77" fmla="*/ 239283 h 1262509"/>
                  <a:gd name="csX78" fmla="*/ 7853585 w 8639993"/>
                  <a:gd name="csY78" fmla="*/ 256374 h 1262509"/>
                  <a:gd name="csX79" fmla="*/ 7887769 w 8639993"/>
                  <a:gd name="csY79" fmla="*/ 290558 h 1262509"/>
                  <a:gd name="csX80" fmla="*/ 7921952 w 8639993"/>
                  <a:gd name="csY80" fmla="*/ 299103 h 1262509"/>
                  <a:gd name="csX81" fmla="*/ 7964681 w 8639993"/>
                  <a:gd name="csY81" fmla="*/ 316195 h 1262509"/>
                  <a:gd name="csX82" fmla="*/ 8109959 w 8639993"/>
                  <a:gd name="csY82" fmla="*/ 299103 h 1262509"/>
                  <a:gd name="csX83" fmla="*/ 8161234 w 8639993"/>
                  <a:gd name="csY83" fmla="*/ 282012 h 1262509"/>
                  <a:gd name="csX84" fmla="*/ 8323604 w 8639993"/>
                  <a:gd name="csY84" fmla="*/ 290558 h 1262509"/>
                  <a:gd name="csX85" fmla="*/ 8485974 w 8639993"/>
                  <a:gd name="csY85" fmla="*/ 282012 h 1262509"/>
                  <a:gd name="csX86" fmla="*/ 8622707 w 8639993"/>
                  <a:gd name="csY86" fmla="*/ 282012 h 1262509"/>
                  <a:gd name="csX87" fmla="*/ 8639799 w 8639993"/>
                  <a:gd name="csY87" fmla="*/ 1213503 h 1262509"/>
                  <a:gd name="csX88" fmla="*/ 1093863 w 8639993"/>
                  <a:gd name="csY88" fmla="*/ 1110954 h 1262509"/>
                  <a:gd name="csX0" fmla="*/ 0 w 8639993"/>
                  <a:gd name="csY0" fmla="*/ 213645 h 1282034"/>
                  <a:gd name="csX1" fmla="*/ 470019 w 8639993"/>
                  <a:gd name="csY1" fmla="*/ 213645 h 1282034"/>
                  <a:gd name="csX2" fmla="*/ 632389 w 8639993"/>
                  <a:gd name="csY2" fmla="*/ 196554 h 1282034"/>
                  <a:gd name="csX3" fmla="*/ 717847 w 8639993"/>
                  <a:gd name="csY3" fmla="*/ 188008 h 1282034"/>
                  <a:gd name="csX4" fmla="*/ 803305 w 8639993"/>
                  <a:gd name="csY4" fmla="*/ 179462 h 1282034"/>
                  <a:gd name="csX5" fmla="*/ 1452785 w 8639993"/>
                  <a:gd name="csY5" fmla="*/ 162371 h 1282034"/>
                  <a:gd name="csX6" fmla="*/ 1546789 w 8639993"/>
                  <a:gd name="csY6" fmla="*/ 145279 h 1282034"/>
                  <a:gd name="csX7" fmla="*/ 1580972 w 8639993"/>
                  <a:gd name="csY7" fmla="*/ 136733 h 1282034"/>
                  <a:gd name="csX8" fmla="*/ 1615156 w 8639993"/>
                  <a:gd name="csY8" fmla="*/ 145279 h 1282034"/>
                  <a:gd name="csX9" fmla="*/ 1640793 w 8639993"/>
                  <a:gd name="csY9" fmla="*/ 162371 h 1282034"/>
                  <a:gd name="csX10" fmla="*/ 1700614 w 8639993"/>
                  <a:gd name="csY10" fmla="*/ 188008 h 1282034"/>
                  <a:gd name="csX11" fmla="*/ 1862984 w 8639993"/>
                  <a:gd name="csY11" fmla="*/ 205100 h 1282034"/>
                  <a:gd name="csX12" fmla="*/ 1922804 w 8639993"/>
                  <a:gd name="csY12" fmla="*/ 213645 h 1282034"/>
                  <a:gd name="csX13" fmla="*/ 1956987 w 8639993"/>
                  <a:gd name="csY13" fmla="*/ 222191 h 1282034"/>
                  <a:gd name="csX14" fmla="*/ 2076628 w 8639993"/>
                  <a:gd name="csY14" fmla="*/ 230737 h 1282034"/>
                  <a:gd name="csX15" fmla="*/ 2281728 w 8639993"/>
                  <a:gd name="csY15" fmla="*/ 222191 h 1282034"/>
                  <a:gd name="csX16" fmla="*/ 2444098 w 8639993"/>
                  <a:gd name="csY16" fmla="*/ 213645 h 1282034"/>
                  <a:gd name="csX17" fmla="*/ 2709017 w 8639993"/>
                  <a:gd name="csY17" fmla="*/ 222191 h 1282034"/>
                  <a:gd name="csX18" fmla="*/ 2820113 w 8639993"/>
                  <a:gd name="csY18" fmla="*/ 230737 h 1282034"/>
                  <a:gd name="csX19" fmla="*/ 3050849 w 8639993"/>
                  <a:gd name="csY19" fmla="*/ 213645 h 1282034"/>
                  <a:gd name="csX20" fmla="*/ 3085032 w 8639993"/>
                  <a:gd name="csY20" fmla="*/ 205100 h 1282034"/>
                  <a:gd name="csX21" fmla="*/ 3418318 w 8639993"/>
                  <a:gd name="csY21" fmla="*/ 188008 h 1282034"/>
                  <a:gd name="csX22" fmla="*/ 3512322 w 8639993"/>
                  <a:gd name="csY22" fmla="*/ 162371 h 1282034"/>
                  <a:gd name="csX23" fmla="*/ 3683238 w 8639993"/>
                  <a:gd name="csY23" fmla="*/ 170916 h 1282034"/>
                  <a:gd name="csX24" fmla="*/ 3717421 w 8639993"/>
                  <a:gd name="csY24" fmla="*/ 179462 h 1282034"/>
                  <a:gd name="csX25" fmla="*/ 3828516 w 8639993"/>
                  <a:gd name="csY25" fmla="*/ 205100 h 1282034"/>
                  <a:gd name="csX26" fmla="*/ 3999432 w 8639993"/>
                  <a:gd name="csY26" fmla="*/ 196554 h 1282034"/>
                  <a:gd name="csX27" fmla="*/ 4025070 w 8639993"/>
                  <a:gd name="csY27" fmla="*/ 188008 h 1282034"/>
                  <a:gd name="csX28" fmla="*/ 4076344 w 8639993"/>
                  <a:gd name="csY28" fmla="*/ 179462 h 1282034"/>
                  <a:gd name="csX29" fmla="*/ 4101982 w 8639993"/>
                  <a:gd name="csY29" fmla="*/ 170916 h 1282034"/>
                  <a:gd name="csX30" fmla="*/ 4153257 w 8639993"/>
                  <a:gd name="csY30" fmla="*/ 162371 h 1282034"/>
                  <a:gd name="csX31" fmla="*/ 4298535 w 8639993"/>
                  <a:gd name="csY31" fmla="*/ 145279 h 1282034"/>
                  <a:gd name="csX32" fmla="*/ 4469451 w 8639993"/>
                  <a:gd name="csY32" fmla="*/ 153825 h 1282034"/>
                  <a:gd name="csX33" fmla="*/ 4503634 w 8639993"/>
                  <a:gd name="csY33" fmla="*/ 162371 h 1282034"/>
                  <a:gd name="csX34" fmla="*/ 4546363 w 8639993"/>
                  <a:gd name="csY34" fmla="*/ 170916 h 1282034"/>
                  <a:gd name="csX35" fmla="*/ 4640367 w 8639993"/>
                  <a:gd name="csY35" fmla="*/ 179462 h 1282034"/>
                  <a:gd name="csX36" fmla="*/ 4666004 w 8639993"/>
                  <a:gd name="csY36" fmla="*/ 188008 h 1282034"/>
                  <a:gd name="csX37" fmla="*/ 4700187 w 8639993"/>
                  <a:gd name="csY37" fmla="*/ 205100 h 1282034"/>
                  <a:gd name="csX38" fmla="*/ 4734371 w 8639993"/>
                  <a:gd name="csY38" fmla="*/ 213645 h 1282034"/>
                  <a:gd name="csX39" fmla="*/ 4777100 w 8639993"/>
                  <a:gd name="csY39" fmla="*/ 230737 h 1282034"/>
                  <a:gd name="csX40" fmla="*/ 4862557 w 8639993"/>
                  <a:gd name="csY40" fmla="*/ 247829 h 1282034"/>
                  <a:gd name="csX41" fmla="*/ 4905286 w 8639993"/>
                  <a:gd name="csY41" fmla="*/ 256374 h 1282034"/>
                  <a:gd name="csX42" fmla="*/ 4948015 w 8639993"/>
                  <a:gd name="csY42" fmla="*/ 273466 h 1282034"/>
                  <a:gd name="csX43" fmla="*/ 5033473 w 8639993"/>
                  <a:gd name="csY43" fmla="*/ 290558 h 1282034"/>
                  <a:gd name="csX44" fmla="*/ 5153114 w 8639993"/>
                  <a:gd name="csY44" fmla="*/ 307649 h 1282034"/>
                  <a:gd name="csX45" fmla="*/ 5580404 w 8639993"/>
                  <a:gd name="csY45" fmla="*/ 299103 h 1282034"/>
                  <a:gd name="csX46" fmla="*/ 5640225 w 8639993"/>
                  <a:gd name="csY46" fmla="*/ 282012 h 1282034"/>
                  <a:gd name="csX47" fmla="*/ 5708591 w 8639993"/>
                  <a:gd name="csY47" fmla="*/ 264920 h 1282034"/>
                  <a:gd name="csX48" fmla="*/ 5776957 w 8639993"/>
                  <a:gd name="csY48" fmla="*/ 247829 h 1282034"/>
                  <a:gd name="csX49" fmla="*/ 5922236 w 8639993"/>
                  <a:gd name="csY49" fmla="*/ 230737 h 1282034"/>
                  <a:gd name="csX50" fmla="*/ 5990602 w 8639993"/>
                  <a:gd name="csY50" fmla="*/ 222191 h 1282034"/>
                  <a:gd name="csX51" fmla="*/ 6041877 w 8639993"/>
                  <a:gd name="csY51" fmla="*/ 188008 h 1282034"/>
                  <a:gd name="csX52" fmla="*/ 6076060 w 8639993"/>
                  <a:gd name="csY52" fmla="*/ 162371 h 1282034"/>
                  <a:gd name="csX53" fmla="*/ 6101698 w 8639993"/>
                  <a:gd name="csY53" fmla="*/ 136733 h 1282034"/>
                  <a:gd name="csX54" fmla="*/ 6161518 w 8639993"/>
                  <a:gd name="csY54" fmla="*/ 119642 h 1282034"/>
                  <a:gd name="csX55" fmla="*/ 6306797 w 8639993"/>
                  <a:gd name="csY55" fmla="*/ 136733 h 1282034"/>
                  <a:gd name="csX56" fmla="*/ 6332434 w 8639993"/>
                  <a:gd name="csY56" fmla="*/ 145279 h 1282034"/>
                  <a:gd name="csX57" fmla="*/ 6409346 w 8639993"/>
                  <a:gd name="csY57" fmla="*/ 162371 h 1282034"/>
                  <a:gd name="csX58" fmla="*/ 6460621 w 8639993"/>
                  <a:gd name="csY58" fmla="*/ 179462 h 1282034"/>
                  <a:gd name="csX59" fmla="*/ 6511896 w 8639993"/>
                  <a:gd name="csY59" fmla="*/ 188008 h 1282034"/>
                  <a:gd name="csX60" fmla="*/ 6631537 w 8639993"/>
                  <a:gd name="csY60" fmla="*/ 213645 h 1282034"/>
                  <a:gd name="csX61" fmla="*/ 6716995 w 8639993"/>
                  <a:gd name="csY61" fmla="*/ 222191 h 1282034"/>
                  <a:gd name="csX62" fmla="*/ 6759724 w 8639993"/>
                  <a:gd name="csY62" fmla="*/ 230737 h 1282034"/>
                  <a:gd name="csX63" fmla="*/ 7169922 w 8639993"/>
                  <a:gd name="csY63" fmla="*/ 247829 h 1282034"/>
                  <a:gd name="csX64" fmla="*/ 7187014 w 8639993"/>
                  <a:gd name="csY64" fmla="*/ 273466 h 1282034"/>
                  <a:gd name="csX65" fmla="*/ 7298109 w 8639993"/>
                  <a:gd name="csY65" fmla="*/ 247829 h 1282034"/>
                  <a:gd name="csX66" fmla="*/ 7323746 w 8639993"/>
                  <a:gd name="csY66" fmla="*/ 222191 h 1282034"/>
                  <a:gd name="csX67" fmla="*/ 7417750 w 8639993"/>
                  <a:gd name="csY67" fmla="*/ 102550 h 1282034"/>
                  <a:gd name="csX68" fmla="*/ 7469025 w 8639993"/>
                  <a:gd name="csY68" fmla="*/ 34184 h 1282034"/>
                  <a:gd name="csX69" fmla="*/ 7528845 w 8639993"/>
                  <a:gd name="csY69" fmla="*/ 0 h 1282034"/>
                  <a:gd name="csX70" fmla="*/ 7605757 w 8639993"/>
                  <a:gd name="csY70" fmla="*/ 42729 h 1282034"/>
                  <a:gd name="csX71" fmla="*/ 7631395 w 8639993"/>
                  <a:gd name="csY71" fmla="*/ 68367 h 1282034"/>
                  <a:gd name="csX72" fmla="*/ 7657032 w 8639993"/>
                  <a:gd name="csY72" fmla="*/ 85458 h 1282034"/>
                  <a:gd name="csX73" fmla="*/ 7682670 w 8639993"/>
                  <a:gd name="csY73" fmla="*/ 111096 h 1282034"/>
                  <a:gd name="csX74" fmla="*/ 7716853 w 8639993"/>
                  <a:gd name="csY74" fmla="*/ 136733 h 1282034"/>
                  <a:gd name="csX75" fmla="*/ 7742490 w 8639993"/>
                  <a:gd name="csY75" fmla="*/ 162371 h 1282034"/>
                  <a:gd name="csX76" fmla="*/ 7802311 w 8639993"/>
                  <a:gd name="csY76" fmla="*/ 205100 h 1282034"/>
                  <a:gd name="csX77" fmla="*/ 7827948 w 8639993"/>
                  <a:gd name="csY77" fmla="*/ 239283 h 1282034"/>
                  <a:gd name="csX78" fmla="*/ 7853585 w 8639993"/>
                  <a:gd name="csY78" fmla="*/ 256374 h 1282034"/>
                  <a:gd name="csX79" fmla="*/ 7887769 w 8639993"/>
                  <a:gd name="csY79" fmla="*/ 290558 h 1282034"/>
                  <a:gd name="csX80" fmla="*/ 7921952 w 8639993"/>
                  <a:gd name="csY80" fmla="*/ 299103 h 1282034"/>
                  <a:gd name="csX81" fmla="*/ 7964681 w 8639993"/>
                  <a:gd name="csY81" fmla="*/ 316195 h 1282034"/>
                  <a:gd name="csX82" fmla="*/ 8109959 w 8639993"/>
                  <a:gd name="csY82" fmla="*/ 299103 h 1282034"/>
                  <a:gd name="csX83" fmla="*/ 8161234 w 8639993"/>
                  <a:gd name="csY83" fmla="*/ 282012 h 1282034"/>
                  <a:gd name="csX84" fmla="*/ 8323604 w 8639993"/>
                  <a:gd name="csY84" fmla="*/ 290558 h 1282034"/>
                  <a:gd name="csX85" fmla="*/ 8485974 w 8639993"/>
                  <a:gd name="csY85" fmla="*/ 282012 h 1282034"/>
                  <a:gd name="csX86" fmla="*/ 8622707 w 8639993"/>
                  <a:gd name="csY86" fmla="*/ 282012 h 1282034"/>
                  <a:gd name="csX87" fmla="*/ 8639799 w 8639993"/>
                  <a:gd name="csY87" fmla="*/ 1213503 h 1282034"/>
                  <a:gd name="csX88" fmla="*/ 8547 w 8639993"/>
                  <a:gd name="csY88" fmla="*/ 1213504 h 1282034"/>
                  <a:gd name="csX0" fmla="*/ 625920 w 9265913"/>
                  <a:gd name="csY0" fmla="*/ 213645 h 1282034"/>
                  <a:gd name="csX1" fmla="*/ 1095939 w 9265913"/>
                  <a:gd name="csY1" fmla="*/ 213645 h 1282034"/>
                  <a:gd name="csX2" fmla="*/ 1258309 w 9265913"/>
                  <a:gd name="csY2" fmla="*/ 196554 h 1282034"/>
                  <a:gd name="csX3" fmla="*/ 1343767 w 9265913"/>
                  <a:gd name="csY3" fmla="*/ 188008 h 1282034"/>
                  <a:gd name="csX4" fmla="*/ 1429225 w 9265913"/>
                  <a:gd name="csY4" fmla="*/ 179462 h 1282034"/>
                  <a:gd name="csX5" fmla="*/ 2078705 w 9265913"/>
                  <a:gd name="csY5" fmla="*/ 162371 h 1282034"/>
                  <a:gd name="csX6" fmla="*/ 2172709 w 9265913"/>
                  <a:gd name="csY6" fmla="*/ 145279 h 1282034"/>
                  <a:gd name="csX7" fmla="*/ 2206892 w 9265913"/>
                  <a:gd name="csY7" fmla="*/ 136733 h 1282034"/>
                  <a:gd name="csX8" fmla="*/ 2241076 w 9265913"/>
                  <a:gd name="csY8" fmla="*/ 145279 h 1282034"/>
                  <a:gd name="csX9" fmla="*/ 2266713 w 9265913"/>
                  <a:gd name="csY9" fmla="*/ 162371 h 1282034"/>
                  <a:gd name="csX10" fmla="*/ 2326534 w 9265913"/>
                  <a:gd name="csY10" fmla="*/ 188008 h 1282034"/>
                  <a:gd name="csX11" fmla="*/ 2488904 w 9265913"/>
                  <a:gd name="csY11" fmla="*/ 205100 h 1282034"/>
                  <a:gd name="csX12" fmla="*/ 2548724 w 9265913"/>
                  <a:gd name="csY12" fmla="*/ 213645 h 1282034"/>
                  <a:gd name="csX13" fmla="*/ 2582907 w 9265913"/>
                  <a:gd name="csY13" fmla="*/ 222191 h 1282034"/>
                  <a:gd name="csX14" fmla="*/ 2702548 w 9265913"/>
                  <a:gd name="csY14" fmla="*/ 230737 h 1282034"/>
                  <a:gd name="csX15" fmla="*/ 2907648 w 9265913"/>
                  <a:gd name="csY15" fmla="*/ 222191 h 1282034"/>
                  <a:gd name="csX16" fmla="*/ 3070018 w 9265913"/>
                  <a:gd name="csY16" fmla="*/ 213645 h 1282034"/>
                  <a:gd name="csX17" fmla="*/ 3334937 w 9265913"/>
                  <a:gd name="csY17" fmla="*/ 222191 h 1282034"/>
                  <a:gd name="csX18" fmla="*/ 3446033 w 9265913"/>
                  <a:gd name="csY18" fmla="*/ 230737 h 1282034"/>
                  <a:gd name="csX19" fmla="*/ 3676769 w 9265913"/>
                  <a:gd name="csY19" fmla="*/ 213645 h 1282034"/>
                  <a:gd name="csX20" fmla="*/ 3710952 w 9265913"/>
                  <a:gd name="csY20" fmla="*/ 205100 h 1282034"/>
                  <a:gd name="csX21" fmla="*/ 4044238 w 9265913"/>
                  <a:gd name="csY21" fmla="*/ 188008 h 1282034"/>
                  <a:gd name="csX22" fmla="*/ 4138242 w 9265913"/>
                  <a:gd name="csY22" fmla="*/ 162371 h 1282034"/>
                  <a:gd name="csX23" fmla="*/ 4309158 w 9265913"/>
                  <a:gd name="csY23" fmla="*/ 170916 h 1282034"/>
                  <a:gd name="csX24" fmla="*/ 4343341 w 9265913"/>
                  <a:gd name="csY24" fmla="*/ 179462 h 1282034"/>
                  <a:gd name="csX25" fmla="*/ 4454436 w 9265913"/>
                  <a:gd name="csY25" fmla="*/ 205100 h 1282034"/>
                  <a:gd name="csX26" fmla="*/ 4625352 w 9265913"/>
                  <a:gd name="csY26" fmla="*/ 196554 h 1282034"/>
                  <a:gd name="csX27" fmla="*/ 4650990 w 9265913"/>
                  <a:gd name="csY27" fmla="*/ 188008 h 1282034"/>
                  <a:gd name="csX28" fmla="*/ 4702264 w 9265913"/>
                  <a:gd name="csY28" fmla="*/ 179462 h 1282034"/>
                  <a:gd name="csX29" fmla="*/ 4727902 w 9265913"/>
                  <a:gd name="csY29" fmla="*/ 170916 h 1282034"/>
                  <a:gd name="csX30" fmla="*/ 4779177 w 9265913"/>
                  <a:gd name="csY30" fmla="*/ 162371 h 1282034"/>
                  <a:gd name="csX31" fmla="*/ 4924455 w 9265913"/>
                  <a:gd name="csY31" fmla="*/ 145279 h 1282034"/>
                  <a:gd name="csX32" fmla="*/ 5095371 w 9265913"/>
                  <a:gd name="csY32" fmla="*/ 153825 h 1282034"/>
                  <a:gd name="csX33" fmla="*/ 5129554 w 9265913"/>
                  <a:gd name="csY33" fmla="*/ 162371 h 1282034"/>
                  <a:gd name="csX34" fmla="*/ 5172283 w 9265913"/>
                  <a:gd name="csY34" fmla="*/ 170916 h 1282034"/>
                  <a:gd name="csX35" fmla="*/ 5266287 w 9265913"/>
                  <a:gd name="csY35" fmla="*/ 179462 h 1282034"/>
                  <a:gd name="csX36" fmla="*/ 5291924 w 9265913"/>
                  <a:gd name="csY36" fmla="*/ 188008 h 1282034"/>
                  <a:gd name="csX37" fmla="*/ 5326107 w 9265913"/>
                  <a:gd name="csY37" fmla="*/ 205100 h 1282034"/>
                  <a:gd name="csX38" fmla="*/ 5360291 w 9265913"/>
                  <a:gd name="csY38" fmla="*/ 213645 h 1282034"/>
                  <a:gd name="csX39" fmla="*/ 5403020 w 9265913"/>
                  <a:gd name="csY39" fmla="*/ 230737 h 1282034"/>
                  <a:gd name="csX40" fmla="*/ 5488477 w 9265913"/>
                  <a:gd name="csY40" fmla="*/ 247829 h 1282034"/>
                  <a:gd name="csX41" fmla="*/ 5531206 w 9265913"/>
                  <a:gd name="csY41" fmla="*/ 256374 h 1282034"/>
                  <a:gd name="csX42" fmla="*/ 5573935 w 9265913"/>
                  <a:gd name="csY42" fmla="*/ 273466 h 1282034"/>
                  <a:gd name="csX43" fmla="*/ 5659393 w 9265913"/>
                  <a:gd name="csY43" fmla="*/ 290558 h 1282034"/>
                  <a:gd name="csX44" fmla="*/ 5779034 w 9265913"/>
                  <a:gd name="csY44" fmla="*/ 307649 h 1282034"/>
                  <a:gd name="csX45" fmla="*/ 6206324 w 9265913"/>
                  <a:gd name="csY45" fmla="*/ 299103 h 1282034"/>
                  <a:gd name="csX46" fmla="*/ 6266145 w 9265913"/>
                  <a:gd name="csY46" fmla="*/ 282012 h 1282034"/>
                  <a:gd name="csX47" fmla="*/ 6334511 w 9265913"/>
                  <a:gd name="csY47" fmla="*/ 264920 h 1282034"/>
                  <a:gd name="csX48" fmla="*/ 6402877 w 9265913"/>
                  <a:gd name="csY48" fmla="*/ 247829 h 1282034"/>
                  <a:gd name="csX49" fmla="*/ 6548156 w 9265913"/>
                  <a:gd name="csY49" fmla="*/ 230737 h 1282034"/>
                  <a:gd name="csX50" fmla="*/ 6616522 w 9265913"/>
                  <a:gd name="csY50" fmla="*/ 222191 h 1282034"/>
                  <a:gd name="csX51" fmla="*/ 6667797 w 9265913"/>
                  <a:gd name="csY51" fmla="*/ 188008 h 1282034"/>
                  <a:gd name="csX52" fmla="*/ 6701980 w 9265913"/>
                  <a:gd name="csY52" fmla="*/ 162371 h 1282034"/>
                  <a:gd name="csX53" fmla="*/ 6727618 w 9265913"/>
                  <a:gd name="csY53" fmla="*/ 136733 h 1282034"/>
                  <a:gd name="csX54" fmla="*/ 6787438 w 9265913"/>
                  <a:gd name="csY54" fmla="*/ 119642 h 1282034"/>
                  <a:gd name="csX55" fmla="*/ 6932717 w 9265913"/>
                  <a:gd name="csY55" fmla="*/ 136733 h 1282034"/>
                  <a:gd name="csX56" fmla="*/ 6958354 w 9265913"/>
                  <a:gd name="csY56" fmla="*/ 145279 h 1282034"/>
                  <a:gd name="csX57" fmla="*/ 7035266 w 9265913"/>
                  <a:gd name="csY57" fmla="*/ 162371 h 1282034"/>
                  <a:gd name="csX58" fmla="*/ 7086541 w 9265913"/>
                  <a:gd name="csY58" fmla="*/ 179462 h 1282034"/>
                  <a:gd name="csX59" fmla="*/ 7137816 w 9265913"/>
                  <a:gd name="csY59" fmla="*/ 188008 h 1282034"/>
                  <a:gd name="csX60" fmla="*/ 7257457 w 9265913"/>
                  <a:gd name="csY60" fmla="*/ 213645 h 1282034"/>
                  <a:gd name="csX61" fmla="*/ 7342915 w 9265913"/>
                  <a:gd name="csY61" fmla="*/ 222191 h 1282034"/>
                  <a:gd name="csX62" fmla="*/ 7385644 w 9265913"/>
                  <a:gd name="csY62" fmla="*/ 230737 h 1282034"/>
                  <a:gd name="csX63" fmla="*/ 7795842 w 9265913"/>
                  <a:gd name="csY63" fmla="*/ 247829 h 1282034"/>
                  <a:gd name="csX64" fmla="*/ 7812934 w 9265913"/>
                  <a:gd name="csY64" fmla="*/ 273466 h 1282034"/>
                  <a:gd name="csX65" fmla="*/ 7924029 w 9265913"/>
                  <a:gd name="csY65" fmla="*/ 247829 h 1282034"/>
                  <a:gd name="csX66" fmla="*/ 7949666 w 9265913"/>
                  <a:gd name="csY66" fmla="*/ 222191 h 1282034"/>
                  <a:gd name="csX67" fmla="*/ 8043670 w 9265913"/>
                  <a:gd name="csY67" fmla="*/ 102550 h 1282034"/>
                  <a:gd name="csX68" fmla="*/ 8094945 w 9265913"/>
                  <a:gd name="csY68" fmla="*/ 34184 h 1282034"/>
                  <a:gd name="csX69" fmla="*/ 8154765 w 9265913"/>
                  <a:gd name="csY69" fmla="*/ 0 h 1282034"/>
                  <a:gd name="csX70" fmla="*/ 8231677 w 9265913"/>
                  <a:gd name="csY70" fmla="*/ 42729 h 1282034"/>
                  <a:gd name="csX71" fmla="*/ 8257315 w 9265913"/>
                  <a:gd name="csY71" fmla="*/ 68367 h 1282034"/>
                  <a:gd name="csX72" fmla="*/ 8282952 w 9265913"/>
                  <a:gd name="csY72" fmla="*/ 85458 h 1282034"/>
                  <a:gd name="csX73" fmla="*/ 8308590 w 9265913"/>
                  <a:gd name="csY73" fmla="*/ 111096 h 1282034"/>
                  <a:gd name="csX74" fmla="*/ 8342773 w 9265913"/>
                  <a:gd name="csY74" fmla="*/ 136733 h 1282034"/>
                  <a:gd name="csX75" fmla="*/ 8368410 w 9265913"/>
                  <a:gd name="csY75" fmla="*/ 162371 h 1282034"/>
                  <a:gd name="csX76" fmla="*/ 8428231 w 9265913"/>
                  <a:gd name="csY76" fmla="*/ 205100 h 1282034"/>
                  <a:gd name="csX77" fmla="*/ 8453868 w 9265913"/>
                  <a:gd name="csY77" fmla="*/ 239283 h 1282034"/>
                  <a:gd name="csX78" fmla="*/ 8479505 w 9265913"/>
                  <a:gd name="csY78" fmla="*/ 256374 h 1282034"/>
                  <a:gd name="csX79" fmla="*/ 8513689 w 9265913"/>
                  <a:gd name="csY79" fmla="*/ 290558 h 1282034"/>
                  <a:gd name="csX80" fmla="*/ 8547872 w 9265913"/>
                  <a:gd name="csY80" fmla="*/ 299103 h 1282034"/>
                  <a:gd name="csX81" fmla="*/ 8590601 w 9265913"/>
                  <a:gd name="csY81" fmla="*/ 316195 h 1282034"/>
                  <a:gd name="csX82" fmla="*/ 8735879 w 9265913"/>
                  <a:gd name="csY82" fmla="*/ 299103 h 1282034"/>
                  <a:gd name="csX83" fmla="*/ 8787154 w 9265913"/>
                  <a:gd name="csY83" fmla="*/ 282012 h 1282034"/>
                  <a:gd name="csX84" fmla="*/ 8949524 w 9265913"/>
                  <a:gd name="csY84" fmla="*/ 290558 h 1282034"/>
                  <a:gd name="csX85" fmla="*/ 9111894 w 9265913"/>
                  <a:gd name="csY85" fmla="*/ 282012 h 1282034"/>
                  <a:gd name="csX86" fmla="*/ 9248627 w 9265913"/>
                  <a:gd name="csY86" fmla="*/ 282012 h 1282034"/>
                  <a:gd name="csX87" fmla="*/ 9265719 w 9265913"/>
                  <a:gd name="csY87" fmla="*/ 1213503 h 1282034"/>
                  <a:gd name="csX88" fmla="*/ 634467 w 9265913"/>
                  <a:gd name="csY88" fmla="*/ 1213504 h 1282034"/>
                  <a:gd name="csX89" fmla="*/ 651558 w 9265913"/>
                  <a:gd name="csY89" fmla="*/ 1187865 h 1282034"/>
                  <a:gd name="csX0" fmla="*/ 625920 w 9265913"/>
                  <a:gd name="csY0" fmla="*/ 213645 h 1282034"/>
                  <a:gd name="csX1" fmla="*/ 1095939 w 9265913"/>
                  <a:gd name="csY1" fmla="*/ 213645 h 1282034"/>
                  <a:gd name="csX2" fmla="*/ 1258309 w 9265913"/>
                  <a:gd name="csY2" fmla="*/ 196554 h 1282034"/>
                  <a:gd name="csX3" fmla="*/ 1343767 w 9265913"/>
                  <a:gd name="csY3" fmla="*/ 188008 h 1282034"/>
                  <a:gd name="csX4" fmla="*/ 1429225 w 9265913"/>
                  <a:gd name="csY4" fmla="*/ 179462 h 1282034"/>
                  <a:gd name="csX5" fmla="*/ 2078705 w 9265913"/>
                  <a:gd name="csY5" fmla="*/ 162371 h 1282034"/>
                  <a:gd name="csX6" fmla="*/ 2172709 w 9265913"/>
                  <a:gd name="csY6" fmla="*/ 145279 h 1282034"/>
                  <a:gd name="csX7" fmla="*/ 2206892 w 9265913"/>
                  <a:gd name="csY7" fmla="*/ 136733 h 1282034"/>
                  <a:gd name="csX8" fmla="*/ 2241076 w 9265913"/>
                  <a:gd name="csY8" fmla="*/ 145279 h 1282034"/>
                  <a:gd name="csX9" fmla="*/ 2266713 w 9265913"/>
                  <a:gd name="csY9" fmla="*/ 162371 h 1282034"/>
                  <a:gd name="csX10" fmla="*/ 2326534 w 9265913"/>
                  <a:gd name="csY10" fmla="*/ 188008 h 1282034"/>
                  <a:gd name="csX11" fmla="*/ 2488904 w 9265913"/>
                  <a:gd name="csY11" fmla="*/ 205100 h 1282034"/>
                  <a:gd name="csX12" fmla="*/ 2548724 w 9265913"/>
                  <a:gd name="csY12" fmla="*/ 213645 h 1282034"/>
                  <a:gd name="csX13" fmla="*/ 2582907 w 9265913"/>
                  <a:gd name="csY13" fmla="*/ 222191 h 1282034"/>
                  <a:gd name="csX14" fmla="*/ 2702548 w 9265913"/>
                  <a:gd name="csY14" fmla="*/ 230737 h 1282034"/>
                  <a:gd name="csX15" fmla="*/ 2907648 w 9265913"/>
                  <a:gd name="csY15" fmla="*/ 222191 h 1282034"/>
                  <a:gd name="csX16" fmla="*/ 3070018 w 9265913"/>
                  <a:gd name="csY16" fmla="*/ 213645 h 1282034"/>
                  <a:gd name="csX17" fmla="*/ 3334937 w 9265913"/>
                  <a:gd name="csY17" fmla="*/ 222191 h 1282034"/>
                  <a:gd name="csX18" fmla="*/ 3446033 w 9265913"/>
                  <a:gd name="csY18" fmla="*/ 230737 h 1282034"/>
                  <a:gd name="csX19" fmla="*/ 3676769 w 9265913"/>
                  <a:gd name="csY19" fmla="*/ 213645 h 1282034"/>
                  <a:gd name="csX20" fmla="*/ 3710952 w 9265913"/>
                  <a:gd name="csY20" fmla="*/ 205100 h 1282034"/>
                  <a:gd name="csX21" fmla="*/ 4044238 w 9265913"/>
                  <a:gd name="csY21" fmla="*/ 188008 h 1282034"/>
                  <a:gd name="csX22" fmla="*/ 4138242 w 9265913"/>
                  <a:gd name="csY22" fmla="*/ 162371 h 1282034"/>
                  <a:gd name="csX23" fmla="*/ 4309158 w 9265913"/>
                  <a:gd name="csY23" fmla="*/ 170916 h 1282034"/>
                  <a:gd name="csX24" fmla="*/ 4343341 w 9265913"/>
                  <a:gd name="csY24" fmla="*/ 179462 h 1282034"/>
                  <a:gd name="csX25" fmla="*/ 4454436 w 9265913"/>
                  <a:gd name="csY25" fmla="*/ 205100 h 1282034"/>
                  <a:gd name="csX26" fmla="*/ 4625352 w 9265913"/>
                  <a:gd name="csY26" fmla="*/ 196554 h 1282034"/>
                  <a:gd name="csX27" fmla="*/ 4650990 w 9265913"/>
                  <a:gd name="csY27" fmla="*/ 188008 h 1282034"/>
                  <a:gd name="csX28" fmla="*/ 4702264 w 9265913"/>
                  <a:gd name="csY28" fmla="*/ 179462 h 1282034"/>
                  <a:gd name="csX29" fmla="*/ 4727902 w 9265913"/>
                  <a:gd name="csY29" fmla="*/ 170916 h 1282034"/>
                  <a:gd name="csX30" fmla="*/ 4779177 w 9265913"/>
                  <a:gd name="csY30" fmla="*/ 162371 h 1282034"/>
                  <a:gd name="csX31" fmla="*/ 4924455 w 9265913"/>
                  <a:gd name="csY31" fmla="*/ 145279 h 1282034"/>
                  <a:gd name="csX32" fmla="*/ 5095371 w 9265913"/>
                  <a:gd name="csY32" fmla="*/ 153825 h 1282034"/>
                  <a:gd name="csX33" fmla="*/ 5129554 w 9265913"/>
                  <a:gd name="csY33" fmla="*/ 162371 h 1282034"/>
                  <a:gd name="csX34" fmla="*/ 5172283 w 9265913"/>
                  <a:gd name="csY34" fmla="*/ 170916 h 1282034"/>
                  <a:gd name="csX35" fmla="*/ 5266287 w 9265913"/>
                  <a:gd name="csY35" fmla="*/ 179462 h 1282034"/>
                  <a:gd name="csX36" fmla="*/ 5291924 w 9265913"/>
                  <a:gd name="csY36" fmla="*/ 188008 h 1282034"/>
                  <a:gd name="csX37" fmla="*/ 5326107 w 9265913"/>
                  <a:gd name="csY37" fmla="*/ 205100 h 1282034"/>
                  <a:gd name="csX38" fmla="*/ 5360291 w 9265913"/>
                  <a:gd name="csY38" fmla="*/ 213645 h 1282034"/>
                  <a:gd name="csX39" fmla="*/ 5403020 w 9265913"/>
                  <a:gd name="csY39" fmla="*/ 230737 h 1282034"/>
                  <a:gd name="csX40" fmla="*/ 5488477 w 9265913"/>
                  <a:gd name="csY40" fmla="*/ 247829 h 1282034"/>
                  <a:gd name="csX41" fmla="*/ 5531206 w 9265913"/>
                  <a:gd name="csY41" fmla="*/ 256374 h 1282034"/>
                  <a:gd name="csX42" fmla="*/ 5573935 w 9265913"/>
                  <a:gd name="csY42" fmla="*/ 273466 h 1282034"/>
                  <a:gd name="csX43" fmla="*/ 5659393 w 9265913"/>
                  <a:gd name="csY43" fmla="*/ 290558 h 1282034"/>
                  <a:gd name="csX44" fmla="*/ 5779034 w 9265913"/>
                  <a:gd name="csY44" fmla="*/ 307649 h 1282034"/>
                  <a:gd name="csX45" fmla="*/ 6206324 w 9265913"/>
                  <a:gd name="csY45" fmla="*/ 299103 h 1282034"/>
                  <a:gd name="csX46" fmla="*/ 6266145 w 9265913"/>
                  <a:gd name="csY46" fmla="*/ 282012 h 1282034"/>
                  <a:gd name="csX47" fmla="*/ 6334511 w 9265913"/>
                  <a:gd name="csY47" fmla="*/ 264920 h 1282034"/>
                  <a:gd name="csX48" fmla="*/ 6402877 w 9265913"/>
                  <a:gd name="csY48" fmla="*/ 247829 h 1282034"/>
                  <a:gd name="csX49" fmla="*/ 6548156 w 9265913"/>
                  <a:gd name="csY49" fmla="*/ 230737 h 1282034"/>
                  <a:gd name="csX50" fmla="*/ 6616522 w 9265913"/>
                  <a:gd name="csY50" fmla="*/ 222191 h 1282034"/>
                  <a:gd name="csX51" fmla="*/ 6667797 w 9265913"/>
                  <a:gd name="csY51" fmla="*/ 188008 h 1282034"/>
                  <a:gd name="csX52" fmla="*/ 6701980 w 9265913"/>
                  <a:gd name="csY52" fmla="*/ 162371 h 1282034"/>
                  <a:gd name="csX53" fmla="*/ 6727618 w 9265913"/>
                  <a:gd name="csY53" fmla="*/ 136733 h 1282034"/>
                  <a:gd name="csX54" fmla="*/ 6787438 w 9265913"/>
                  <a:gd name="csY54" fmla="*/ 119642 h 1282034"/>
                  <a:gd name="csX55" fmla="*/ 6932717 w 9265913"/>
                  <a:gd name="csY55" fmla="*/ 136733 h 1282034"/>
                  <a:gd name="csX56" fmla="*/ 6958354 w 9265913"/>
                  <a:gd name="csY56" fmla="*/ 145279 h 1282034"/>
                  <a:gd name="csX57" fmla="*/ 7035266 w 9265913"/>
                  <a:gd name="csY57" fmla="*/ 162371 h 1282034"/>
                  <a:gd name="csX58" fmla="*/ 7086541 w 9265913"/>
                  <a:gd name="csY58" fmla="*/ 179462 h 1282034"/>
                  <a:gd name="csX59" fmla="*/ 7137816 w 9265913"/>
                  <a:gd name="csY59" fmla="*/ 188008 h 1282034"/>
                  <a:gd name="csX60" fmla="*/ 7257457 w 9265913"/>
                  <a:gd name="csY60" fmla="*/ 213645 h 1282034"/>
                  <a:gd name="csX61" fmla="*/ 7342915 w 9265913"/>
                  <a:gd name="csY61" fmla="*/ 222191 h 1282034"/>
                  <a:gd name="csX62" fmla="*/ 7385644 w 9265913"/>
                  <a:gd name="csY62" fmla="*/ 230737 h 1282034"/>
                  <a:gd name="csX63" fmla="*/ 7795842 w 9265913"/>
                  <a:gd name="csY63" fmla="*/ 247829 h 1282034"/>
                  <a:gd name="csX64" fmla="*/ 7812934 w 9265913"/>
                  <a:gd name="csY64" fmla="*/ 273466 h 1282034"/>
                  <a:gd name="csX65" fmla="*/ 7924029 w 9265913"/>
                  <a:gd name="csY65" fmla="*/ 247829 h 1282034"/>
                  <a:gd name="csX66" fmla="*/ 7949666 w 9265913"/>
                  <a:gd name="csY66" fmla="*/ 222191 h 1282034"/>
                  <a:gd name="csX67" fmla="*/ 8043670 w 9265913"/>
                  <a:gd name="csY67" fmla="*/ 102550 h 1282034"/>
                  <a:gd name="csX68" fmla="*/ 8094945 w 9265913"/>
                  <a:gd name="csY68" fmla="*/ 34184 h 1282034"/>
                  <a:gd name="csX69" fmla="*/ 8154765 w 9265913"/>
                  <a:gd name="csY69" fmla="*/ 0 h 1282034"/>
                  <a:gd name="csX70" fmla="*/ 8231677 w 9265913"/>
                  <a:gd name="csY70" fmla="*/ 42729 h 1282034"/>
                  <a:gd name="csX71" fmla="*/ 8257315 w 9265913"/>
                  <a:gd name="csY71" fmla="*/ 68367 h 1282034"/>
                  <a:gd name="csX72" fmla="*/ 8282952 w 9265913"/>
                  <a:gd name="csY72" fmla="*/ 85458 h 1282034"/>
                  <a:gd name="csX73" fmla="*/ 8308590 w 9265913"/>
                  <a:gd name="csY73" fmla="*/ 111096 h 1282034"/>
                  <a:gd name="csX74" fmla="*/ 8342773 w 9265913"/>
                  <a:gd name="csY74" fmla="*/ 136733 h 1282034"/>
                  <a:gd name="csX75" fmla="*/ 8368410 w 9265913"/>
                  <a:gd name="csY75" fmla="*/ 162371 h 1282034"/>
                  <a:gd name="csX76" fmla="*/ 8428231 w 9265913"/>
                  <a:gd name="csY76" fmla="*/ 205100 h 1282034"/>
                  <a:gd name="csX77" fmla="*/ 8453868 w 9265913"/>
                  <a:gd name="csY77" fmla="*/ 239283 h 1282034"/>
                  <a:gd name="csX78" fmla="*/ 8479505 w 9265913"/>
                  <a:gd name="csY78" fmla="*/ 256374 h 1282034"/>
                  <a:gd name="csX79" fmla="*/ 8513689 w 9265913"/>
                  <a:gd name="csY79" fmla="*/ 290558 h 1282034"/>
                  <a:gd name="csX80" fmla="*/ 8547872 w 9265913"/>
                  <a:gd name="csY80" fmla="*/ 299103 h 1282034"/>
                  <a:gd name="csX81" fmla="*/ 8590601 w 9265913"/>
                  <a:gd name="csY81" fmla="*/ 316195 h 1282034"/>
                  <a:gd name="csX82" fmla="*/ 8735879 w 9265913"/>
                  <a:gd name="csY82" fmla="*/ 299103 h 1282034"/>
                  <a:gd name="csX83" fmla="*/ 8787154 w 9265913"/>
                  <a:gd name="csY83" fmla="*/ 282012 h 1282034"/>
                  <a:gd name="csX84" fmla="*/ 8949524 w 9265913"/>
                  <a:gd name="csY84" fmla="*/ 290558 h 1282034"/>
                  <a:gd name="csX85" fmla="*/ 9111894 w 9265913"/>
                  <a:gd name="csY85" fmla="*/ 282012 h 1282034"/>
                  <a:gd name="csX86" fmla="*/ 9248627 w 9265913"/>
                  <a:gd name="csY86" fmla="*/ 282012 h 1282034"/>
                  <a:gd name="csX87" fmla="*/ 9265719 w 9265913"/>
                  <a:gd name="csY87" fmla="*/ 1213503 h 1282034"/>
                  <a:gd name="csX88" fmla="*/ 634467 w 9265913"/>
                  <a:gd name="csY88" fmla="*/ 1213504 h 1282034"/>
                  <a:gd name="csX89" fmla="*/ 651558 w 9265913"/>
                  <a:gd name="csY89" fmla="*/ 230736 h 1282034"/>
                  <a:gd name="csX0" fmla="*/ 630330 w 9270323"/>
                  <a:gd name="csY0" fmla="*/ 213645 h 1282034"/>
                  <a:gd name="csX1" fmla="*/ 1100349 w 9270323"/>
                  <a:gd name="csY1" fmla="*/ 213645 h 1282034"/>
                  <a:gd name="csX2" fmla="*/ 1262719 w 9270323"/>
                  <a:gd name="csY2" fmla="*/ 196554 h 1282034"/>
                  <a:gd name="csX3" fmla="*/ 1348177 w 9270323"/>
                  <a:gd name="csY3" fmla="*/ 188008 h 1282034"/>
                  <a:gd name="csX4" fmla="*/ 1433635 w 9270323"/>
                  <a:gd name="csY4" fmla="*/ 179462 h 1282034"/>
                  <a:gd name="csX5" fmla="*/ 2083115 w 9270323"/>
                  <a:gd name="csY5" fmla="*/ 162371 h 1282034"/>
                  <a:gd name="csX6" fmla="*/ 2177119 w 9270323"/>
                  <a:gd name="csY6" fmla="*/ 145279 h 1282034"/>
                  <a:gd name="csX7" fmla="*/ 2211302 w 9270323"/>
                  <a:gd name="csY7" fmla="*/ 136733 h 1282034"/>
                  <a:gd name="csX8" fmla="*/ 2245486 w 9270323"/>
                  <a:gd name="csY8" fmla="*/ 145279 h 1282034"/>
                  <a:gd name="csX9" fmla="*/ 2271123 w 9270323"/>
                  <a:gd name="csY9" fmla="*/ 162371 h 1282034"/>
                  <a:gd name="csX10" fmla="*/ 2330944 w 9270323"/>
                  <a:gd name="csY10" fmla="*/ 188008 h 1282034"/>
                  <a:gd name="csX11" fmla="*/ 2493314 w 9270323"/>
                  <a:gd name="csY11" fmla="*/ 205100 h 1282034"/>
                  <a:gd name="csX12" fmla="*/ 2553134 w 9270323"/>
                  <a:gd name="csY12" fmla="*/ 213645 h 1282034"/>
                  <a:gd name="csX13" fmla="*/ 2587317 w 9270323"/>
                  <a:gd name="csY13" fmla="*/ 222191 h 1282034"/>
                  <a:gd name="csX14" fmla="*/ 2706958 w 9270323"/>
                  <a:gd name="csY14" fmla="*/ 230737 h 1282034"/>
                  <a:gd name="csX15" fmla="*/ 2912058 w 9270323"/>
                  <a:gd name="csY15" fmla="*/ 222191 h 1282034"/>
                  <a:gd name="csX16" fmla="*/ 3074428 w 9270323"/>
                  <a:gd name="csY16" fmla="*/ 213645 h 1282034"/>
                  <a:gd name="csX17" fmla="*/ 3339347 w 9270323"/>
                  <a:gd name="csY17" fmla="*/ 222191 h 1282034"/>
                  <a:gd name="csX18" fmla="*/ 3450443 w 9270323"/>
                  <a:gd name="csY18" fmla="*/ 230737 h 1282034"/>
                  <a:gd name="csX19" fmla="*/ 3681179 w 9270323"/>
                  <a:gd name="csY19" fmla="*/ 213645 h 1282034"/>
                  <a:gd name="csX20" fmla="*/ 3715362 w 9270323"/>
                  <a:gd name="csY20" fmla="*/ 205100 h 1282034"/>
                  <a:gd name="csX21" fmla="*/ 4048648 w 9270323"/>
                  <a:gd name="csY21" fmla="*/ 188008 h 1282034"/>
                  <a:gd name="csX22" fmla="*/ 4142652 w 9270323"/>
                  <a:gd name="csY22" fmla="*/ 162371 h 1282034"/>
                  <a:gd name="csX23" fmla="*/ 4313568 w 9270323"/>
                  <a:gd name="csY23" fmla="*/ 170916 h 1282034"/>
                  <a:gd name="csX24" fmla="*/ 4347751 w 9270323"/>
                  <a:gd name="csY24" fmla="*/ 179462 h 1282034"/>
                  <a:gd name="csX25" fmla="*/ 4458846 w 9270323"/>
                  <a:gd name="csY25" fmla="*/ 205100 h 1282034"/>
                  <a:gd name="csX26" fmla="*/ 4629762 w 9270323"/>
                  <a:gd name="csY26" fmla="*/ 196554 h 1282034"/>
                  <a:gd name="csX27" fmla="*/ 4655400 w 9270323"/>
                  <a:gd name="csY27" fmla="*/ 188008 h 1282034"/>
                  <a:gd name="csX28" fmla="*/ 4706674 w 9270323"/>
                  <a:gd name="csY28" fmla="*/ 179462 h 1282034"/>
                  <a:gd name="csX29" fmla="*/ 4732312 w 9270323"/>
                  <a:gd name="csY29" fmla="*/ 170916 h 1282034"/>
                  <a:gd name="csX30" fmla="*/ 4783587 w 9270323"/>
                  <a:gd name="csY30" fmla="*/ 162371 h 1282034"/>
                  <a:gd name="csX31" fmla="*/ 4928865 w 9270323"/>
                  <a:gd name="csY31" fmla="*/ 145279 h 1282034"/>
                  <a:gd name="csX32" fmla="*/ 5099781 w 9270323"/>
                  <a:gd name="csY32" fmla="*/ 153825 h 1282034"/>
                  <a:gd name="csX33" fmla="*/ 5133964 w 9270323"/>
                  <a:gd name="csY33" fmla="*/ 162371 h 1282034"/>
                  <a:gd name="csX34" fmla="*/ 5176693 w 9270323"/>
                  <a:gd name="csY34" fmla="*/ 170916 h 1282034"/>
                  <a:gd name="csX35" fmla="*/ 5270697 w 9270323"/>
                  <a:gd name="csY35" fmla="*/ 179462 h 1282034"/>
                  <a:gd name="csX36" fmla="*/ 5296334 w 9270323"/>
                  <a:gd name="csY36" fmla="*/ 188008 h 1282034"/>
                  <a:gd name="csX37" fmla="*/ 5330517 w 9270323"/>
                  <a:gd name="csY37" fmla="*/ 205100 h 1282034"/>
                  <a:gd name="csX38" fmla="*/ 5364701 w 9270323"/>
                  <a:gd name="csY38" fmla="*/ 213645 h 1282034"/>
                  <a:gd name="csX39" fmla="*/ 5407430 w 9270323"/>
                  <a:gd name="csY39" fmla="*/ 230737 h 1282034"/>
                  <a:gd name="csX40" fmla="*/ 5492887 w 9270323"/>
                  <a:gd name="csY40" fmla="*/ 247829 h 1282034"/>
                  <a:gd name="csX41" fmla="*/ 5535616 w 9270323"/>
                  <a:gd name="csY41" fmla="*/ 256374 h 1282034"/>
                  <a:gd name="csX42" fmla="*/ 5578345 w 9270323"/>
                  <a:gd name="csY42" fmla="*/ 273466 h 1282034"/>
                  <a:gd name="csX43" fmla="*/ 5663803 w 9270323"/>
                  <a:gd name="csY43" fmla="*/ 290558 h 1282034"/>
                  <a:gd name="csX44" fmla="*/ 5783444 w 9270323"/>
                  <a:gd name="csY44" fmla="*/ 307649 h 1282034"/>
                  <a:gd name="csX45" fmla="*/ 6210734 w 9270323"/>
                  <a:gd name="csY45" fmla="*/ 299103 h 1282034"/>
                  <a:gd name="csX46" fmla="*/ 6270555 w 9270323"/>
                  <a:gd name="csY46" fmla="*/ 282012 h 1282034"/>
                  <a:gd name="csX47" fmla="*/ 6338921 w 9270323"/>
                  <a:gd name="csY47" fmla="*/ 264920 h 1282034"/>
                  <a:gd name="csX48" fmla="*/ 6407287 w 9270323"/>
                  <a:gd name="csY48" fmla="*/ 247829 h 1282034"/>
                  <a:gd name="csX49" fmla="*/ 6552566 w 9270323"/>
                  <a:gd name="csY49" fmla="*/ 230737 h 1282034"/>
                  <a:gd name="csX50" fmla="*/ 6620932 w 9270323"/>
                  <a:gd name="csY50" fmla="*/ 222191 h 1282034"/>
                  <a:gd name="csX51" fmla="*/ 6672207 w 9270323"/>
                  <a:gd name="csY51" fmla="*/ 188008 h 1282034"/>
                  <a:gd name="csX52" fmla="*/ 6706390 w 9270323"/>
                  <a:gd name="csY52" fmla="*/ 162371 h 1282034"/>
                  <a:gd name="csX53" fmla="*/ 6732028 w 9270323"/>
                  <a:gd name="csY53" fmla="*/ 136733 h 1282034"/>
                  <a:gd name="csX54" fmla="*/ 6791848 w 9270323"/>
                  <a:gd name="csY54" fmla="*/ 119642 h 1282034"/>
                  <a:gd name="csX55" fmla="*/ 6937127 w 9270323"/>
                  <a:gd name="csY55" fmla="*/ 136733 h 1282034"/>
                  <a:gd name="csX56" fmla="*/ 6962764 w 9270323"/>
                  <a:gd name="csY56" fmla="*/ 145279 h 1282034"/>
                  <a:gd name="csX57" fmla="*/ 7039676 w 9270323"/>
                  <a:gd name="csY57" fmla="*/ 162371 h 1282034"/>
                  <a:gd name="csX58" fmla="*/ 7090951 w 9270323"/>
                  <a:gd name="csY58" fmla="*/ 179462 h 1282034"/>
                  <a:gd name="csX59" fmla="*/ 7142226 w 9270323"/>
                  <a:gd name="csY59" fmla="*/ 188008 h 1282034"/>
                  <a:gd name="csX60" fmla="*/ 7261867 w 9270323"/>
                  <a:gd name="csY60" fmla="*/ 213645 h 1282034"/>
                  <a:gd name="csX61" fmla="*/ 7347325 w 9270323"/>
                  <a:gd name="csY61" fmla="*/ 222191 h 1282034"/>
                  <a:gd name="csX62" fmla="*/ 7390054 w 9270323"/>
                  <a:gd name="csY62" fmla="*/ 230737 h 1282034"/>
                  <a:gd name="csX63" fmla="*/ 7800252 w 9270323"/>
                  <a:gd name="csY63" fmla="*/ 247829 h 1282034"/>
                  <a:gd name="csX64" fmla="*/ 7817344 w 9270323"/>
                  <a:gd name="csY64" fmla="*/ 273466 h 1282034"/>
                  <a:gd name="csX65" fmla="*/ 7928439 w 9270323"/>
                  <a:gd name="csY65" fmla="*/ 247829 h 1282034"/>
                  <a:gd name="csX66" fmla="*/ 7954076 w 9270323"/>
                  <a:gd name="csY66" fmla="*/ 222191 h 1282034"/>
                  <a:gd name="csX67" fmla="*/ 8048080 w 9270323"/>
                  <a:gd name="csY67" fmla="*/ 102550 h 1282034"/>
                  <a:gd name="csX68" fmla="*/ 8099355 w 9270323"/>
                  <a:gd name="csY68" fmla="*/ 34184 h 1282034"/>
                  <a:gd name="csX69" fmla="*/ 8159175 w 9270323"/>
                  <a:gd name="csY69" fmla="*/ 0 h 1282034"/>
                  <a:gd name="csX70" fmla="*/ 8236087 w 9270323"/>
                  <a:gd name="csY70" fmla="*/ 42729 h 1282034"/>
                  <a:gd name="csX71" fmla="*/ 8261725 w 9270323"/>
                  <a:gd name="csY71" fmla="*/ 68367 h 1282034"/>
                  <a:gd name="csX72" fmla="*/ 8287362 w 9270323"/>
                  <a:gd name="csY72" fmla="*/ 85458 h 1282034"/>
                  <a:gd name="csX73" fmla="*/ 8313000 w 9270323"/>
                  <a:gd name="csY73" fmla="*/ 111096 h 1282034"/>
                  <a:gd name="csX74" fmla="*/ 8347183 w 9270323"/>
                  <a:gd name="csY74" fmla="*/ 136733 h 1282034"/>
                  <a:gd name="csX75" fmla="*/ 8372820 w 9270323"/>
                  <a:gd name="csY75" fmla="*/ 162371 h 1282034"/>
                  <a:gd name="csX76" fmla="*/ 8432641 w 9270323"/>
                  <a:gd name="csY76" fmla="*/ 205100 h 1282034"/>
                  <a:gd name="csX77" fmla="*/ 8458278 w 9270323"/>
                  <a:gd name="csY77" fmla="*/ 239283 h 1282034"/>
                  <a:gd name="csX78" fmla="*/ 8483915 w 9270323"/>
                  <a:gd name="csY78" fmla="*/ 256374 h 1282034"/>
                  <a:gd name="csX79" fmla="*/ 8518099 w 9270323"/>
                  <a:gd name="csY79" fmla="*/ 290558 h 1282034"/>
                  <a:gd name="csX80" fmla="*/ 8552282 w 9270323"/>
                  <a:gd name="csY80" fmla="*/ 299103 h 1282034"/>
                  <a:gd name="csX81" fmla="*/ 8595011 w 9270323"/>
                  <a:gd name="csY81" fmla="*/ 316195 h 1282034"/>
                  <a:gd name="csX82" fmla="*/ 8740289 w 9270323"/>
                  <a:gd name="csY82" fmla="*/ 299103 h 1282034"/>
                  <a:gd name="csX83" fmla="*/ 8791564 w 9270323"/>
                  <a:gd name="csY83" fmla="*/ 282012 h 1282034"/>
                  <a:gd name="csX84" fmla="*/ 8953934 w 9270323"/>
                  <a:gd name="csY84" fmla="*/ 290558 h 1282034"/>
                  <a:gd name="csX85" fmla="*/ 9116304 w 9270323"/>
                  <a:gd name="csY85" fmla="*/ 282012 h 1282034"/>
                  <a:gd name="csX86" fmla="*/ 9253037 w 9270323"/>
                  <a:gd name="csY86" fmla="*/ 282012 h 1282034"/>
                  <a:gd name="csX87" fmla="*/ 9270129 w 9270323"/>
                  <a:gd name="csY87" fmla="*/ 1213503 h 1282034"/>
                  <a:gd name="csX88" fmla="*/ 638877 w 9270323"/>
                  <a:gd name="csY88" fmla="*/ 1213504 h 1282034"/>
                  <a:gd name="csX89" fmla="*/ 638877 w 9270323"/>
                  <a:gd name="csY89" fmla="*/ 222190 h 1282034"/>
                  <a:gd name="csX0" fmla="*/ 0 w 8639993"/>
                  <a:gd name="csY0" fmla="*/ 213645 h 1282034"/>
                  <a:gd name="csX1" fmla="*/ 470019 w 8639993"/>
                  <a:gd name="csY1" fmla="*/ 213645 h 1282034"/>
                  <a:gd name="csX2" fmla="*/ 632389 w 8639993"/>
                  <a:gd name="csY2" fmla="*/ 196554 h 1282034"/>
                  <a:gd name="csX3" fmla="*/ 717847 w 8639993"/>
                  <a:gd name="csY3" fmla="*/ 188008 h 1282034"/>
                  <a:gd name="csX4" fmla="*/ 803305 w 8639993"/>
                  <a:gd name="csY4" fmla="*/ 179462 h 1282034"/>
                  <a:gd name="csX5" fmla="*/ 1452785 w 8639993"/>
                  <a:gd name="csY5" fmla="*/ 162371 h 1282034"/>
                  <a:gd name="csX6" fmla="*/ 1546789 w 8639993"/>
                  <a:gd name="csY6" fmla="*/ 145279 h 1282034"/>
                  <a:gd name="csX7" fmla="*/ 1580972 w 8639993"/>
                  <a:gd name="csY7" fmla="*/ 136733 h 1282034"/>
                  <a:gd name="csX8" fmla="*/ 1615156 w 8639993"/>
                  <a:gd name="csY8" fmla="*/ 145279 h 1282034"/>
                  <a:gd name="csX9" fmla="*/ 1640793 w 8639993"/>
                  <a:gd name="csY9" fmla="*/ 162371 h 1282034"/>
                  <a:gd name="csX10" fmla="*/ 1700614 w 8639993"/>
                  <a:gd name="csY10" fmla="*/ 188008 h 1282034"/>
                  <a:gd name="csX11" fmla="*/ 1862984 w 8639993"/>
                  <a:gd name="csY11" fmla="*/ 205100 h 1282034"/>
                  <a:gd name="csX12" fmla="*/ 1922804 w 8639993"/>
                  <a:gd name="csY12" fmla="*/ 213645 h 1282034"/>
                  <a:gd name="csX13" fmla="*/ 1956987 w 8639993"/>
                  <a:gd name="csY13" fmla="*/ 222191 h 1282034"/>
                  <a:gd name="csX14" fmla="*/ 2076628 w 8639993"/>
                  <a:gd name="csY14" fmla="*/ 230737 h 1282034"/>
                  <a:gd name="csX15" fmla="*/ 2281728 w 8639993"/>
                  <a:gd name="csY15" fmla="*/ 222191 h 1282034"/>
                  <a:gd name="csX16" fmla="*/ 2444098 w 8639993"/>
                  <a:gd name="csY16" fmla="*/ 213645 h 1282034"/>
                  <a:gd name="csX17" fmla="*/ 2709017 w 8639993"/>
                  <a:gd name="csY17" fmla="*/ 222191 h 1282034"/>
                  <a:gd name="csX18" fmla="*/ 2820113 w 8639993"/>
                  <a:gd name="csY18" fmla="*/ 230737 h 1282034"/>
                  <a:gd name="csX19" fmla="*/ 3050849 w 8639993"/>
                  <a:gd name="csY19" fmla="*/ 213645 h 1282034"/>
                  <a:gd name="csX20" fmla="*/ 3085032 w 8639993"/>
                  <a:gd name="csY20" fmla="*/ 205100 h 1282034"/>
                  <a:gd name="csX21" fmla="*/ 3418318 w 8639993"/>
                  <a:gd name="csY21" fmla="*/ 188008 h 1282034"/>
                  <a:gd name="csX22" fmla="*/ 3512322 w 8639993"/>
                  <a:gd name="csY22" fmla="*/ 162371 h 1282034"/>
                  <a:gd name="csX23" fmla="*/ 3683238 w 8639993"/>
                  <a:gd name="csY23" fmla="*/ 170916 h 1282034"/>
                  <a:gd name="csX24" fmla="*/ 3717421 w 8639993"/>
                  <a:gd name="csY24" fmla="*/ 179462 h 1282034"/>
                  <a:gd name="csX25" fmla="*/ 3828516 w 8639993"/>
                  <a:gd name="csY25" fmla="*/ 205100 h 1282034"/>
                  <a:gd name="csX26" fmla="*/ 3999432 w 8639993"/>
                  <a:gd name="csY26" fmla="*/ 196554 h 1282034"/>
                  <a:gd name="csX27" fmla="*/ 4025070 w 8639993"/>
                  <a:gd name="csY27" fmla="*/ 188008 h 1282034"/>
                  <a:gd name="csX28" fmla="*/ 4076344 w 8639993"/>
                  <a:gd name="csY28" fmla="*/ 179462 h 1282034"/>
                  <a:gd name="csX29" fmla="*/ 4101982 w 8639993"/>
                  <a:gd name="csY29" fmla="*/ 170916 h 1282034"/>
                  <a:gd name="csX30" fmla="*/ 4153257 w 8639993"/>
                  <a:gd name="csY30" fmla="*/ 162371 h 1282034"/>
                  <a:gd name="csX31" fmla="*/ 4298535 w 8639993"/>
                  <a:gd name="csY31" fmla="*/ 145279 h 1282034"/>
                  <a:gd name="csX32" fmla="*/ 4469451 w 8639993"/>
                  <a:gd name="csY32" fmla="*/ 153825 h 1282034"/>
                  <a:gd name="csX33" fmla="*/ 4503634 w 8639993"/>
                  <a:gd name="csY33" fmla="*/ 162371 h 1282034"/>
                  <a:gd name="csX34" fmla="*/ 4546363 w 8639993"/>
                  <a:gd name="csY34" fmla="*/ 170916 h 1282034"/>
                  <a:gd name="csX35" fmla="*/ 4640367 w 8639993"/>
                  <a:gd name="csY35" fmla="*/ 179462 h 1282034"/>
                  <a:gd name="csX36" fmla="*/ 4666004 w 8639993"/>
                  <a:gd name="csY36" fmla="*/ 188008 h 1282034"/>
                  <a:gd name="csX37" fmla="*/ 4700187 w 8639993"/>
                  <a:gd name="csY37" fmla="*/ 205100 h 1282034"/>
                  <a:gd name="csX38" fmla="*/ 4734371 w 8639993"/>
                  <a:gd name="csY38" fmla="*/ 213645 h 1282034"/>
                  <a:gd name="csX39" fmla="*/ 4777100 w 8639993"/>
                  <a:gd name="csY39" fmla="*/ 230737 h 1282034"/>
                  <a:gd name="csX40" fmla="*/ 4862557 w 8639993"/>
                  <a:gd name="csY40" fmla="*/ 247829 h 1282034"/>
                  <a:gd name="csX41" fmla="*/ 4905286 w 8639993"/>
                  <a:gd name="csY41" fmla="*/ 256374 h 1282034"/>
                  <a:gd name="csX42" fmla="*/ 4948015 w 8639993"/>
                  <a:gd name="csY42" fmla="*/ 273466 h 1282034"/>
                  <a:gd name="csX43" fmla="*/ 5033473 w 8639993"/>
                  <a:gd name="csY43" fmla="*/ 290558 h 1282034"/>
                  <a:gd name="csX44" fmla="*/ 5153114 w 8639993"/>
                  <a:gd name="csY44" fmla="*/ 307649 h 1282034"/>
                  <a:gd name="csX45" fmla="*/ 5580404 w 8639993"/>
                  <a:gd name="csY45" fmla="*/ 299103 h 1282034"/>
                  <a:gd name="csX46" fmla="*/ 5640225 w 8639993"/>
                  <a:gd name="csY46" fmla="*/ 282012 h 1282034"/>
                  <a:gd name="csX47" fmla="*/ 5708591 w 8639993"/>
                  <a:gd name="csY47" fmla="*/ 264920 h 1282034"/>
                  <a:gd name="csX48" fmla="*/ 5776957 w 8639993"/>
                  <a:gd name="csY48" fmla="*/ 247829 h 1282034"/>
                  <a:gd name="csX49" fmla="*/ 5922236 w 8639993"/>
                  <a:gd name="csY49" fmla="*/ 230737 h 1282034"/>
                  <a:gd name="csX50" fmla="*/ 5990602 w 8639993"/>
                  <a:gd name="csY50" fmla="*/ 222191 h 1282034"/>
                  <a:gd name="csX51" fmla="*/ 6041877 w 8639993"/>
                  <a:gd name="csY51" fmla="*/ 188008 h 1282034"/>
                  <a:gd name="csX52" fmla="*/ 6076060 w 8639993"/>
                  <a:gd name="csY52" fmla="*/ 162371 h 1282034"/>
                  <a:gd name="csX53" fmla="*/ 6101698 w 8639993"/>
                  <a:gd name="csY53" fmla="*/ 136733 h 1282034"/>
                  <a:gd name="csX54" fmla="*/ 6161518 w 8639993"/>
                  <a:gd name="csY54" fmla="*/ 119642 h 1282034"/>
                  <a:gd name="csX55" fmla="*/ 6306797 w 8639993"/>
                  <a:gd name="csY55" fmla="*/ 136733 h 1282034"/>
                  <a:gd name="csX56" fmla="*/ 6332434 w 8639993"/>
                  <a:gd name="csY56" fmla="*/ 145279 h 1282034"/>
                  <a:gd name="csX57" fmla="*/ 6409346 w 8639993"/>
                  <a:gd name="csY57" fmla="*/ 162371 h 1282034"/>
                  <a:gd name="csX58" fmla="*/ 6460621 w 8639993"/>
                  <a:gd name="csY58" fmla="*/ 179462 h 1282034"/>
                  <a:gd name="csX59" fmla="*/ 6511896 w 8639993"/>
                  <a:gd name="csY59" fmla="*/ 188008 h 1282034"/>
                  <a:gd name="csX60" fmla="*/ 6631537 w 8639993"/>
                  <a:gd name="csY60" fmla="*/ 213645 h 1282034"/>
                  <a:gd name="csX61" fmla="*/ 6716995 w 8639993"/>
                  <a:gd name="csY61" fmla="*/ 222191 h 1282034"/>
                  <a:gd name="csX62" fmla="*/ 6759724 w 8639993"/>
                  <a:gd name="csY62" fmla="*/ 230737 h 1282034"/>
                  <a:gd name="csX63" fmla="*/ 7169922 w 8639993"/>
                  <a:gd name="csY63" fmla="*/ 247829 h 1282034"/>
                  <a:gd name="csX64" fmla="*/ 7187014 w 8639993"/>
                  <a:gd name="csY64" fmla="*/ 273466 h 1282034"/>
                  <a:gd name="csX65" fmla="*/ 7298109 w 8639993"/>
                  <a:gd name="csY65" fmla="*/ 247829 h 1282034"/>
                  <a:gd name="csX66" fmla="*/ 7323746 w 8639993"/>
                  <a:gd name="csY66" fmla="*/ 222191 h 1282034"/>
                  <a:gd name="csX67" fmla="*/ 7417750 w 8639993"/>
                  <a:gd name="csY67" fmla="*/ 102550 h 1282034"/>
                  <a:gd name="csX68" fmla="*/ 7469025 w 8639993"/>
                  <a:gd name="csY68" fmla="*/ 34184 h 1282034"/>
                  <a:gd name="csX69" fmla="*/ 7528845 w 8639993"/>
                  <a:gd name="csY69" fmla="*/ 0 h 1282034"/>
                  <a:gd name="csX70" fmla="*/ 7605757 w 8639993"/>
                  <a:gd name="csY70" fmla="*/ 42729 h 1282034"/>
                  <a:gd name="csX71" fmla="*/ 7631395 w 8639993"/>
                  <a:gd name="csY71" fmla="*/ 68367 h 1282034"/>
                  <a:gd name="csX72" fmla="*/ 7657032 w 8639993"/>
                  <a:gd name="csY72" fmla="*/ 85458 h 1282034"/>
                  <a:gd name="csX73" fmla="*/ 7682670 w 8639993"/>
                  <a:gd name="csY73" fmla="*/ 111096 h 1282034"/>
                  <a:gd name="csX74" fmla="*/ 7716853 w 8639993"/>
                  <a:gd name="csY74" fmla="*/ 136733 h 1282034"/>
                  <a:gd name="csX75" fmla="*/ 7742490 w 8639993"/>
                  <a:gd name="csY75" fmla="*/ 162371 h 1282034"/>
                  <a:gd name="csX76" fmla="*/ 7802311 w 8639993"/>
                  <a:gd name="csY76" fmla="*/ 205100 h 1282034"/>
                  <a:gd name="csX77" fmla="*/ 7827948 w 8639993"/>
                  <a:gd name="csY77" fmla="*/ 239283 h 1282034"/>
                  <a:gd name="csX78" fmla="*/ 7853585 w 8639993"/>
                  <a:gd name="csY78" fmla="*/ 256374 h 1282034"/>
                  <a:gd name="csX79" fmla="*/ 7887769 w 8639993"/>
                  <a:gd name="csY79" fmla="*/ 290558 h 1282034"/>
                  <a:gd name="csX80" fmla="*/ 7921952 w 8639993"/>
                  <a:gd name="csY80" fmla="*/ 299103 h 1282034"/>
                  <a:gd name="csX81" fmla="*/ 7964681 w 8639993"/>
                  <a:gd name="csY81" fmla="*/ 316195 h 1282034"/>
                  <a:gd name="csX82" fmla="*/ 8109959 w 8639993"/>
                  <a:gd name="csY82" fmla="*/ 299103 h 1282034"/>
                  <a:gd name="csX83" fmla="*/ 8161234 w 8639993"/>
                  <a:gd name="csY83" fmla="*/ 282012 h 1282034"/>
                  <a:gd name="csX84" fmla="*/ 8323604 w 8639993"/>
                  <a:gd name="csY84" fmla="*/ 290558 h 1282034"/>
                  <a:gd name="csX85" fmla="*/ 8485974 w 8639993"/>
                  <a:gd name="csY85" fmla="*/ 282012 h 1282034"/>
                  <a:gd name="csX86" fmla="*/ 8622707 w 8639993"/>
                  <a:gd name="csY86" fmla="*/ 282012 h 1282034"/>
                  <a:gd name="csX87" fmla="*/ 8639799 w 8639993"/>
                  <a:gd name="csY87" fmla="*/ 1213503 h 1282034"/>
                  <a:gd name="csX88" fmla="*/ 8547 w 8639993"/>
                  <a:gd name="csY88" fmla="*/ 1213504 h 1282034"/>
                  <a:gd name="csX89" fmla="*/ 8547 w 8639993"/>
                  <a:gd name="csY89" fmla="*/ 222190 h 1282034"/>
                  <a:gd name="csX0" fmla="*/ 0 w 8639993"/>
                  <a:gd name="csY0" fmla="*/ 213645 h 1217614"/>
                  <a:gd name="csX1" fmla="*/ 470019 w 8639993"/>
                  <a:gd name="csY1" fmla="*/ 213645 h 1217614"/>
                  <a:gd name="csX2" fmla="*/ 632389 w 8639993"/>
                  <a:gd name="csY2" fmla="*/ 196554 h 1217614"/>
                  <a:gd name="csX3" fmla="*/ 717847 w 8639993"/>
                  <a:gd name="csY3" fmla="*/ 188008 h 1217614"/>
                  <a:gd name="csX4" fmla="*/ 803305 w 8639993"/>
                  <a:gd name="csY4" fmla="*/ 179462 h 1217614"/>
                  <a:gd name="csX5" fmla="*/ 1452785 w 8639993"/>
                  <a:gd name="csY5" fmla="*/ 162371 h 1217614"/>
                  <a:gd name="csX6" fmla="*/ 1546789 w 8639993"/>
                  <a:gd name="csY6" fmla="*/ 145279 h 1217614"/>
                  <a:gd name="csX7" fmla="*/ 1580972 w 8639993"/>
                  <a:gd name="csY7" fmla="*/ 136733 h 1217614"/>
                  <a:gd name="csX8" fmla="*/ 1615156 w 8639993"/>
                  <a:gd name="csY8" fmla="*/ 145279 h 1217614"/>
                  <a:gd name="csX9" fmla="*/ 1640793 w 8639993"/>
                  <a:gd name="csY9" fmla="*/ 162371 h 1217614"/>
                  <a:gd name="csX10" fmla="*/ 1700614 w 8639993"/>
                  <a:gd name="csY10" fmla="*/ 188008 h 1217614"/>
                  <a:gd name="csX11" fmla="*/ 1862984 w 8639993"/>
                  <a:gd name="csY11" fmla="*/ 205100 h 1217614"/>
                  <a:gd name="csX12" fmla="*/ 1922804 w 8639993"/>
                  <a:gd name="csY12" fmla="*/ 213645 h 1217614"/>
                  <a:gd name="csX13" fmla="*/ 1956987 w 8639993"/>
                  <a:gd name="csY13" fmla="*/ 222191 h 1217614"/>
                  <a:gd name="csX14" fmla="*/ 2076628 w 8639993"/>
                  <a:gd name="csY14" fmla="*/ 230737 h 1217614"/>
                  <a:gd name="csX15" fmla="*/ 2281728 w 8639993"/>
                  <a:gd name="csY15" fmla="*/ 222191 h 1217614"/>
                  <a:gd name="csX16" fmla="*/ 2444098 w 8639993"/>
                  <a:gd name="csY16" fmla="*/ 213645 h 1217614"/>
                  <a:gd name="csX17" fmla="*/ 2709017 w 8639993"/>
                  <a:gd name="csY17" fmla="*/ 222191 h 1217614"/>
                  <a:gd name="csX18" fmla="*/ 2820113 w 8639993"/>
                  <a:gd name="csY18" fmla="*/ 230737 h 1217614"/>
                  <a:gd name="csX19" fmla="*/ 3050849 w 8639993"/>
                  <a:gd name="csY19" fmla="*/ 213645 h 1217614"/>
                  <a:gd name="csX20" fmla="*/ 3085032 w 8639993"/>
                  <a:gd name="csY20" fmla="*/ 205100 h 1217614"/>
                  <a:gd name="csX21" fmla="*/ 3418318 w 8639993"/>
                  <a:gd name="csY21" fmla="*/ 188008 h 1217614"/>
                  <a:gd name="csX22" fmla="*/ 3512322 w 8639993"/>
                  <a:gd name="csY22" fmla="*/ 162371 h 1217614"/>
                  <a:gd name="csX23" fmla="*/ 3683238 w 8639993"/>
                  <a:gd name="csY23" fmla="*/ 170916 h 1217614"/>
                  <a:gd name="csX24" fmla="*/ 3717421 w 8639993"/>
                  <a:gd name="csY24" fmla="*/ 179462 h 1217614"/>
                  <a:gd name="csX25" fmla="*/ 3828516 w 8639993"/>
                  <a:gd name="csY25" fmla="*/ 205100 h 1217614"/>
                  <a:gd name="csX26" fmla="*/ 3999432 w 8639993"/>
                  <a:gd name="csY26" fmla="*/ 196554 h 1217614"/>
                  <a:gd name="csX27" fmla="*/ 4025070 w 8639993"/>
                  <a:gd name="csY27" fmla="*/ 188008 h 1217614"/>
                  <a:gd name="csX28" fmla="*/ 4076344 w 8639993"/>
                  <a:gd name="csY28" fmla="*/ 179462 h 1217614"/>
                  <a:gd name="csX29" fmla="*/ 4101982 w 8639993"/>
                  <a:gd name="csY29" fmla="*/ 170916 h 1217614"/>
                  <a:gd name="csX30" fmla="*/ 4153257 w 8639993"/>
                  <a:gd name="csY30" fmla="*/ 162371 h 1217614"/>
                  <a:gd name="csX31" fmla="*/ 4298535 w 8639993"/>
                  <a:gd name="csY31" fmla="*/ 145279 h 1217614"/>
                  <a:gd name="csX32" fmla="*/ 4469451 w 8639993"/>
                  <a:gd name="csY32" fmla="*/ 153825 h 1217614"/>
                  <a:gd name="csX33" fmla="*/ 4503634 w 8639993"/>
                  <a:gd name="csY33" fmla="*/ 162371 h 1217614"/>
                  <a:gd name="csX34" fmla="*/ 4546363 w 8639993"/>
                  <a:gd name="csY34" fmla="*/ 170916 h 1217614"/>
                  <a:gd name="csX35" fmla="*/ 4640367 w 8639993"/>
                  <a:gd name="csY35" fmla="*/ 179462 h 1217614"/>
                  <a:gd name="csX36" fmla="*/ 4666004 w 8639993"/>
                  <a:gd name="csY36" fmla="*/ 188008 h 1217614"/>
                  <a:gd name="csX37" fmla="*/ 4700187 w 8639993"/>
                  <a:gd name="csY37" fmla="*/ 205100 h 1217614"/>
                  <a:gd name="csX38" fmla="*/ 4734371 w 8639993"/>
                  <a:gd name="csY38" fmla="*/ 213645 h 1217614"/>
                  <a:gd name="csX39" fmla="*/ 4777100 w 8639993"/>
                  <a:gd name="csY39" fmla="*/ 230737 h 1217614"/>
                  <a:gd name="csX40" fmla="*/ 4862557 w 8639993"/>
                  <a:gd name="csY40" fmla="*/ 247829 h 1217614"/>
                  <a:gd name="csX41" fmla="*/ 4905286 w 8639993"/>
                  <a:gd name="csY41" fmla="*/ 256374 h 1217614"/>
                  <a:gd name="csX42" fmla="*/ 4948015 w 8639993"/>
                  <a:gd name="csY42" fmla="*/ 273466 h 1217614"/>
                  <a:gd name="csX43" fmla="*/ 5033473 w 8639993"/>
                  <a:gd name="csY43" fmla="*/ 290558 h 1217614"/>
                  <a:gd name="csX44" fmla="*/ 5153114 w 8639993"/>
                  <a:gd name="csY44" fmla="*/ 307649 h 1217614"/>
                  <a:gd name="csX45" fmla="*/ 5580404 w 8639993"/>
                  <a:gd name="csY45" fmla="*/ 299103 h 1217614"/>
                  <a:gd name="csX46" fmla="*/ 5640225 w 8639993"/>
                  <a:gd name="csY46" fmla="*/ 282012 h 1217614"/>
                  <a:gd name="csX47" fmla="*/ 5708591 w 8639993"/>
                  <a:gd name="csY47" fmla="*/ 264920 h 1217614"/>
                  <a:gd name="csX48" fmla="*/ 5776957 w 8639993"/>
                  <a:gd name="csY48" fmla="*/ 247829 h 1217614"/>
                  <a:gd name="csX49" fmla="*/ 5922236 w 8639993"/>
                  <a:gd name="csY49" fmla="*/ 230737 h 1217614"/>
                  <a:gd name="csX50" fmla="*/ 5990602 w 8639993"/>
                  <a:gd name="csY50" fmla="*/ 222191 h 1217614"/>
                  <a:gd name="csX51" fmla="*/ 6041877 w 8639993"/>
                  <a:gd name="csY51" fmla="*/ 188008 h 1217614"/>
                  <a:gd name="csX52" fmla="*/ 6076060 w 8639993"/>
                  <a:gd name="csY52" fmla="*/ 162371 h 1217614"/>
                  <a:gd name="csX53" fmla="*/ 6101698 w 8639993"/>
                  <a:gd name="csY53" fmla="*/ 136733 h 1217614"/>
                  <a:gd name="csX54" fmla="*/ 6161518 w 8639993"/>
                  <a:gd name="csY54" fmla="*/ 119642 h 1217614"/>
                  <a:gd name="csX55" fmla="*/ 6306797 w 8639993"/>
                  <a:gd name="csY55" fmla="*/ 136733 h 1217614"/>
                  <a:gd name="csX56" fmla="*/ 6332434 w 8639993"/>
                  <a:gd name="csY56" fmla="*/ 145279 h 1217614"/>
                  <a:gd name="csX57" fmla="*/ 6409346 w 8639993"/>
                  <a:gd name="csY57" fmla="*/ 162371 h 1217614"/>
                  <a:gd name="csX58" fmla="*/ 6460621 w 8639993"/>
                  <a:gd name="csY58" fmla="*/ 179462 h 1217614"/>
                  <a:gd name="csX59" fmla="*/ 6511896 w 8639993"/>
                  <a:gd name="csY59" fmla="*/ 188008 h 1217614"/>
                  <a:gd name="csX60" fmla="*/ 6631537 w 8639993"/>
                  <a:gd name="csY60" fmla="*/ 213645 h 1217614"/>
                  <a:gd name="csX61" fmla="*/ 6716995 w 8639993"/>
                  <a:gd name="csY61" fmla="*/ 222191 h 1217614"/>
                  <a:gd name="csX62" fmla="*/ 6759724 w 8639993"/>
                  <a:gd name="csY62" fmla="*/ 230737 h 1217614"/>
                  <a:gd name="csX63" fmla="*/ 7169922 w 8639993"/>
                  <a:gd name="csY63" fmla="*/ 247829 h 1217614"/>
                  <a:gd name="csX64" fmla="*/ 7187014 w 8639993"/>
                  <a:gd name="csY64" fmla="*/ 273466 h 1217614"/>
                  <a:gd name="csX65" fmla="*/ 7298109 w 8639993"/>
                  <a:gd name="csY65" fmla="*/ 247829 h 1217614"/>
                  <a:gd name="csX66" fmla="*/ 7323746 w 8639993"/>
                  <a:gd name="csY66" fmla="*/ 222191 h 1217614"/>
                  <a:gd name="csX67" fmla="*/ 7417750 w 8639993"/>
                  <a:gd name="csY67" fmla="*/ 102550 h 1217614"/>
                  <a:gd name="csX68" fmla="*/ 7469025 w 8639993"/>
                  <a:gd name="csY68" fmla="*/ 34184 h 1217614"/>
                  <a:gd name="csX69" fmla="*/ 7528845 w 8639993"/>
                  <a:gd name="csY69" fmla="*/ 0 h 1217614"/>
                  <a:gd name="csX70" fmla="*/ 7605757 w 8639993"/>
                  <a:gd name="csY70" fmla="*/ 42729 h 1217614"/>
                  <a:gd name="csX71" fmla="*/ 7631395 w 8639993"/>
                  <a:gd name="csY71" fmla="*/ 68367 h 1217614"/>
                  <a:gd name="csX72" fmla="*/ 7657032 w 8639993"/>
                  <a:gd name="csY72" fmla="*/ 85458 h 1217614"/>
                  <a:gd name="csX73" fmla="*/ 7682670 w 8639993"/>
                  <a:gd name="csY73" fmla="*/ 111096 h 1217614"/>
                  <a:gd name="csX74" fmla="*/ 7716853 w 8639993"/>
                  <a:gd name="csY74" fmla="*/ 136733 h 1217614"/>
                  <a:gd name="csX75" fmla="*/ 7742490 w 8639993"/>
                  <a:gd name="csY75" fmla="*/ 162371 h 1217614"/>
                  <a:gd name="csX76" fmla="*/ 7802311 w 8639993"/>
                  <a:gd name="csY76" fmla="*/ 205100 h 1217614"/>
                  <a:gd name="csX77" fmla="*/ 7827948 w 8639993"/>
                  <a:gd name="csY77" fmla="*/ 239283 h 1217614"/>
                  <a:gd name="csX78" fmla="*/ 7853585 w 8639993"/>
                  <a:gd name="csY78" fmla="*/ 256374 h 1217614"/>
                  <a:gd name="csX79" fmla="*/ 7887769 w 8639993"/>
                  <a:gd name="csY79" fmla="*/ 290558 h 1217614"/>
                  <a:gd name="csX80" fmla="*/ 7921952 w 8639993"/>
                  <a:gd name="csY80" fmla="*/ 299103 h 1217614"/>
                  <a:gd name="csX81" fmla="*/ 7964681 w 8639993"/>
                  <a:gd name="csY81" fmla="*/ 316195 h 1217614"/>
                  <a:gd name="csX82" fmla="*/ 8109959 w 8639993"/>
                  <a:gd name="csY82" fmla="*/ 299103 h 1217614"/>
                  <a:gd name="csX83" fmla="*/ 8161234 w 8639993"/>
                  <a:gd name="csY83" fmla="*/ 282012 h 1217614"/>
                  <a:gd name="csX84" fmla="*/ 8323604 w 8639993"/>
                  <a:gd name="csY84" fmla="*/ 290558 h 1217614"/>
                  <a:gd name="csX85" fmla="*/ 8485974 w 8639993"/>
                  <a:gd name="csY85" fmla="*/ 282012 h 1217614"/>
                  <a:gd name="csX86" fmla="*/ 8622707 w 8639993"/>
                  <a:gd name="csY86" fmla="*/ 282012 h 1217614"/>
                  <a:gd name="csX87" fmla="*/ 8639799 w 8639993"/>
                  <a:gd name="csY87" fmla="*/ 1213503 h 1217614"/>
                  <a:gd name="csX88" fmla="*/ 8547 w 8639993"/>
                  <a:gd name="csY88" fmla="*/ 1213504 h 1217614"/>
                  <a:gd name="csX89" fmla="*/ 8547 w 8639993"/>
                  <a:gd name="csY89" fmla="*/ 222190 h 12176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8639993" h="1217614">
                    <a:moveTo>
                      <a:pt x="0" y="213645"/>
                    </a:moveTo>
                    <a:cubicBezTo>
                      <a:pt x="197557" y="233401"/>
                      <a:pt x="126185" y="229762"/>
                      <a:pt x="470019" y="213645"/>
                    </a:cubicBezTo>
                    <a:cubicBezTo>
                      <a:pt x="524382" y="211097"/>
                      <a:pt x="578256" y="202154"/>
                      <a:pt x="632389" y="196554"/>
                    </a:cubicBezTo>
                    <a:lnTo>
                      <a:pt x="717847" y="188008"/>
                    </a:lnTo>
                    <a:cubicBezTo>
                      <a:pt x="746333" y="185159"/>
                      <a:pt x="774706" y="180762"/>
                      <a:pt x="803305" y="179462"/>
                    </a:cubicBezTo>
                    <a:cubicBezTo>
                      <a:pt x="1145005" y="163930"/>
                      <a:pt x="928590" y="172077"/>
                      <a:pt x="1452785" y="162371"/>
                    </a:cubicBezTo>
                    <a:cubicBezTo>
                      <a:pt x="1489891" y="156187"/>
                      <a:pt x="1510957" y="153242"/>
                      <a:pt x="1546789" y="145279"/>
                    </a:cubicBezTo>
                    <a:cubicBezTo>
                      <a:pt x="1558254" y="142731"/>
                      <a:pt x="1569578" y="139582"/>
                      <a:pt x="1580972" y="136733"/>
                    </a:cubicBezTo>
                    <a:cubicBezTo>
                      <a:pt x="1592367" y="139582"/>
                      <a:pt x="1604360" y="140652"/>
                      <a:pt x="1615156" y="145279"/>
                    </a:cubicBezTo>
                    <a:cubicBezTo>
                      <a:pt x="1624596" y="149325"/>
                      <a:pt x="1631876" y="157275"/>
                      <a:pt x="1640793" y="162371"/>
                    </a:cubicBezTo>
                    <a:cubicBezTo>
                      <a:pt x="1663580" y="175392"/>
                      <a:pt x="1676646" y="181160"/>
                      <a:pt x="1700614" y="188008"/>
                    </a:cubicBezTo>
                    <a:cubicBezTo>
                      <a:pt x="1763996" y="206118"/>
                      <a:pt x="1768093" y="198774"/>
                      <a:pt x="1862984" y="205100"/>
                    </a:cubicBezTo>
                    <a:cubicBezTo>
                      <a:pt x="1882924" y="207948"/>
                      <a:pt x="1902986" y="210042"/>
                      <a:pt x="1922804" y="213645"/>
                    </a:cubicBezTo>
                    <a:cubicBezTo>
                      <a:pt x="1934360" y="215746"/>
                      <a:pt x="1945314" y="220894"/>
                      <a:pt x="1956987" y="222191"/>
                    </a:cubicBezTo>
                    <a:cubicBezTo>
                      <a:pt x="1996724" y="226606"/>
                      <a:pt x="2036748" y="227888"/>
                      <a:pt x="2076628" y="230737"/>
                    </a:cubicBezTo>
                    <a:lnTo>
                      <a:pt x="2281728" y="222191"/>
                    </a:lnTo>
                    <a:cubicBezTo>
                      <a:pt x="2335868" y="219673"/>
                      <a:pt x="2389900" y="213645"/>
                      <a:pt x="2444098" y="213645"/>
                    </a:cubicBezTo>
                    <a:cubicBezTo>
                      <a:pt x="2532450" y="213645"/>
                      <a:pt x="2620711" y="219342"/>
                      <a:pt x="2709017" y="222191"/>
                    </a:cubicBezTo>
                    <a:cubicBezTo>
                      <a:pt x="2746049" y="225040"/>
                      <a:pt x="2782972" y="230737"/>
                      <a:pt x="2820113" y="230737"/>
                    </a:cubicBezTo>
                    <a:cubicBezTo>
                      <a:pt x="2909903" y="230737"/>
                      <a:pt x="2967999" y="222851"/>
                      <a:pt x="3050849" y="213645"/>
                    </a:cubicBezTo>
                    <a:cubicBezTo>
                      <a:pt x="3062243" y="210797"/>
                      <a:pt x="3073447" y="207031"/>
                      <a:pt x="3085032" y="205100"/>
                    </a:cubicBezTo>
                    <a:cubicBezTo>
                      <a:pt x="3192705" y="187155"/>
                      <a:pt x="3316504" y="191292"/>
                      <a:pt x="3418318" y="188008"/>
                    </a:cubicBezTo>
                    <a:cubicBezTo>
                      <a:pt x="3495424" y="168731"/>
                      <a:pt x="3464400" y="178344"/>
                      <a:pt x="3512322" y="162371"/>
                    </a:cubicBezTo>
                    <a:cubicBezTo>
                      <a:pt x="3569294" y="165219"/>
                      <a:pt x="3626392" y="166179"/>
                      <a:pt x="3683238" y="170916"/>
                    </a:cubicBezTo>
                    <a:cubicBezTo>
                      <a:pt x="3694942" y="171891"/>
                      <a:pt x="3705937" y="177001"/>
                      <a:pt x="3717421" y="179462"/>
                    </a:cubicBezTo>
                    <a:cubicBezTo>
                      <a:pt x="3823027" y="202092"/>
                      <a:pt x="3771811" y="186198"/>
                      <a:pt x="3828516" y="205100"/>
                    </a:cubicBezTo>
                    <a:cubicBezTo>
                      <a:pt x="3885488" y="202251"/>
                      <a:pt x="3942603" y="201496"/>
                      <a:pt x="3999432" y="196554"/>
                    </a:cubicBezTo>
                    <a:cubicBezTo>
                      <a:pt x="4008406" y="195774"/>
                      <a:pt x="4016276" y="189962"/>
                      <a:pt x="4025070" y="188008"/>
                    </a:cubicBezTo>
                    <a:cubicBezTo>
                      <a:pt x="4041984" y="184249"/>
                      <a:pt x="4059430" y="183221"/>
                      <a:pt x="4076344" y="179462"/>
                    </a:cubicBezTo>
                    <a:cubicBezTo>
                      <a:pt x="4085138" y="177508"/>
                      <a:pt x="4093188" y="172870"/>
                      <a:pt x="4101982" y="170916"/>
                    </a:cubicBezTo>
                    <a:cubicBezTo>
                      <a:pt x="4118897" y="167157"/>
                      <a:pt x="4136131" y="165006"/>
                      <a:pt x="4153257" y="162371"/>
                    </a:cubicBezTo>
                    <a:cubicBezTo>
                      <a:pt x="4223439" y="151574"/>
                      <a:pt x="4218587" y="153274"/>
                      <a:pt x="4298535" y="145279"/>
                    </a:cubicBezTo>
                    <a:cubicBezTo>
                      <a:pt x="4355507" y="148128"/>
                      <a:pt x="4412605" y="149088"/>
                      <a:pt x="4469451" y="153825"/>
                    </a:cubicBezTo>
                    <a:cubicBezTo>
                      <a:pt x="4481155" y="154800"/>
                      <a:pt x="4492169" y="159823"/>
                      <a:pt x="4503634" y="162371"/>
                    </a:cubicBezTo>
                    <a:cubicBezTo>
                      <a:pt x="4517813" y="165522"/>
                      <a:pt x="4531950" y="169114"/>
                      <a:pt x="4546363" y="170916"/>
                    </a:cubicBezTo>
                    <a:cubicBezTo>
                      <a:pt x="4577584" y="174818"/>
                      <a:pt x="4609032" y="176613"/>
                      <a:pt x="4640367" y="179462"/>
                    </a:cubicBezTo>
                    <a:cubicBezTo>
                      <a:pt x="4648913" y="182311"/>
                      <a:pt x="4657724" y="184459"/>
                      <a:pt x="4666004" y="188008"/>
                    </a:cubicBezTo>
                    <a:cubicBezTo>
                      <a:pt x="4677713" y="193026"/>
                      <a:pt x="4688259" y="200627"/>
                      <a:pt x="4700187" y="205100"/>
                    </a:cubicBezTo>
                    <a:cubicBezTo>
                      <a:pt x="4711184" y="209224"/>
                      <a:pt x="4723228" y="209931"/>
                      <a:pt x="4734371" y="213645"/>
                    </a:cubicBezTo>
                    <a:cubicBezTo>
                      <a:pt x="4748924" y="218496"/>
                      <a:pt x="4762278" y="226784"/>
                      <a:pt x="4777100" y="230737"/>
                    </a:cubicBezTo>
                    <a:cubicBezTo>
                      <a:pt x="4805169" y="238222"/>
                      <a:pt x="4834071" y="242132"/>
                      <a:pt x="4862557" y="247829"/>
                    </a:cubicBezTo>
                    <a:lnTo>
                      <a:pt x="4905286" y="256374"/>
                    </a:lnTo>
                    <a:cubicBezTo>
                      <a:pt x="4919529" y="262071"/>
                      <a:pt x="4933193" y="269513"/>
                      <a:pt x="4948015" y="273466"/>
                    </a:cubicBezTo>
                    <a:cubicBezTo>
                      <a:pt x="4976084" y="280951"/>
                      <a:pt x="5004987" y="284861"/>
                      <a:pt x="5033473" y="290558"/>
                    </a:cubicBezTo>
                    <a:cubicBezTo>
                      <a:pt x="5101484" y="304160"/>
                      <a:pt x="5061787" y="297501"/>
                      <a:pt x="5153114" y="307649"/>
                    </a:cubicBezTo>
                    <a:cubicBezTo>
                      <a:pt x="5295544" y="304800"/>
                      <a:pt x="5438142" y="306590"/>
                      <a:pt x="5580404" y="299103"/>
                    </a:cubicBezTo>
                    <a:cubicBezTo>
                      <a:pt x="5601114" y="298013"/>
                      <a:pt x="5620187" y="287355"/>
                      <a:pt x="5640225" y="282012"/>
                    </a:cubicBezTo>
                    <a:cubicBezTo>
                      <a:pt x="5662922" y="275960"/>
                      <a:pt x="5685802" y="270617"/>
                      <a:pt x="5708591" y="264920"/>
                    </a:cubicBezTo>
                    <a:cubicBezTo>
                      <a:pt x="5708617" y="264913"/>
                      <a:pt x="5776930" y="247834"/>
                      <a:pt x="5776957" y="247829"/>
                    </a:cubicBezTo>
                    <a:cubicBezTo>
                      <a:pt x="5861581" y="230904"/>
                      <a:pt x="5785707" y="244390"/>
                      <a:pt x="5922236" y="230737"/>
                    </a:cubicBezTo>
                    <a:cubicBezTo>
                      <a:pt x="5945088" y="228452"/>
                      <a:pt x="5967813" y="225040"/>
                      <a:pt x="5990602" y="222191"/>
                    </a:cubicBezTo>
                    <a:cubicBezTo>
                      <a:pt x="6034212" y="207654"/>
                      <a:pt x="6001141" y="222925"/>
                      <a:pt x="6041877" y="188008"/>
                    </a:cubicBezTo>
                    <a:cubicBezTo>
                      <a:pt x="6052691" y="178739"/>
                      <a:pt x="6065246" y="171640"/>
                      <a:pt x="6076060" y="162371"/>
                    </a:cubicBezTo>
                    <a:cubicBezTo>
                      <a:pt x="6085236" y="154506"/>
                      <a:pt x="6091642" y="143437"/>
                      <a:pt x="6101698" y="136733"/>
                    </a:cubicBezTo>
                    <a:cubicBezTo>
                      <a:pt x="6109056" y="131827"/>
                      <a:pt x="6156956" y="120782"/>
                      <a:pt x="6161518" y="119642"/>
                    </a:cubicBezTo>
                    <a:cubicBezTo>
                      <a:pt x="6224443" y="124885"/>
                      <a:pt x="6253341" y="123369"/>
                      <a:pt x="6306797" y="136733"/>
                    </a:cubicBezTo>
                    <a:cubicBezTo>
                      <a:pt x="6315536" y="138918"/>
                      <a:pt x="6323695" y="143094"/>
                      <a:pt x="6332434" y="145279"/>
                    </a:cubicBezTo>
                    <a:cubicBezTo>
                      <a:pt x="6381241" y="157481"/>
                      <a:pt x="6365470" y="149208"/>
                      <a:pt x="6409346" y="162371"/>
                    </a:cubicBezTo>
                    <a:cubicBezTo>
                      <a:pt x="6426602" y="167548"/>
                      <a:pt x="6442850" y="176500"/>
                      <a:pt x="6460621" y="179462"/>
                    </a:cubicBezTo>
                    <a:cubicBezTo>
                      <a:pt x="6477713" y="182311"/>
                      <a:pt x="6494953" y="184377"/>
                      <a:pt x="6511896" y="188008"/>
                    </a:cubicBezTo>
                    <a:cubicBezTo>
                      <a:pt x="6584062" y="203472"/>
                      <a:pt x="6566689" y="205539"/>
                      <a:pt x="6631537" y="213645"/>
                    </a:cubicBezTo>
                    <a:cubicBezTo>
                      <a:pt x="6659944" y="217196"/>
                      <a:pt x="6688618" y="218407"/>
                      <a:pt x="6716995" y="222191"/>
                    </a:cubicBezTo>
                    <a:cubicBezTo>
                      <a:pt x="6731393" y="224111"/>
                      <a:pt x="6745242" y="229623"/>
                      <a:pt x="6759724" y="230737"/>
                    </a:cubicBezTo>
                    <a:cubicBezTo>
                      <a:pt x="6827733" y="235969"/>
                      <a:pt x="7121369" y="246031"/>
                      <a:pt x="7169922" y="247829"/>
                    </a:cubicBezTo>
                    <a:cubicBezTo>
                      <a:pt x="7175619" y="256375"/>
                      <a:pt x="7176883" y="271778"/>
                      <a:pt x="7187014" y="273466"/>
                    </a:cubicBezTo>
                    <a:cubicBezTo>
                      <a:pt x="7234196" y="281329"/>
                      <a:pt x="7266049" y="274545"/>
                      <a:pt x="7298109" y="247829"/>
                    </a:cubicBezTo>
                    <a:cubicBezTo>
                      <a:pt x="7307393" y="240092"/>
                      <a:pt x="7315939" y="231417"/>
                      <a:pt x="7323746" y="222191"/>
                    </a:cubicBezTo>
                    <a:cubicBezTo>
                      <a:pt x="7366251" y="171957"/>
                      <a:pt x="7383796" y="147822"/>
                      <a:pt x="7417750" y="102550"/>
                    </a:cubicBezTo>
                    <a:cubicBezTo>
                      <a:pt x="7417752" y="102547"/>
                      <a:pt x="7469022" y="34186"/>
                      <a:pt x="7469025" y="34184"/>
                    </a:cubicBezTo>
                    <a:cubicBezTo>
                      <a:pt x="7505262" y="10025"/>
                      <a:pt x="7485476" y="21685"/>
                      <a:pt x="7528845" y="0"/>
                    </a:cubicBezTo>
                    <a:cubicBezTo>
                      <a:pt x="7561084" y="10746"/>
                      <a:pt x="7576372" y="13344"/>
                      <a:pt x="7605757" y="42729"/>
                    </a:cubicBezTo>
                    <a:cubicBezTo>
                      <a:pt x="7614303" y="51275"/>
                      <a:pt x="7622110" y="60630"/>
                      <a:pt x="7631395" y="68367"/>
                    </a:cubicBezTo>
                    <a:cubicBezTo>
                      <a:pt x="7639285" y="74942"/>
                      <a:pt x="7649142" y="78883"/>
                      <a:pt x="7657032" y="85458"/>
                    </a:cubicBezTo>
                    <a:cubicBezTo>
                      <a:pt x="7666317" y="93195"/>
                      <a:pt x="7673494" y="103231"/>
                      <a:pt x="7682670" y="111096"/>
                    </a:cubicBezTo>
                    <a:cubicBezTo>
                      <a:pt x="7693484" y="120365"/>
                      <a:pt x="7706039" y="127464"/>
                      <a:pt x="7716853" y="136733"/>
                    </a:cubicBezTo>
                    <a:cubicBezTo>
                      <a:pt x="7726029" y="144598"/>
                      <a:pt x="7733206" y="154634"/>
                      <a:pt x="7742490" y="162371"/>
                    </a:cubicBezTo>
                    <a:cubicBezTo>
                      <a:pt x="7771616" y="186643"/>
                      <a:pt x="7771509" y="174297"/>
                      <a:pt x="7802311" y="205100"/>
                    </a:cubicBezTo>
                    <a:cubicBezTo>
                      <a:pt x="7812382" y="215171"/>
                      <a:pt x="7817877" y="229212"/>
                      <a:pt x="7827948" y="239283"/>
                    </a:cubicBezTo>
                    <a:cubicBezTo>
                      <a:pt x="7835210" y="246545"/>
                      <a:pt x="7845787" y="249690"/>
                      <a:pt x="7853585" y="256374"/>
                    </a:cubicBezTo>
                    <a:cubicBezTo>
                      <a:pt x="7865820" y="266861"/>
                      <a:pt x="7874104" y="282017"/>
                      <a:pt x="7887769" y="290558"/>
                    </a:cubicBezTo>
                    <a:cubicBezTo>
                      <a:pt x="7897729" y="296783"/>
                      <a:pt x="7910810" y="295389"/>
                      <a:pt x="7921952" y="299103"/>
                    </a:cubicBezTo>
                    <a:cubicBezTo>
                      <a:pt x="7936505" y="303954"/>
                      <a:pt x="7950438" y="310498"/>
                      <a:pt x="7964681" y="316195"/>
                    </a:cubicBezTo>
                    <a:cubicBezTo>
                      <a:pt x="8037729" y="310576"/>
                      <a:pt x="8055478" y="315447"/>
                      <a:pt x="8109959" y="299103"/>
                    </a:cubicBezTo>
                    <a:cubicBezTo>
                      <a:pt x="8127215" y="293926"/>
                      <a:pt x="8161234" y="282012"/>
                      <a:pt x="8161234" y="282012"/>
                    </a:cubicBezTo>
                    <a:cubicBezTo>
                      <a:pt x="8215357" y="284861"/>
                      <a:pt x="8269406" y="290558"/>
                      <a:pt x="8323604" y="290558"/>
                    </a:cubicBezTo>
                    <a:cubicBezTo>
                      <a:pt x="8377802" y="290558"/>
                      <a:pt x="8431798" y="283560"/>
                      <a:pt x="8485974" y="282012"/>
                    </a:cubicBezTo>
                    <a:cubicBezTo>
                      <a:pt x="8531533" y="280710"/>
                      <a:pt x="8577129" y="282012"/>
                      <a:pt x="8622707" y="282012"/>
                    </a:cubicBezTo>
                    <a:cubicBezTo>
                      <a:pt x="8646920" y="283436"/>
                      <a:pt x="8638019" y="1211723"/>
                      <a:pt x="8639799" y="1213503"/>
                    </a:cubicBezTo>
                    <a:cubicBezTo>
                      <a:pt x="7949014" y="1220624"/>
                      <a:pt x="10327" y="1217065"/>
                      <a:pt x="8547" y="1213504"/>
                    </a:cubicBezTo>
                    <a:cubicBezTo>
                      <a:pt x="8548" y="799032"/>
                      <a:pt x="4986" y="227532"/>
                      <a:pt x="8547" y="222190"/>
                    </a:cubicBezTo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6000">
                    <a:srgbClr val="D4D4D4">
                      <a:alpha val="59000"/>
                    </a:srgbClr>
                  </a:gs>
                  <a:gs pos="100000">
                    <a:schemeClr val="bg1">
                      <a:lumMod val="50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CC52EB7-CE08-C3B5-CA17-C07C327910D1}"/>
                </a:ext>
              </a:extLst>
            </p:cNvPr>
            <p:cNvSpPr txBox="1"/>
            <p:nvPr/>
          </p:nvSpPr>
          <p:spPr>
            <a:xfrm>
              <a:off x="324016" y="2312565"/>
              <a:ext cx="31429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Benthoniet</a:t>
              </a:r>
              <a:r>
                <a:rPr lang="en-US" dirty="0"/>
                <a:t> </a:t>
              </a:r>
              <a:r>
                <a:rPr lang="en-US" dirty="0" err="1"/>
                <a:t>versproeien</a:t>
              </a:r>
              <a:r>
                <a:rPr lang="en-US" dirty="0"/>
                <a:t> </a:t>
              </a:r>
              <a:r>
                <a:rPr lang="en-US" dirty="0" err="1"/>
                <a:t>boven</a:t>
              </a:r>
              <a:endParaRPr lang="en-US" dirty="0"/>
            </a:p>
            <a:p>
              <a:r>
                <a:rPr lang="en-US" dirty="0" err="1"/>
                <a:t>Sliblaag</a:t>
              </a:r>
              <a:r>
                <a:rPr lang="en-US" dirty="0"/>
                <a:t> (</a:t>
              </a:r>
              <a:r>
                <a:rPr lang="en-US" dirty="0" err="1"/>
                <a:t>kan</a:t>
              </a:r>
              <a:r>
                <a:rPr lang="en-US" dirty="0"/>
                <a:t> </a:t>
              </a:r>
              <a:r>
                <a:rPr lang="en-US" dirty="0" err="1"/>
                <a:t>niet</a:t>
              </a:r>
              <a:r>
                <a:rPr lang="en-US" dirty="0"/>
                <a:t> </a:t>
              </a:r>
              <a:r>
                <a:rPr lang="en-US" dirty="0" err="1"/>
                <a:t>werken</a:t>
              </a:r>
              <a:r>
                <a:rPr lang="en-US" dirty="0"/>
                <a:t>)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72A6D9-7440-B369-93F0-377AB4EEA89F}"/>
                </a:ext>
              </a:extLst>
            </p:cNvPr>
            <p:cNvSpPr txBox="1"/>
            <p:nvPr/>
          </p:nvSpPr>
          <p:spPr>
            <a:xfrm>
              <a:off x="4932050" y="2359671"/>
              <a:ext cx="336508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Zand-</a:t>
              </a:r>
              <a:r>
                <a:rPr lang="en-US" dirty="0" err="1"/>
                <a:t>benthoniet</a:t>
              </a:r>
              <a:r>
                <a:rPr lang="en-US" dirty="0"/>
                <a:t> </a:t>
              </a:r>
              <a:r>
                <a:rPr lang="en-US" dirty="0" err="1"/>
                <a:t>verspreiden</a:t>
              </a:r>
              <a:r>
                <a:rPr lang="en-US" dirty="0"/>
                <a:t> op</a:t>
              </a:r>
            </a:p>
            <a:p>
              <a:r>
                <a:rPr lang="en-US" dirty="0" err="1"/>
                <a:t>sliblaag</a:t>
              </a:r>
              <a:r>
                <a:rPr lang="en-US" dirty="0"/>
                <a:t> (</a:t>
              </a:r>
              <a:r>
                <a:rPr lang="en-US" dirty="0" err="1"/>
                <a:t>kan</a:t>
              </a:r>
              <a:r>
                <a:rPr lang="en-US" dirty="0"/>
                <a:t> </a:t>
              </a:r>
              <a:r>
                <a:rPr lang="en-US" dirty="0" err="1"/>
                <a:t>ook</a:t>
              </a:r>
              <a:r>
                <a:rPr lang="en-US" dirty="0"/>
                <a:t> </a:t>
              </a:r>
              <a:r>
                <a:rPr lang="en-US" dirty="0" err="1"/>
                <a:t>niet</a:t>
              </a:r>
              <a:r>
                <a:rPr lang="en-US" dirty="0"/>
                <a:t> </a:t>
              </a:r>
              <a:r>
                <a:rPr lang="en-US" dirty="0" err="1"/>
                <a:t>werken</a:t>
              </a:r>
              <a:r>
                <a:rPr lang="en-US" dirty="0"/>
                <a:t>)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B2D738-A451-F8E2-5313-2494CCE81E41}"/>
                </a:ext>
              </a:extLst>
            </p:cNvPr>
            <p:cNvSpPr/>
            <p:nvPr/>
          </p:nvSpPr>
          <p:spPr>
            <a:xfrm>
              <a:off x="1876139" y="6202"/>
              <a:ext cx="222991" cy="3771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1678E2A-11D7-9790-5745-37D103A3261B}"/>
                </a:ext>
              </a:extLst>
            </p:cNvPr>
            <p:cNvSpPr/>
            <p:nvPr/>
          </p:nvSpPr>
          <p:spPr>
            <a:xfrm>
              <a:off x="536755" y="207537"/>
              <a:ext cx="1461222" cy="779051"/>
            </a:xfrm>
            <a:custGeom>
              <a:avLst/>
              <a:gdLst>
                <a:gd name="csX0" fmla="*/ 1350236 w 1350236"/>
                <a:gd name="csY0" fmla="*/ 145278 h 777667"/>
                <a:gd name="csX1" fmla="*/ 1239141 w 1350236"/>
                <a:gd name="csY1" fmla="*/ 487110 h 777667"/>
                <a:gd name="csX2" fmla="*/ 922946 w 1350236"/>
                <a:gd name="csY2" fmla="*/ 581114 h 777667"/>
                <a:gd name="csX3" fmla="*/ 675118 w 1350236"/>
                <a:gd name="csY3" fmla="*/ 478564 h 777667"/>
                <a:gd name="csX4" fmla="*/ 640935 w 1350236"/>
                <a:gd name="csY4" fmla="*/ 282011 h 777667"/>
                <a:gd name="csX5" fmla="*/ 769122 w 1350236"/>
                <a:gd name="csY5" fmla="*/ 273465 h 777667"/>
                <a:gd name="csX6" fmla="*/ 863126 w 1350236"/>
                <a:gd name="csY6" fmla="*/ 307648 h 777667"/>
                <a:gd name="csX7" fmla="*/ 957129 w 1350236"/>
                <a:gd name="csY7" fmla="*/ 145278 h 777667"/>
                <a:gd name="csX8" fmla="*/ 623843 w 1350236"/>
                <a:gd name="csY8" fmla="*/ 0 h 777667"/>
                <a:gd name="csX9" fmla="*/ 213645 w 1350236"/>
                <a:gd name="csY9" fmla="*/ 59820 h 777667"/>
                <a:gd name="csX10" fmla="*/ 94004 w 1350236"/>
                <a:gd name="csY10" fmla="*/ 401652 h 777667"/>
                <a:gd name="csX11" fmla="*/ 0 w 1350236"/>
                <a:gd name="csY11" fmla="*/ 777667 h 777667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6010"/>
                <a:gd name="csY0" fmla="*/ 151385 h 783774"/>
                <a:gd name="csX1" fmla="*/ 1346988 w 1356010"/>
                <a:gd name="csY1" fmla="*/ 151385 h 783774"/>
                <a:gd name="csX2" fmla="*/ 1239141 w 1356010"/>
                <a:gd name="csY2" fmla="*/ 493217 h 783774"/>
                <a:gd name="csX3" fmla="*/ 922946 w 1356010"/>
                <a:gd name="csY3" fmla="*/ 587221 h 783774"/>
                <a:gd name="csX4" fmla="*/ 675118 w 1356010"/>
                <a:gd name="csY4" fmla="*/ 484671 h 783774"/>
                <a:gd name="csX5" fmla="*/ 640935 w 1356010"/>
                <a:gd name="csY5" fmla="*/ 288118 h 783774"/>
                <a:gd name="csX6" fmla="*/ 769122 w 1356010"/>
                <a:gd name="csY6" fmla="*/ 279572 h 783774"/>
                <a:gd name="csX7" fmla="*/ 863126 w 1356010"/>
                <a:gd name="csY7" fmla="*/ 313755 h 783774"/>
                <a:gd name="csX8" fmla="*/ 957129 w 1356010"/>
                <a:gd name="csY8" fmla="*/ 151385 h 783774"/>
                <a:gd name="csX9" fmla="*/ 623843 w 1356010"/>
                <a:gd name="csY9" fmla="*/ 6107 h 783774"/>
                <a:gd name="csX10" fmla="*/ 213645 w 1356010"/>
                <a:gd name="csY10" fmla="*/ 65927 h 783774"/>
                <a:gd name="csX11" fmla="*/ 94004 w 1356010"/>
                <a:gd name="csY11" fmla="*/ 407759 h 783774"/>
                <a:gd name="csX12" fmla="*/ 0 w 1356010"/>
                <a:gd name="csY12" fmla="*/ 783774 h 783774"/>
                <a:gd name="csX0" fmla="*/ 1350236 w 1350236"/>
                <a:gd name="csY0" fmla="*/ 151385 h 783774"/>
                <a:gd name="csX1" fmla="*/ 1252984 w 1350236"/>
                <a:gd name="csY1" fmla="*/ 271026 h 783774"/>
                <a:gd name="csX2" fmla="*/ 1239141 w 1350236"/>
                <a:gd name="csY2" fmla="*/ 493217 h 783774"/>
                <a:gd name="csX3" fmla="*/ 922946 w 1350236"/>
                <a:gd name="csY3" fmla="*/ 587221 h 783774"/>
                <a:gd name="csX4" fmla="*/ 675118 w 1350236"/>
                <a:gd name="csY4" fmla="*/ 484671 h 783774"/>
                <a:gd name="csX5" fmla="*/ 640935 w 1350236"/>
                <a:gd name="csY5" fmla="*/ 288118 h 783774"/>
                <a:gd name="csX6" fmla="*/ 769122 w 1350236"/>
                <a:gd name="csY6" fmla="*/ 279572 h 783774"/>
                <a:gd name="csX7" fmla="*/ 863126 w 1350236"/>
                <a:gd name="csY7" fmla="*/ 313755 h 783774"/>
                <a:gd name="csX8" fmla="*/ 957129 w 1350236"/>
                <a:gd name="csY8" fmla="*/ 151385 h 783774"/>
                <a:gd name="csX9" fmla="*/ 623843 w 1350236"/>
                <a:gd name="csY9" fmla="*/ 6107 h 783774"/>
                <a:gd name="csX10" fmla="*/ 213645 w 1350236"/>
                <a:gd name="csY10" fmla="*/ 65927 h 783774"/>
                <a:gd name="csX11" fmla="*/ 94004 w 1350236"/>
                <a:gd name="csY11" fmla="*/ 407759 h 783774"/>
                <a:gd name="csX12" fmla="*/ 0 w 1350236"/>
                <a:gd name="csY12" fmla="*/ 783774 h 783774"/>
                <a:gd name="csX0" fmla="*/ 1435694 w 1435694"/>
                <a:gd name="csY0" fmla="*/ 151385 h 783774"/>
                <a:gd name="csX1" fmla="*/ 1252984 w 1435694"/>
                <a:gd name="csY1" fmla="*/ 271026 h 783774"/>
                <a:gd name="csX2" fmla="*/ 1239141 w 1435694"/>
                <a:gd name="csY2" fmla="*/ 493217 h 783774"/>
                <a:gd name="csX3" fmla="*/ 922946 w 1435694"/>
                <a:gd name="csY3" fmla="*/ 587221 h 783774"/>
                <a:gd name="csX4" fmla="*/ 675118 w 1435694"/>
                <a:gd name="csY4" fmla="*/ 484671 h 783774"/>
                <a:gd name="csX5" fmla="*/ 640935 w 1435694"/>
                <a:gd name="csY5" fmla="*/ 288118 h 783774"/>
                <a:gd name="csX6" fmla="*/ 769122 w 1435694"/>
                <a:gd name="csY6" fmla="*/ 279572 h 783774"/>
                <a:gd name="csX7" fmla="*/ 863126 w 1435694"/>
                <a:gd name="csY7" fmla="*/ 313755 h 783774"/>
                <a:gd name="csX8" fmla="*/ 957129 w 1435694"/>
                <a:gd name="csY8" fmla="*/ 151385 h 783774"/>
                <a:gd name="csX9" fmla="*/ 623843 w 1435694"/>
                <a:gd name="csY9" fmla="*/ 6107 h 783774"/>
                <a:gd name="csX10" fmla="*/ 213645 w 1435694"/>
                <a:gd name="csY10" fmla="*/ 65927 h 783774"/>
                <a:gd name="csX11" fmla="*/ 94004 w 1435694"/>
                <a:gd name="csY11" fmla="*/ 407759 h 783774"/>
                <a:gd name="csX12" fmla="*/ 0 w 1435694"/>
                <a:gd name="csY12" fmla="*/ 783774 h 783774"/>
                <a:gd name="csX0" fmla="*/ 1435694 w 1448715"/>
                <a:gd name="csY0" fmla="*/ 151385 h 783774"/>
                <a:gd name="csX1" fmla="*/ 1435033 w 1448715"/>
                <a:gd name="csY1" fmla="*/ 149399 h 783774"/>
                <a:gd name="csX2" fmla="*/ 1252984 w 1448715"/>
                <a:gd name="csY2" fmla="*/ 271026 h 783774"/>
                <a:gd name="csX3" fmla="*/ 1239141 w 1448715"/>
                <a:gd name="csY3" fmla="*/ 493217 h 783774"/>
                <a:gd name="csX4" fmla="*/ 922946 w 1448715"/>
                <a:gd name="csY4" fmla="*/ 587221 h 783774"/>
                <a:gd name="csX5" fmla="*/ 675118 w 1448715"/>
                <a:gd name="csY5" fmla="*/ 484671 h 783774"/>
                <a:gd name="csX6" fmla="*/ 640935 w 1448715"/>
                <a:gd name="csY6" fmla="*/ 288118 h 783774"/>
                <a:gd name="csX7" fmla="*/ 769122 w 1448715"/>
                <a:gd name="csY7" fmla="*/ 279572 h 783774"/>
                <a:gd name="csX8" fmla="*/ 863126 w 1448715"/>
                <a:gd name="csY8" fmla="*/ 313755 h 783774"/>
                <a:gd name="csX9" fmla="*/ 957129 w 1448715"/>
                <a:gd name="csY9" fmla="*/ 151385 h 783774"/>
                <a:gd name="csX10" fmla="*/ 623843 w 1448715"/>
                <a:gd name="csY10" fmla="*/ 6107 h 783774"/>
                <a:gd name="csX11" fmla="*/ 213645 w 1448715"/>
                <a:gd name="csY11" fmla="*/ 65927 h 783774"/>
                <a:gd name="csX12" fmla="*/ 94004 w 1448715"/>
                <a:gd name="csY12" fmla="*/ 407759 h 783774"/>
                <a:gd name="csX13" fmla="*/ 0 w 1448715"/>
                <a:gd name="csY13" fmla="*/ 783774 h 783774"/>
                <a:gd name="csX0" fmla="*/ 1435694 w 1435694"/>
                <a:gd name="csY0" fmla="*/ 151385 h 783774"/>
                <a:gd name="csX1" fmla="*/ 1370865 w 1435694"/>
                <a:gd name="csY1" fmla="*/ 277736 h 783774"/>
                <a:gd name="csX2" fmla="*/ 1252984 w 1435694"/>
                <a:gd name="csY2" fmla="*/ 271026 h 783774"/>
                <a:gd name="csX3" fmla="*/ 1239141 w 1435694"/>
                <a:gd name="csY3" fmla="*/ 493217 h 783774"/>
                <a:gd name="csX4" fmla="*/ 922946 w 1435694"/>
                <a:gd name="csY4" fmla="*/ 587221 h 783774"/>
                <a:gd name="csX5" fmla="*/ 675118 w 1435694"/>
                <a:gd name="csY5" fmla="*/ 484671 h 783774"/>
                <a:gd name="csX6" fmla="*/ 640935 w 1435694"/>
                <a:gd name="csY6" fmla="*/ 288118 h 783774"/>
                <a:gd name="csX7" fmla="*/ 769122 w 1435694"/>
                <a:gd name="csY7" fmla="*/ 279572 h 783774"/>
                <a:gd name="csX8" fmla="*/ 863126 w 1435694"/>
                <a:gd name="csY8" fmla="*/ 313755 h 783774"/>
                <a:gd name="csX9" fmla="*/ 957129 w 1435694"/>
                <a:gd name="csY9" fmla="*/ 151385 h 783774"/>
                <a:gd name="csX10" fmla="*/ 623843 w 1435694"/>
                <a:gd name="csY10" fmla="*/ 6107 h 783774"/>
                <a:gd name="csX11" fmla="*/ 213645 w 1435694"/>
                <a:gd name="csY11" fmla="*/ 65927 h 783774"/>
                <a:gd name="csX12" fmla="*/ 94004 w 1435694"/>
                <a:gd name="csY12" fmla="*/ 407759 h 783774"/>
                <a:gd name="csX13" fmla="*/ 0 w 1435694"/>
                <a:gd name="csY13" fmla="*/ 783774 h 783774"/>
                <a:gd name="csX0" fmla="*/ 1411630 w 1411630"/>
                <a:gd name="csY0" fmla="*/ 985574 h 985574"/>
                <a:gd name="csX1" fmla="*/ 1370865 w 1411630"/>
                <a:gd name="csY1" fmla="*/ 277736 h 985574"/>
                <a:gd name="csX2" fmla="*/ 1252984 w 1411630"/>
                <a:gd name="csY2" fmla="*/ 271026 h 985574"/>
                <a:gd name="csX3" fmla="*/ 1239141 w 1411630"/>
                <a:gd name="csY3" fmla="*/ 493217 h 985574"/>
                <a:gd name="csX4" fmla="*/ 922946 w 1411630"/>
                <a:gd name="csY4" fmla="*/ 587221 h 985574"/>
                <a:gd name="csX5" fmla="*/ 675118 w 1411630"/>
                <a:gd name="csY5" fmla="*/ 484671 h 985574"/>
                <a:gd name="csX6" fmla="*/ 640935 w 1411630"/>
                <a:gd name="csY6" fmla="*/ 288118 h 985574"/>
                <a:gd name="csX7" fmla="*/ 769122 w 1411630"/>
                <a:gd name="csY7" fmla="*/ 279572 h 985574"/>
                <a:gd name="csX8" fmla="*/ 863126 w 1411630"/>
                <a:gd name="csY8" fmla="*/ 313755 h 985574"/>
                <a:gd name="csX9" fmla="*/ 957129 w 1411630"/>
                <a:gd name="csY9" fmla="*/ 151385 h 985574"/>
                <a:gd name="csX10" fmla="*/ 623843 w 1411630"/>
                <a:gd name="csY10" fmla="*/ 6107 h 985574"/>
                <a:gd name="csX11" fmla="*/ 213645 w 1411630"/>
                <a:gd name="csY11" fmla="*/ 65927 h 985574"/>
                <a:gd name="csX12" fmla="*/ 94004 w 1411630"/>
                <a:gd name="csY12" fmla="*/ 407759 h 985574"/>
                <a:gd name="csX13" fmla="*/ 0 w 1411630"/>
                <a:gd name="csY13" fmla="*/ 783774 h 985574"/>
                <a:gd name="csX0" fmla="*/ 1411630 w 1411630"/>
                <a:gd name="csY0" fmla="*/ 985574 h 985574"/>
                <a:gd name="csX1" fmla="*/ 1354822 w 1411630"/>
                <a:gd name="csY1" fmla="*/ 141378 h 985574"/>
                <a:gd name="csX2" fmla="*/ 1252984 w 1411630"/>
                <a:gd name="csY2" fmla="*/ 271026 h 985574"/>
                <a:gd name="csX3" fmla="*/ 1239141 w 1411630"/>
                <a:gd name="csY3" fmla="*/ 493217 h 985574"/>
                <a:gd name="csX4" fmla="*/ 922946 w 1411630"/>
                <a:gd name="csY4" fmla="*/ 587221 h 985574"/>
                <a:gd name="csX5" fmla="*/ 675118 w 1411630"/>
                <a:gd name="csY5" fmla="*/ 484671 h 985574"/>
                <a:gd name="csX6" fmla="*/ 640935 w 1411630"/>
                <a:gd name="csY6" fmla="*/ 288118 h 985574"/>
                <a:gd name="csX7" fmla="*/ 769122 w 1411630"/>
                <a:gd name="csY7" fmla="*/ 279572 h 985574"/>
                <a:gd name="csX8" fmla="*/ 863126 w 1411630"/>
                <a:gd name="csY8" fmla="*/ 313755 h 985574"/>
                <a:gd name="csX9" fmla="*/ 957129 w 1411630"/>
                <a:gd name="csY9" fmla="*/ 151385 h 985574"/>
                <a:gd name="csX10" fmla="*/ 623843 w 1411630"/>
                <a:gd name="csY10" fmla="*/ 6107 h 985574"/>
                <a:gd name="csX11" fmla="*/ 213645 w 1411630"/>
                <a:gd name="csY11" fmla="*/ 65927 h 985574"/>
                <a:gd name="csX12" fmla="*/ 94004 w 1411630"/>
                <a:gd name="csY12" fmla="*/ 407759 h 985574"/>
                <a:gd name="csX13" fmla="*/ 0 w 1411630"/>
                <a:gd name="csY13" fmla="*/ 783774 h 985574"/>
                <a:gd name="csX0" fmla="*/ 1411630 w 1411630"/>
                <a:gd name="csY0" fmla="*/ 985574 h 985574"/>
                <a:gd name="csX1" fmla="*/ 1354822 w 1411630"/>
                <a:gd name="csY1" fmla="*/ 141378 h 985574"/>
                <a:gd name="csX2" fmla="*/ 1313142 w 1411630"/>
                <a:gd name="csY2" fmla="*/ 331183 h 985574"/>
                <a:gd name="csX3" fmla="*/ 1239141 w 1411630"/>
                <a:gd name="csY3" fmla="*/ 493217 h 985574"/>
                <a:gd name="csX4" fmla="*/ 922946 w 1411630"/>
                <a:gd name="csY4" fmla="*/ 587221 h 985574"/>
                <a:gd name="csX5" fmla="*/ 675118 w 1411630"/>
                <a:gd name="csY5" fmla="*/ 484671 h 985574"/>
                <a:gd name="csX6" fmla="*/ 640935 w 1411630"/>
                <a:gd name="csY6" fmla="*/ 288118 h 985574"/>
                <a:gd name="csX7" fmla="*/ 769122 w 1411630"/>
                <a:gd name="csY7" fmla="*/ 279572 h 985574"/>
                <a:gd name="csX8" fmla="*/ 863126 w 1411630"/>
                <a:gd name="csY8" fmla="*/ 313755 h 985574"/>
                <a:gd name="csX9" fmla="*/ 957129 w 1411630"/>
                <a:gd name="csY9" fmla="*/ 151385 h 985574"/>
                <a:gd name="csX10" fmla="*/ 623843 w 1411630"/>
                <a:gd name="csY10" fmla="*/ 6107 h 985574"/>
                <a:gd name="csX11" fmla="*/ 213645 w 1411630"/>
                <a:gd name="csY11" fmla="*/ 65927 h 985574"/>
                <a:gd name="csX12" fmla="*/ 94004 w 1411630"/>
                <a:gd name="csY12" fmla="*/ 407759 h 985574"/>
                <a:gd name="csX13" fmla="*/ 0 w 1411630"/>
                <a:gd name="csY13" fmla="*/ 783774 h 985574"/>
                <a:gd name="csX0" fmla="*/ 1411630 w 1411630"/>
                <a:gd name="csY0" fmla="*/ 985574 h 985574"/>
                <a:gd name="csX1" fmla="*/ 1378885 w 1411630"/>
                <a:gd name="csY1" fmla="*/ 329873 h 985574"/>
                <a:gd name="csX2" fmla="*/ 1354822 w 1411630"/>
                <a:gd name="csY2" fmla="*/ 141378 h 985574"/>
                <a:gd name="csX3" fmla="*/ 1313142 w 1411630"/>
                <a:gd name="csY3" fmla="*/ 331183 h 985574"/>
                <a:gd name="csX4" fmla="*/ 1239141 w 1411630"/>
                <a:gd name="csY4" fmla="*/ 493217 h 985574"/>
                <a:gd name="csX5" fmla="*/ 922946 w 1411630"/>
                <a:gd name="csY5" fmla="*/ 587221 h 985574"/>
                <a:gd name="csX6" fmla="*/ 675118 w 1411630"/>
                <a:gd name="csY6" fmla="*/ 484671 h 985574"/>
                <a:gd name="csX7" fmla="*/ 640935 w 1411630"/>
                <a:gd name="csY7" fmla="*/ 288118 h 985574"/>
                <a:gd name="csX8" fmla="*/ 769122 w 1411630"/>
                <a:gd name="csY8" fmla="*/ 279572 h 985574"/>
                <a:gd name="csX9" fmla="*/ 863126 w 1411630"/>
                <a:gd name="csY9" fmla="*/ 313755 h 985574"/>
                <a:gd name="csX10" fmla="*/ 957129 w 1411630"/>
                <a:gd name="csY10" fmla="*/ 151385 h 985574"/>
                <a:gd name="csX11" fmla="*/ 623843 w 1411630"/>
                <a:gd name="csY11" fmla="*/ 6107 h 985574"/>
                <a:gd name="csX12" fmla="*/ 213645 w 1411630"/>
                <a:gd name="csY12" fmla="*/ 65927 h 985574"/>
                <a:gd name="csX13" fmla="*/ 94004 w 1411630"/>
                <a:gd name="csY13" fmla="*/ 407759 h 985574"/>
                <a:gd name="csX14" fmla="*/ 0 w 1411630"/>
                <a:gd name="csY14" fmla="*/ 783774 h 985574"/>
                <a:gd name="csX0" fmla="*/ 1411630 w 1432683"/>
                <a:gd name="csY0" fmla="*/ 985574 h 985574"/>
                <a:gd name="csX1" fmla="*/ 1431022 w 1432683"/>
                <a:gd name="csY1" fmla="*/ 149400 h 985574"/>
                <a:gd name="csX2" fmla="*/ 1354822 w 1432683"/>
                <a:gd name="csY2" fmla="*/ 141378 h 985574"/>
                <a:gd name="csX3" fmla="*/ 1313142 w 1432683"/>
                <a:gd name="csY3" fmla="*/ 331183 h 985574"/>
                <a:gd name="csX4" fmla="*/ 1239141 w 1432683"/>
                <a:gd name="csY4" fmla="*/ 493217 h 985574"/>
                <a:gd name="csX5" fmla="*/ 922946 w 1432683"/>
                <a:gd name="csY5" fmla="*/ 587221 h 985574"/>
                <a:gd name="csX6" fmla="*/ 675118 w 1432683"/>
                <a:gd name="csY6" fmla="*/ 484671 h 985574"/>
                <a:gd name="csX7" fmla="*/ 640935 w 1432683"/>
                <a:gd name="csY7" fmla="*/ 288118 h 985574"/>
                <a:gd name="csX8" fmla="*/ 769122 w 1432683"/>
                <a:gd name="csY8" fmla="*/ 279572 h 985574"/>
                <a:gd name="csX9" fmla="*/ 863126 w 1432683"/>
                <a:gd name="csY9" fmla="*/ 313755 h 985574"/>
                <a:gd name="csX10" fmla="*/ 957129 w 1432683"/>
                <a:gd name="csY10" fmla="*/ 151385 h 985574"/>
                <a:gd name="csX11" fmla="*/ 623843 w 1432683"/>
                <a:gd name="csY11" fmla="*/ 6107 h 985574"/>
                <a:gd name="csX12" fmla="*/ 213645 w 1432683"/>
                <a:gd name="csY12" fmla="*/ 65927 h 985574"/>
                <a:gd name="csX13" fmla="*/ 94004 w 1432683"/>
                <a:gd name="csY13" fmla="*/ 407759 h 985574"/>
                <a:gd name="csX14" fmla="*/ 0 w 1432683"/>
                <a:gd name="csY14" fmla="*/ 783774 h 985574"/>
                <a:gd name="csX0" fmla="*/ 1431022 w 1431022"/>
                <a:gd name="csY0" fmla="*/ 149400 h 783774"/>
                <a:gd name="csX1" fmla="*/ 1354822 w 1431022"/>
                <a:gd name="csY1" fmla="*/ 141378 h 783774"/>
                <a:gd name="csX2" fmla="*/ 1313142 w 1431022"/>
                <a:gd name="csY2" fmla="*/ 331183 h 783774"/>
                <a:gd name="csX3" fmla="*/ 1239141 w 1431022"/>
                <a:gd name="csY3" fmla="*/ 493217 h 783774"/>
                <a:gd name="csX4" fmla="*/ 922946 w 1431022"/>
                <a:gd name="csY4" fmla="*/ 587221 h 783774"/>
                <a:gd name="csX5" fmla="*/ 675118 w 1431022"/>
                <a:gd name="csY5" fmla="*/ 484671 h 783774"/>
                <a:gd name="csX6" fmla="*/ 640935 w 1431022"/>
                <a:gd name="csY6" fmla="*/ 288118 h 783774"/>
                <a:gd name="csX7" fmla="*/ 769122 w 1431022"/>
                <a:gd name="csY7" fmla="*/ 279572 h 783774"/>
                <a:gd name="csX8" fmla="*/ 863126 w 1431022"/>
                <a:gd name="csY8" fmla="*/ 313755 h 783774"/>
                <a:gd name="csX9" fmla="*/ 957129 w 1431022"/>
                <a:gd name="csY9" fmla="*/ 151385 h 783774"/>
                <a:gd name="csX10" fmla="*/ 623843 w 1431022"/>
                <a:gd name="csY10" fmla="*/ 6107 h 783774"/>
                <a:gd name="csX11" fmla="*/ 213645 w 1431022"/>
                <a:gd name="csY11" fmla="*/ 65927 h 783774"/>
                <a:gd name="csX12" fmla="*/ 94004 w 1431022"/>
                <a:gd name="csY12" fmla="*/ 407759 h 783774"/>
                <a:gd name="csX13" fmla="*/ 0 w 1431022"/>
                <a:gd name="csY13" fmla="*/ 783774 h 783774"/>
                <a:gd name="csX0" fmla="*/ 1431022 w 1431022"/>
                <a:gd name="csY0" fmla="*/ 149400 h 783774"/>
                <a:gd name="csX1" fmla="*/ 1354822 w 1431022"/>
                <a:gd name="csY1" fmla="*/ 141378 h 783774"/>
                <a:gd name="csX2" fmla="*/ 1313142 w 1431022"/>
                <a:gd name="csY2" fmla="*/ 331183 h 783774"/>
                <a:gd name="csX3" fmla="*/ 1239141 w 1431022"/>
                <a:gd name="csY3" fmla="*/ 493217 h 783774"/>
                <a:gd name="csX4" fmla="*/ 922946 w 1431022"/>
                <a:gd name="csY4" fmla="*/ 587221 h 783774"/>
                <a:gd name="csX5" fmla="*/ 675118 w 1431022"/>
                <a:gd name="csY5" fmla="*/ 484671 h 783774"/>
                <a:gd name="csX6" fmla="*/ 640935 w 1431022"/>
                <a:gd name="csY6" fmla="*/ 288118 h 783774"/>
                <a:gd name="csX7" fmla="*/ 769122 w 1431022"/>
                <a:gd name="csY7" fmla="*/ 279572 h 783774"/>
                <a:gd name="csX8" fmla="*/ 863126 w 1431022"/>
                <a:gd name="csY8" fmla="*/ 313755 h 783774"/>
                <a:gd name="csX9" fmla="*/ 957129 w 1431022"/>
                <a:gd name="csY9" fmla="*/ 151385 h 783774"/>
                <a:gd name="csX10" fmla="*/ 623843 w 1431022"/>
                <a:gd name="csY10" fmla="*/ 6107 h 783774"/>
                <a:gd name="csX11" fmla="*/ 213645 w 1431022"/>
                <a:gd name="csY11" fmla="*/ 65927 h 783774"/>
                <a:gd name="csX12" fmla="*/ 94004 w 1431022"/>
                <a:gd name="csY12" fmla="*/ 407759 h 783774"/>
                <a:gd name="csX13" fmla="*/ 35359 w 1431022"/>
                <a:gd name="csY13" fmla="*/ 650715 h 783774"/>
                <a:gd name="csX14" fmla="*/ 0 w 1431022"/>
                <a:gd name="csY14" fmla="*/ 783774 h 783774"/>
                <a:gd name="csX0" fmla="*/ 1395663 w 1412441"/>
                <a:gd name="csY0" fmla="*/ 149400 h 775753"/>
                <a:gd name="csX1" fmla="*/ 1319463 w 1412441"/>
                <a:gd name="csY1" fmla="*/ 141378 h 775753"/>
                <a:gd name="csX2" fmla="*/ 1277783 w 1412441"/>
                <a:gd name="csY2" fmla="*/ 331183 h 775753"/>
                <a:gd name="csX3" fmla="*/ 1203782 w 1412441"/>
                <a:gd name="csY3" fmla="*/ 493217 h 775753"/>
                <a:gd name="csX4" fmla="*/ 887587 w 1412441"/>
                <a:gd name="csY4" fmla="*/ 587221 h 775753"/>
                <a:gd name="csX5" fmla="*/ 639759 w 1412441"/>
                <a:gd name="csY5" fmla="*/ 484671 h 775753"/>
                <a:gd name="csX6" fmla="*/ 605576 w 1412441"/>
                <a:gd name="csY6" fmla="*/ 288118 h 775753"/>
                <a:gd name="csX7" fmla="*/ 733763 w 1412441"/>
                <a:gd name="csY7" fmla="*/ 279572 h 775753"/>
                <a:gd name="csX8" fmla="*/ 827767 w 1412441"/>
                <a:gd name="csY8" fmla="*/ 313755 h 775753"/>
                <a:gd name="csX9" fmla="*/ 921770 w 1412441"/>
                <a:gd name="csY9" fmla="*/ 151385 h 775753"/>
                <a:gd name="csX10" fmla="*/ 588484 w 1412441"/>
                <a:gd name="csY10" fmla="*/ 6107 h 775753"/>
                <a:gd name="csX11" fmla="*/ 178286 w 1412441"/>
                <a:gd name="csY11" fmla="*/ 65927 h 775753"/>
                <a:gd name="csX12" fmla="*/ 58645 w 1412441"/>
                <a:gd name="csY12" fmla="*/ 407759 h 775753"/>
                <a:gd name="csX13" fmla="*/ 0 w 1412441"/>
                <a:gd name="csY13" fmla="*/ 650715 h 775753"/>
                <a:gd name="csX14" fmla="*/ 1412441 w 1412441"/>
                <a:gd name="csY14" fmla="*/ 775753 h 775753"/>
                <a:gd name="csX0" fmla="*/ 1403684 w 1420462"/>
                <a:gd name="csY0" fmla="*/ 149400 h 775753"/>
                <a:gd name="csX1" fmla="*/ 1327484 w 1420462"/>
                <a:gd name="csY1" fmla="*/ 141378 h 775753"/>
                <a:gd name="csX2" fmla="*/ 1285804 w 1420462"/>
                <a:gd name="csY2" fmla="*/ 331183 h 775753"/>
                <a:gd name="csX3" fmla="*/ 1211803 w 1420462"/>
                <a:gd name="csY3" fmla="*/ 493217 h 775753"/>
                <a:gd name="csX4" fmla="*/ 895608 w 1420462"/>
                <a:gd name="csY4" fmla="*/ 587221 h 775753"/>
                <a:gd name="csX5" fmla="*/ 647780 w 1420462"/>
                <a:gd name="csY5" fmla="*/ 484671 h 775753"/>
                <a:gd name="csX6" fmla="*/ 613597 w 1420462"/>
                <a:gd name="csY6" fmla="*/ 288118 h 775753"/>
                <a:gd name="csX7" fmla="*/ 741784 w 1420462"/>
                <a:gd name="csY7" fmla="*/ 279572 h 775753"/>
                <a:gd name="csX8" fmla="*/ 835788 w 1420462"/>
                <a:gd name="csY8" fmla="*/ 313755 h 775753"/>
                <a:gd name="csX9" fmla="*/ 929791 w 1420462"/>
                <a:gd name="csY9" fmla="*/ 151385 h 775753"/>
                <a:gd name="csX10" fmla="*/ 596505 w 1420462"/>
                <a:gd name="csY10" fmla="*/ 6107 h 775753"/>
                <a:gd name="csX11" fmla="*/ 186307 w 1420462"/>
                <a:gd name="csY11" fmla="*/ 65927 h 775753"/>
                <a:gd name="csX12" fmla="*/ 66666 w 1420462"/>
                <a:gd name="csY12" fmla="*/ 407759 h 775753"/>
                <a:gd name="csX13" fmla="*/ 0 w 1420462"/>
                <a:gd name="csY13" fmla="*/ 750978 h 775753"/>
                <a:gd name="csX14" fmla="*/ 1420462 w 1420462"/>
                <a:gd name="csY14" fmla="*/ 775753 h 775753"/>
                <a:gd name="csX0" fmla="*/ 1439779 w 1456557"/>
                <a:gd name="csY0" fmla="*/ 149400 h 779051"/>
                <a:gd name="csX1" fmla="*/ 1363579 w 1456557"/>
                <a:gd name="csY1" fmla="*/ 141378 h 779051"/>
                <a:gd name="csX2" fmla="*/ 1321899 w 1456557"/>
                <a:gd name="csY2" fmla="*/ 331183 h 779051"/>
                <a:gd name="csX3" fmla="*/ 1247898 w 1456557"/>
                <a:gd name="csY3" fmla="*/ 493217 h 779051"/>
                <a:gd name="csX4" fmla="*/ 931703 w 1456557"/>
                <a:gd name="csY4" fmla="*/ 587221 h 779051"/>
                <a:gd name="csX5" fmla="*/ 683875 w 1456557"/>
                <a:gd name="csY5" fmla="*/ 484671 h 779051"/>
                <a:gd name="csX6" fmla="*/ 649692 w 1456557"/>
                <a:gd name="csY6" fmla="*/ 288118 h 779051"/>
                <a:gd name="csX7" fmla="*/ 777879 w 1456557"/>
                <a:gd name="csY7" fmla="*/ 279572 h 779051"/>
                <a:gd name="csX8" fmla="*/ 871883 w 1456557"/>
                <a:gd name="csY8" fmla="*/ 313755 h 779051"/>
                <a:gd name="csX9" fmla="*/ 965886 w 1456557"/>
                <a:gd name="csY9" fmla="*/ 151385 h 779051"/>
                <a:gd name="csX10" fmla="*/ 632600 w 1456557"/>
                <a:gd name="csY10" fmla="*/ 6107 h 779051"/>
                <a:gd name="csX11" fmla="*/ 222402 w 1456557"/>
                <a:gd name="csY11" fmla="*/ 65927 h 779051"/>
                <a:gd name="csX12" fmla="*/ 102761 w 1456557"/>
                <a:gd name="csY12" fmla="*/ 407759 h 779051"/>
                <a:gd name="csX13" fmla="*/ 0 w 1456557"/>
                <a:gd name="csY13" fmla="*/ 779051 h 779051"/>
                <a:gd name="csX14" fmla="*/ 1456557 w 1456557"/>
                <a:gd name="csY14" fmla="*/ 775753 h 779051"/>
                <a:gd name="csX0" fmla="*/ 1439779 w 1456557"/>
                <a:gd name="csY0" fmla="*/ 149400 h 779051"/>
                <a:gd name="csX1" fmla="*/ 1363579 w 1456557"/>
                <a:gd name="csY1" fmla="*/ 141378 h 779051"/>
                <a:gd name="csX2" fmla="*/ 1321899 w 1456557"/>
                <a:gd name="csY2" fmla="*/ 331183 h 779051"/>
                <a:gd name="csX3" fmla="*/ 1247898 w 1456557"/>
                <a:gd name="csY3" fmla="*/ 493217 h 779051"/>
                <a:gd name="csX4" fmla="*/ 931703 w 1456557"/>
                <a:gd name="csY4" fmla="*/ 587221 h 779051"/>
                <a:gd name="csX5" fmla="*/ 683875 w 1456557"/>
                <a:gd name="csY5" fmla="*/ 484671 h 779051"/>
                <a:gd name="csX6" fmla="*/ 649692 w 1456557"/>
                <a:gd name="csY6" fmla="*/ 288118 h 779051"/>
                <a:gd name="csX7" fmla="*/ 777879 w 1456557"/>
                <a:gd name="csY7" fmla="*/ 279572 h 779051"/>
                <a:gd name="csX8" fmla="*/ 871883 w 1456557"/>
                <a:gd name="csY8" fmla="*/ 313755 h 779051"/>
                <a:gd name="csX9" fmla="*/ 965886 w 1456557"/>
                <a:gd name="csY9" fmla="*/ 151385 h 779051"/>
                <a:gd name="csX10" fmla="*/ 632600 w 1456557"/>
                <a:gd name="csY10" fmla="*/ 6107 h 779051"/>
                <a:gd name="csX11" fmla="*/ 222402 w 1456557"/>
                <a:gd name="csY11" fmla="*/ 65927 h 779051"/>
                <a:gd name="csX12" fmla="*/ 102761 w 1456557"/>
                <a:gd name="csY12" fmla="*/ 407759 h 779051"/>
                <a:gd name="csX13" fmla="*/ 0 w 1456557"/>
                <a:gd name="csY13" fmla="*/ 779051 h 779051"/>
                <a:gd name="csX14" fmla="*/ 1456557 w 1456557"/>
                <a:gd name="csY14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622178 w 1481166"/>
                <a:gd name="csY14" fmla="*/ 775042 h 779051"/>
                <a:gd name="csX15" fmla="*/ 1481166 w 1481166"/>
                <a:gd name="csY15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1481166 w 1481166"/>
                <a:gd name="csY15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90884 w 1481166"/>
                <a:gd name="csY15" fmla="*/ 763010 h 779051"/>
                <a:gd name="csX16" fmla="*/ 1481166 w 1481166"/>
                <a:gd name="csY16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481166 w 1481166"/>
                <a:gd name="csY16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199694 w 1481166"/>
                <a:gd name="csY16" fmla="*/ 750979 h 779051"/>
                <a:gd name="csX17" fmla="*/ 1481166 w 1481166"/>
                <a:gd name="csY17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239800 w 1481166"/>
                <a:gd name="csY16" fmla="*/ 706863 h 779051"/>
                <a:gd name="csX17" fmla="*/ 1481166 w 1481166"/>
                <a:gd name="csY17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239800 w 1481166"/>
                <a:gd name="csY16" fmla="*/ 706863 h 779051"/>
                <a:gd name="csX17" fmla="*/ 1384178 w 1481166"/>
                <a:gd name="csY17" fmla="*/ 742958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54989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54989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54989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44444 w 1461222"/>
                <a:gd name="csY0" fmla="*/ 149400 h 779051"/>
                <a:gd name="csX1" fmla="*/ 1368244 w 1461222"/>
                <a:gd name="csY1" fmla="*/ 141378 h 779051"/>
                <a:gd name="csX2" fmla="*/ 1326564 w 1461222"/>
                <a:gd name="csY2" fmla="*/ 331183 h 779051"/>
                <a:gd name="csX3" fmla="*/ 1252563 w 1461222"/>
                <a:gd name="csY3" fmla="*/ 493217 h 779051"/>
                <a:gd name="csX4" fmla="*/ 936368 w 1461222"/>
                <a:gd name="csY4" fmla="*/ 587221 h 779051"/>
                <a:gd name="csX5" fmla="*/ 688540 w 1461222"/>
                <a:gd name="csY5" fmla="*/ 484671 h 779051"/>
                <a:gd name="csX6" fmla="*/ 654357 w 1461222"/>
                <a:gd name="csY6" fmla="*/ 288118 h 779051"/>
                <a:gd name="csX7" fmla="*/ 782544 w 1461222"/>
                <a:gd name="csY7" fmla="*/ 279572 h 779051"/>
                <a:gd name="csX8" fmla="*/ 876548 w 1461222"/>
                <a:gd name="csY8" fmla="*/ 313755 h 779051"/>
                <a:gd name="csX9" fmla="*/ 970551 w 1461222"/>
                <a:gd name="csY9" fmla="*/ 151385 h 779051"/>
                <a:gd name="csX10" fmla="*/ 637265 w 1461222"/>
                <a:gd name="csY10" fmla="*/ 6107 h 779051"/>
                <a:gd name="csX11" fmla="*/ 227067 w 1461222"/>
                <a:gd name="csY11" fmla="*/ 65927 h 779051"/>
                <a:gd name="csX12" fmla="*/ 107426 w 1461222"/>
                <a:gd name="csY12" fmla="*/ 407759 h 779051"/>
                <a:gd name="csX13" fmla="*/ 4665 w 1461222"/>
                <a:gd name="csY13" fmla="*/ 779051 h 779051"/>
                <a:gd name="csX14" fmla="*/ 325508 w 1461222"/>
                <a:gd name="csY14" fmla="*/ 754990 h 779051"/>
                <a:gd name="csX15" fmla="*/ 846877 w 1461222"/>
                <a:gd name="csY15" fmla="*/ 754989 h 779051"/>
                <a:gd name="csX16" fmla="*/ 1219856 w 1461222"/>
                <a:gd name="csY16" fmla="*/ 706863 h 779051"/>
                <a:gd name="csX17" fmla="*/ 1324129 w 1461222"/>
                <a:gd name="csY17" fmla="*/ 767021 h 779051"/>
                <a:gd name="csX18" fmla="*/ 1461222 w 1461222"/>
                <a:gd name="csY18" fmla="*/ 775753 h 779051"/>
                <a:gd name="csX0" fmla="*/ 1444444 w 1461222"/>
                <a:gd name="csY0" fmla="*/ 149400 h 779051"/>
                <a:gd name="csX1" fmla="*/ 1316107 w 1461222"/>
                <a:gd name="csY1" fmla="*/ 157420 h 779051"/>
                <a:gd name="csX2" fmla="*/ 1326564 w 1461222"/>
                <a:gd name="csY2" fmla="*/ 331183 h 779051"/>
                <a:gd name="csX3" fmla="*/ 1252563 w 1461222"/>
                <a:gd name="csY3" fmla="*/ 493217 h 779051"/>
                <a:gd name="csX4" fmla="*/ 936368 w 1461222"/>
                <a:gd name="csY4" fmla="*/ 587221 h 779051"/>
                <a:gd name="csX5" fmla="*/ 688540 w 1461222"/>
                <a:gd name="csY5" fmla="*/ 484671 h 779051"/>
                <a:gd name="csX6" fmla="*/ 654357 w 1461222"/>
                <a:gd name="csY6" fmla="*/ 288118 h 779051"/>
                <a:gd name="csX7" fmla="*/ 782544 w 1461222"/>
                <a:gd name="csY7" fmla="*/ 279572 h 779051"/>
                <a:gd name="csX8" fmla="*/ 876548 w 1461222"/>
                <a:gd name="csY8" fmla="*/ 313755 h 779051"/>
                <a:gd name="csX9" fmla="*/ 970551 w 1461222"/>
                <a:gd name="csY9" fmla="*/ 151385 h 779051"/>
                <a:gd name="csX10" fmla="*/ 637265 w 1461222"/>
                <a:gd name="csY10" fmla="*/ 6107 h 779051"/>
                <a:gd name="csX11" fmla="*/ 227067 w 1461222"/>
                <a:gd name="csY11" fmla="*/ 65927 h 779051"/>
                <a:gd name="csX12" fmla="*/ 107426 w 1461222"/>
                <a:gd name="csY12" fmla="*/ 407759 h 779051"/>
                <a:gd name="csX13" fmla="*/ 4665 w 1461222"/>
                <a:gd name="csY13" fmla="*/ 779051 h 779051"/>
                <a:gd name="csX14" fmla="*/ 325508 w 1461222"/>
                <a:gd name="csY14" fmla="*/ 754990 h 779051"/>
                <a:gd name="csX15" fmla="*/ 846877 w 1461222"/>
                <a:gd name="csY15" fmla="*/ 754989 h 779051"/>
                <a:gd name="csX16" fmla="*/ 1219856 w 1461222"/>
                <a:gd name="csY16" fmla="*/ 706863 h 779051"/>
                <a:gd name="csX17" fmla="*/ 1324129 w 1461222"/>
                <a:gd name="csY17" fmla="*/ 767021 h 779051"/>
                <a:gd name="csX18" fmla="*/ 1461222 w 1461222"/>
                <a:gd name="csY18" fmla="*/ 775753 h 779051"/>
                <a:gd name="csX0" fmla="*/ 1444444 w 1461222"/>
                <a:gd name="csY0" fmla="*/ 149400 h 779051"/>
                <a:gd name="csX1" fmla="*/ 1356212 w 1461222"/>
                <a:gd name="csY1" fmla="*/ 141378 h 779051"/>
                <a:gd name="csX2" fmla="*/ 1326564 w 1461222"/>
                <a:gd name="csY2" fmla="*/ 331183 h 779051"/>
                <a:gd name="csX3" fmla="*/ 1252563 w 1461222"/>
                <a:gd name="csY3" fmla="*/ 493217 h 779051"/>
                <a:gd name="csX4" fmla="*/ 936368 w 1461222"/>
                <a:gd name="csY4" fmla="*/ 587221 h 779051"/>
                <a:gd name="csX5" fmla="*/ 688540 w 1461222"/>
                <a:gd name="csY5" fmla="*/ 484671 h 779051"/>
                <a:gd name="csX6" fmla="*/ 654357 w 1461222"/>
                <a:gd name="csY6" fmla="*/ 288118 h 779051"/>
                <a:gd name="csX7" fmla="*/ 782544 w 1461222"/>
                <a:gd name="csY7" fmla="*/ 279572 h 779051"/>
                <a:gd name="csX8" fmla="*/ 876548 w 1461222"/>
                <a:gd name="csY8" fmla="*/ 313755 h 779051"/>
                <a:gd name="csX9" fmla="*/ 970551 w 1461222"/>
                <a:gd name="csY9" fmla="*/ 151385 h 779051"/>
                <a:gd name="csX10" fmla="*/ 637265 w 1461222"/>
                <a:gd name="csY10" fmla="*/ 6107 h 779051"/>
                <a:gd name="csX11" fmla="*/ 227067 w 1461222"/>
                <a:gd name="csY11" fmla="*/ 65927 h 779051"/>
                <a:gd name="csX12" fmla="*/ 107426 w 1461222"/>
                <a:gd name="csY12" fmla="*/ 407759 h 779051"/>
                <a:gd name="csX13" fmla="*/ 4665 w 1461222"/>
                <a:gd name="csY13" fmla="*/ 779051 h 779051"/>
                <a:gd name="csX14" fmla="*/ 325508 w 1461222"/>
                <a:gd name="csY14" fmla="*/ 754990 h 779051"/>
                <a:gd name="csX15" fmla="*/ 846877 w 1461222"/>
                <a:gd name="csY15" fmla="*/ 754989 h 779051"/>
                <a:gd name="csX16" fmla="*/ 1219856 w 1461222"/>
                <a:gd name="csY16" fmla="*/ 706863 h 779051"/>
                <a:gd name="csX17" fmla="*/ 1324129 w 1461222"/>
                <a:gd name="csY17" fmla="*/ 767021 h 779051"/>
                <a:gd name="csX18" fmla="*/ 1461222 w 1461222"/>
                <a:gd name="csY18" fmla="*/ 775753 h 779051"/>
                <a:gd name="csX0" fmla="*/ 1444444 w 1461222"/>
                <a:gd name="csY0" fmla="*/ 149400 h 779051"/>
                <a:gd name="csX1" fmla="*/ 1356212 w 1461222"/>
                <a:gd name="csY1" fmla="*/ 141378 h 779051"/>
                <a:gd name="csX2" fmla="*/ 1326564 w 1461222"/>
                <a:gd name="csY2" fmla="*/ 331183 h 779051"/>
                <a:gd name="csX3" fmla="*/ 1252563 w 1461222"/>
                <a:gd name="csY3" fmla="*/ 493217 h 779051"/>
                <a:gd name="csX4" fmla="*/ 936368 w 1461222"/>
                <a:gd name="csY4" fmla="*/ 587221 h 779051"/>
                <a:gd name="csX5" fmla="*/ 688540 w 1461222"/>
                <a:gd name="csY5" fmla="*/ 484671 h 779051"/>
                <a:gd name="csX6" fmla="*/ 654357 w 1461222"/>
                <a:gd name="csY6" fmla="*/ 288118 h 779051"/>
                <a:gd name="csX7" fmla="*/ 782544 w 1461222"/>
                <a:gd name="csY7" fmla="*/ 279572 h 779051"/>
                <a:gd name="csX8" fmla="*/ 876548 w 1461222"/>
                <a:gd name="csY8" fmla="*/ 313755 h 779051"/>
                <a:gd name="csX9" fmla="*/ 970551 w 1461222"/>
                <a:gd name="csY9" fmla="*/ 151385 h 779051"/>
                <a:gd name="csX10" fmla="*/ 637265 w 1461222"/>
                <a:gd name="csY10" fmla="*/ 6107 h 779051"/>
                <a:gd name="csX11" fmla="*/ 227067 w 1461222"/>
                <a:gd name="csY11" fmla="*/ 65927 h 779051"/>
                <a:gd name="csX12" fmla="*/ 107426 w 1461222"/>
                <a:gd name="csY12" fmla="*/ 407759 h 779051"/>
                <a:gd name="csX13" fmla="*/ 4665 w 1461222"/>
                <a:gd name="csY13" fmla="*/ 779051 h 779051"/>
                <a:gd name="csX14" fmla="*/ 325508 w 1461222"/>
                <a:gd name="csY14" fmla="*/ 754990 h 779051"/>
                <a:gd name="csX15" fmla="*/ 846877 w 1461222"/>
                <a:gd name="csY15" fmla="*/ 754989 h 779051"/>
                <a:gd name="csX16" fmla="*/ 1219856 w 1461222"/>
                <a:gd name="csY16" fmla="*/ 706863 h 779051"/>
                <a:gd name="csX17" fmla="*/ 1324129 w 1461222"/>
                <a:gd name="csY17" fmla="*/ 767021 h 779051"/>
                <a:gd name="csX18" fmla="*/ 1461222 w 1461222"/>
                <a:gd name="csY18" fmla="*/ 775753 h 779051"/>
                <a:gd name="csX0" fmla="*/ 1452466 w 1461222"/>
                <a:gd name="csY0" fmla="*/ 141379 h 779051"/>
                <a:gd name="csX1" fmla="*/ 1356212 w 1461222"/>
                <a:gd name="csY1" fmla="*/ 141378 h 779051"/>
                <a:gd name="csX2" fmla="*/ 1326564 w 1461222"/>
                <a:gd name="csY2" fmla="*/ 331183 h 779051"/>
                <a:gd name="csX3" fmla="*/ 1252563 w 1461222"/>
                <a:gd name="csY3" fmla="*/ 493217 h 779051"/>
                <a:gd name="csX4" fmla="*/ 936368 w 1461222"/>
                <a:gd name="csY4" fmla="*/ 587221 h 779051"/>
                <a:gd name="csX5" fmla="*/ 688540 w 1461222"/>
                <a:gd name="csY5" fmla="*/ 484671 h 779051"/>
                <a:gd name="csX6" fmla="*/ 654357 w 1461222"/>
                <a:gd name="csY6" fmla="*/ 288118 h 779051"/>
                <a:gd name="csX7" fmla="*/ 782544 w 1461222"/>
                <a:gd name="csY7" fmla="*/ 279572 h 779051"/>
                <a:gd name="csX8" fmla="*/ 876548 w 1461222"/>
                <a:gd name="csY8" fmla="*/ 313755 h 779051"/>
                <a:gd name="csX9" fmla="*/ 970551 w 1461222"/>
                <a:gd name="csY9" fmla="*/ 151385 h 779051"/>
                <a:gd name="csX10" fmla="*/ 637265 w 1461222"/>
                <a:gd name="csY10" fmla="*/ 6107 h 779051"/>
                <a:gd name="csX11" fmla="*/ 227067 w 1461222"/>
                <a:gd name="csY11" fmla="*/ 65927 h 779051"/>
                <a:gd name="csX12" fmla="*/ 107426 w 1461222"/>
                <a:gd name="csY12" fmla="*/ 407759 h 779051"/>
                <a:gd name="csX13" fmla="*/ 4665 w 1461222"/>
                <a:gd name="csY13" fmla="*/ 779051 h 779051"/>
                <a:gd name="csX14" fmla="*/ 325508 w 1461222"/>
                <a:gd name="csY14" fmla="*/ 754990 h 779051"/>
                <a:gd name="csX15" fmla="*/ 846877 w 1461222"/>
                <a:gd name="csY15" fmla="*/ 754989 h 779051"/>
                <a:gd name="csX16" fmla="*/ 1219856 w 1461222"/>
                <a:gd name="csY16" fmla="*/ 706863 h 779051"/>
                <a:gd name="csX17" fmla="*/ 1324129 w 1461222"/>
                <a:gd name="csY17" fmla="*/ 767021 h 779051"/>
                <a:gd name="csX18" fmla="*/ 1461222 w 1461222"/>
                <a:gd name="csY18" fmla="*/ 775753 h 779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461222" h="779051">
                  <a:moveTo>
                    <a:pt x="1452466" y="141379"/>
                  </a:moveTo>
                  <a:cubicBezTo>
                    <a:pt x="1402893" y="145059"/>
                    <a:pt x="1367169" y="141160"/>
                    <a:pt x="1356212" y="141378"/>
                  </a:cubicBezTo>
                  <a:cubicBezTo>
                    <a:pt x="1345255" y="141596"/>
                    <a:pt x="1359213" y="273880"/>
                    <a:pt x="1326564" y="331183"/>
                  </a:cubicBezTo>
                  <a:cubicBezTo>
                    <a:pt x="1293915" y="388486"/>
                    <a:pt x="1317596" y="450544"/>
                    <a:pt x="1252563" y="493217"/>
                  </a:cubicBezTo>
                  <a:cubicBezTo>
                    <a:pt x="1187530" y="535890"/>
                    <a:pt x="1030372" y="588645"/>
                    <a:pt x="936368" y="587221"/>
                  </a:cubicBezTo>
                  <a:cubicBezTo>
                    <a:pt x="842364" y="585797"/>
                    <a:pt x="735542" y="534521"/>
                    <a:pt x="688540" y="484671"/>
                  </a:cubicBezTo>
                  <a:cubicBezTo>
                    <a:pt x="641538" y="434821"/>
                    <a:pt x="638690" y="322301"/>
                    <a:pt x="654357" y="288118"/>
                  </a:cubicBezTo>
                  <a:cubicBezTo>
                    <a:pt x="670024" y="253935"/>
                    <a:pt x="745512" y="275299"/>
                    <a:pt x="782544" y="279572"/>
                  </a:cubicBezTo>
                  <a:lnTo>
                    <a:pt x="876548" y="313755"/>
                  </a:lnTo>
                  <a:cubicBezTo>
                    <a:pt x="907882" y="292391"/>
                    <a:pt x="1010431" y="202660"/>
                    <a:pt x="970551" y="151385"/>
                  </a:cubicBezTo>
                  <a:cubicBezTo>
                    <a:pt x="930671" y="100110"/>
                    <a:pt x="761179" y="20350"/>
                    <a:pt x="637265" y="6107"/>
                  </a:cubicBezTo>
                  <a:cubicBezTo>
                    <a:pt x="513351" y="-8136"/>
                    <a:pt x="315373" y="-1015"/>
                    <a:pt x="227067" y="65927"/>
                  </a:cubicBezTo>
                  <a:cubicBezTo>
                    <a:pt x="138761" y="132869"/>
                    <a:pt x="144493" y="288905"/>
                    <a:pt x="107426" y="407759"/>
                  </a:cubicBezTo>
                  <a:cubicBezTo>
                    <a:pt x="70359" y="526613"/>
                    <a:pt x="-21656" y="673722"/>
                    <a:pt x="4665" y="779051"/>
                  </a:cubicBezTo>
                  <a:lnTo>
                    <a:pt x="325508" y="754990"/>
                  </a:lnTo>
                  <a:cubicBezTo>
                    <a:pt x="432456" y="746970"/>
                    <a:pt x="697819" y="763010"/>
                    <a:pt x="846877" y="754989"/>
                  </a:cubicBezTo>
                  <a:cubicBezTo>
                    <a:pt x="995935" y="746968"/>
                    <a:pt x="1140314" y="704858"/>
                    <a:pt x="1219856" y="706863"/>
                  </a:cubicBezTo>
                  <a:cubicBezTo>
                    <a:pt x="1299398" y="708868"/>
                    <a:pt x="1283901" y="755539"/>
                    <a:pt x="1324129" y="767021"/>
                  </a:cubicBezTo>
                  <a:cubicBezTo>
                    <a:pt x="1364357" y="778503"/>
                    <a:pt x="1415524" y="772842"/>
                    <a:pt x="1461222" y="775753"/>
                  </a:cubicBezTo>
                </a:path>
              </a:pathLst>
            </a:custGeom>
            <a:solidFill>
              <a:schemeClr val="accent6">
                <a:lumMod val="75000"/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D25CC7D-2374-1692-C222-C04A8F47CF3F}"/>
                </a:ext>
              </a:extLst>
            </p:cNvPr>
            <p:cNvSpPr/>
            <p:nvPr/>
          </p:nvSpPr>
          <p:spPr>
            <a:xfrm>
              <a:off x="2076628" y="717847"/>
              <a:ext cx="1213503" cy="191395"/>
            </a:xfrm>
            <a:custGeom>
              <a:avLst/>
              <a:gdLst>
                <a:gd name="csX0" fmla="*/ 0 w 1213503"/>
                <a:gd name="csY0" fmla="*/ 0 h 188007"/>
                <a:gd name="csX1" fmla="*/ 316194 w 1213503"/>
                <a:gd name="csY1" fmla="*/ 188007 h 188007"/>
                <a:gd name="csX2" fmla="*/ 931492 w 1213503"/>
                <a:gd name="csY2" fmla="*/ 128187 h 188007"/>
                <a:gd name="csX3" fmla="*/ 1213503 w 1213503"/>
                <a:gd name="csY3" fmla="*/ 145278 h 188007"/>
                <a:gd name="csX0" fmla="*/ 0 w 1213503"/>
                <a:gd name="csY0" fmla="*/ 0 h 191862"/>
                <a:gd name="csX1" fmla="*/ 316194 w 1213503"/>
                <a:gd name="csY1" fmla="*/ 188007 h 191862"/>
                <a:gd name="csX2" fmla="*/ 931492 w 1213503"/>
                <a:gd name="csY2" fmla="*/ 128187 h 191862"/>
                <a:gd name="csX3" fmla="*/ 1213503 w 1213503"/>
                <a:gd name="csY3" fmla="*/ 145278 h 191862"/>
                <a:gd name="csX0" fmla="*/ 0 w 1213503"/>
                <a:gd name="csY0" fmla="*/ 0 h 191395"/>
                <a:gd name="csX1" fmla="*/ 316194 w 1213503"/>
                <a:gd name="csY1" fmla="*/ 188007 h 191395"/>
                <a:gd name="csX2" fmla="*/ 931492 w 1213503"/>
                <a:gd name="csY2" fmla="*/ 128187 h 191395"/>
                <a:gd name="csX3" fmla="*/ 1213503 w 1213503"/>
                <a:gd name="csY3" fmla="*/ 145278 h 191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13503" h="191395">
                  <a:moveTo>
                    <a:pt x="0" y="0"/>
                  </a:moveTo>
                  <a:cubicBezTo>
                    <a:pt x="105398" y="62669"/>
                    <a:pt x="160945" y="166643"/>
                    <a:pt x="316194" y="188007"/>
                  </a:cubicBezTo>
                  <a:cubicBezTo>
                    <a:pt x="471443" y="209371"/>
                    <a:pt x="837488" y="122490"/>
                    <a:pt x="931492" y="128187"/>
                  </a:cubicBezTo>
                  <a:lnTo>
                    <a:pt x="1213503" y="145278"/>
                  </a:lnTo>
                </a:path>
              </a:pathLst>
            </a:custGeom>
            <a:noFill/>
            <a:ln w="317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B5EBB2F-88F7-DB1A-7244-A94D9FADE49D}"/>
                </a:ext>
              </a:extLst>
            </p:cNvPr>
            <p:cNvSpPr/>
            <p:nvPr/>
          </p:nvSpPr>
          <p:spPr>
            <a:xfrm flipH="1">
              <a:off x="694127" y="692620"/>
              <a:ext cx="1213503" cy="191395"/>
            </a:xfrm>
            <a:custGeom>
              <a:avLst/>
              <a:gdLst>
                <a:gd name="csX0" fmla="*/ 0 w 1213503"/>
                <a:gd name="csY0" fmla="*/ 0 h 188007"/>
                <a:gd name="csX1" fmla="*/ 316194 w 1213503"/>
                <a:gd name="csY1" fmla="*/ 188007 h 188007"/>
                <a:gd name="csX2" fmla="*/ 931492 w 1213503"/>
                <a:gd name="csY2" fmla="*/ 128187 h 188007"/>
                <a:gd name="csX3" fmla="*/ 1213503 w 1213503"/>
                <a:gd name="csY3" fmla="*/ 145278 h 188007"/>
                <a:gd name="csX0" fmla="*/ 0 w 1213503"/>
                <a:gd name="csY0" fmla="*/ 0 h 191862"/>
                <a:gd name="csX1" fmla="*/ 316194 w 1213503"/>
                <a:gd name="csY1" fmla="*/ 188007 h 191862"/>
                <a:gd name="csX2" fmla="*/ 931492 w 1213503"/>
                <a:gd name="csY2" fmla="*/ 128187 h 191862"/>
                <a:gd name="csX3" fmla="*/ 1213503 w 1213503"/>
                <a:gd name="csY3" fmla="*/ 145278 h 191862"/>
                <a:gd name="csX0" fmla="*/ 0 w 1213503"/>
                <a:gd name="csY0" fmla="*/ 0 h 191395"/>
                <a:gd name="csX1" fmla="*/ 316194 w 1213503"/>
                <a:gd name="csY1" fmla="*/ 188007 h 191395"/>
                <a:gd name="csX2" fmla="*/ 931492 w 1213503"/>
                <a:gd name="csY2" fmla="*/ 128187 h 191395"/>
                <a:gd name="csX3" fmla="*/ 1213503 w 1213503"/>
                <a:gd name="csY3" fmla="*/ 145278 h 191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13503" h="191395">
                  <a:moveTo>
                    <a:pt x="0" y="0"/>
                  </a:moveTo>
                  <a:cubicBezTo>
                    <a:pt x="105398" y="62669"/>
                    <a:pt x="160945" y="166643"/>
                    <a:pt x="316194" y="188007"/>
                  </a:cubicBezTo>
                  <a:cubicBezTo>
                    <a:pt x="471443" y="209371"/>
                    <a:pt x="837488" y="122490"/>
                    <a:pt x="931492" y="128187"/>
                  </a:cubicBezTo>
                  <a:lnTo>
                    <a:pt x="1213503" y="145278"/>
                  </a:lnTo>
                </a:path>
              </a:pathLst>
            </a:custGeom>
            <a:noFill/>
            <a:ln w="317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40F81BA-7B35-93A1-D90E-283763A2AEE4}"/>
                </a:ext>
              </a:extLst>
            </p:cNvPr>
            <p:cNvSpPr/>
            <p:nvPr/>
          </p:nvSpPr>
          <p:spPr>
            <a:xfrm>
              <a:off x="6247746" y="-27480"/>
              <a:ext cx="1991170" cy="1040361"/>
            </a:xfrm>
            <a:custGeom>
              <a:avLst/>
              <a:gdLst>
                <a:gd name="csX0" fmla="*/ 1726250 w 1991170"/>
                <a:gd name="csY0" fmla="*/ 0 h 974221"/>
                <a:gd name="csX1" fmla="*/ 1264777 w 1991170"/>
                <a:gd name="csY1" fmla="*/ 538385 h 974221"/>
                <a:gd name="csX2" fmla="*/ 555476 w 1991170"/>
                <a:gd name="csY2" fmla="*/ 769121 h 974221"/>
                <a:gd name="csX3" fmla="*/ 0 w 1991170"/>
                <a:gd name="csY3" fmla="*/ 777667 h 974221"/>
                <a:gd name="csX4" fmla="*/ 8545 w 1991170"/>
                <a:gd name="csY4" fmla="*/ 974221 h 974221"/>
                <a:gd name="csX5" fmla="*/ 572568 w 1991170"/>
                <a:gd name="csY5" fmla="*/ 965675 h 974221"/>
                <a:gd name="csX6" fmla="*/ 1401510 w 1991170"/>
                <a:gd name="csY6" fmla="*/ 700755 h 974221"/>
                <a:gd name="csX7" fmla="*/ 1991170 w 1991170"/>
                <a:gd name="csY7" fmla="*/ 8546 h 974221"/>
                <a:gd name="csX0" fmla="*/ 1726250 w 1991170"/>
                <a:gd name="csY0" fmla="*/ 0 h 974221"/>
                <a:gd name="csX1" fmla="*/ 1264777 w 1991170"/>
                <a:gd name="csY1" fmla="*/ 538385 h 974221"/>
                <a:gd name="csX2" fmla="*/ 555476 w 1991170"/>
                <a:gd name="csY2" fmla="*/ 769121 h 974221"/>
                <a:gd name="csX3" fmla="*/ 0 w 1991170"/>
                <a:gd name="csY3" fmla="*/ 777667 h 974221"/>
                <a:gd name="csX4" fmla="*/ 8545 w 1991170"/>
                <a:gd name="csY4" fmla="*/ 974221 h 974221"/>
                <a:gd name="csX5" fmla="*/ 572568 w 1991170"/>
                <a:gd name="csY5" fmla="*/ 965675 h 974221"/>
                <a:gd name="csX6" fmla="*/ 1401510 w 1991170"/>
                <a:gd name="csY6" fmla="*/ 700755 h 974221"/>
                <a:gd name="csX7" fmla="*/ 1991170 w 1991170"/>
                <a:gd name="csY7" fmla="*/ 8546 h 974221"/>
                <a:gd name="csX0" fmla="*/ 1726250 w 1991170"/>
                <a:gd name="csY0" fmla="*/ 0 h 974221"/>
                <a:gd name="csX1" fmla="*/ 1264777 w 1991170"/>
                <a:gd name="csY1" fmla="*/ 538385 h 974221"/>
                <a:gd name="csX2" fmla="*/ 555476 w 1991170"/>
                <a:gd name="csY2" fmla="*/ 769121 h 974221"/>
                <a:gd name="csX3" fmla="*/ 0 w 1991170"/>
                <a:gd name="csY3" fmla="*/ 777667 h 974221"/>
                <a:gd name="csX4" fmla="*/ 8545 w 1991170"/>
                <a:gd name="csY4" fmla="*/ 974221 h 974221"/>
                <a:gd name="csX5" fmla="*/ 572568 w 1991170"/>
                <a:gd name="csY5" fmla="*/ 965675 h 974221"/>
                <a:gd name="csX6" fmla="*/ 1401510 w 1991170"/>
                <a:gd name="csY6" fmla="*/ 700755 h 974221"/>
                <a:gd name="csX7" fmla="*/ 1991170 w 1991170"/>
                <a:gd name="csY7" fmla="*/ 8546 h 974221"/>
                <a:gd name="csX0" fmla="*/ 1726250 w 1991170"/>
                <a:gd name="csY0" fmla="*/ 0 h 974221"/>
                <a:gd name="csX1" fmla="*/ 1264777 w 1991170"/>
                <a:gd name="csY1" fmla="*/ 538385 h 974221"/>
                <a:gd name="csX2" fmla="*/ 555476 w 1991170"/>
                <a:gd name="csY2" fmla="*/ 769121 h 974221"/>
                <a:gd name="csX3" fmla="*/ 0 w 1991170"/>
                <a:gd name="csY3" fmla="*/ 777667 h 974221"/>
                <a:gd name="csX4" fmla="*/ 8545 w 1991170"/>
                <a:gd name="csY4" fmla="*/ 974221 h 974221"/>
                <a:gd name="csX5" fmla="*/ 572568 w 1991170"/>
                <a:gd name="csY5" fmla="*/ 965675 h 974221"/>
                <a:gd name="csX6" fmla="*/ 1401510 w 1991170"/>
                <a:gd name="csY6" fmla="*/ 700755 h 974221"/>
                <a:gd name="csX7" fmla="*/ 1991170 w 1991170"/>
                <a:gd name="csY7" fmla="*/ 8546 h 974221"/>
                <a:gd name="csX0" fmla="*/ 1726250 w 1991170"/>
                <a:gd name="csY0" fmla="*/ 0 h 998800"/>
                <a:gd name="csX1" fmla="*/ 1264777 w 1991170"/>
                <a:gd name="csY1" fmla="*/ 538385 h 998800"/>
                <a:gd name="csX2" fmla="*/ 555476 w 1991170"/>
                <a:gd name="csY2" fmla="*/ 769121 h 998800"/>
                <a:gd name="csX3" fmla="*/ 0 w 1991170"/>
                <a:gd name="csY3" fmla="*/ 777667 h 998800"/>
                <a:gd name="csX4" fmla="*/ 8545 w 1991170"/>
                <a:gd name="csY4" fmla="*/ 974221 h 998800"/>
                <a:gd name="csX5" fmla="*/ 572568 w 1991170"/>
                <a:gd name="csY5" fmla="*/ 965675 h 998800"/>
                <a:gd name="csX6" fmla="*/ 1401510 w 1991170"/>
                <a:gd name="csY6" fmla="*/ 700755 h 998800"/>
                <a:gd name="csX7" fmla="*/ 1991170 w 1991170"/>
                <a:gd name="csY7" fmla="*/ 8546 h 998800"/>
                <a:gd name="csX0" fmla="*/ 1726250 w 1991170"/>
                <a:gd name="csY0" fmla="*/ 0 h 987662"/>
                <a:gd name="csX1" fmla="*/ 1264777 w 1991170"/>
                <a:gd name="csY1" fmla="*/ 538385 h 987662"/>
                <a:gd name="csX2" fmla="*/ 555476 w 1991170"/>
                <a:gd name="csY2" fmla="*/ 769121 h 987662"/>
                <a:gd name="csX3" fmla="*/ 0 w 1991170"/>
                <a:gd name="csY3" fmla="*/ 777667 h 987662"/>
                <a:gd name="csX4" fmla="*/ 8545 w 1991170"/>
                <a:gd name="csY4" fmla="*/ 974221 h 987662"/>
                <a:gd name="csX5" fmla="*/ 572568 w 1991170"/>
                <a:gd name="csY5" fmla="*/ 965675 h 987662"/>
                <a:gd name="csX6" fmla="*/ 1401510 w 1991170"/>
                <a:gd name="csY6" fmla="*/ 700755 h 987662"/>
                <a:gd name="csX7" fmla="*/ 1991170 w 1991170"/>
                <a:gd name="csY7" fmla="*/ 8546 h 987662"/>
                <a:gd name="csX0" fmla="*/ 1726250 w 1991170"/>
                <a:gd name="csY0" fmla="*/ 0 h 974221"/>
                <a:gd name="csX1" fmla="*/ 1264777 w 1991170"/>
                <a:gd name="csY1" fmla="*/ 538385 h 974221"/>
                <a:gd name="csX2" fmla="*/ 555476 w 1991170"/>
                <a:gd name="csY2" fmla="*/ 769121 h 974221"/>
                <a:gd name="csX3" fmla="*/ 0 w 1991170"/>
                <a:gd name="csY3" fmla="*/ 777667 h 974221"/>
                <a:gd name="csX4" fmla="*/ 8545 w 1991170"/>
                <a:gd name="csY4" fmla="*/ 974221 h 974221"/>
                <a:gd name="csX5" fmla="*/ 572568 w 1991170"/>
                <a:gd name="csY5" fmla="*/ 965675 h 974221"/>
                <a:gd name="csX6" fmla="*/ 1401510 w 1991170"/>
                <a:gd name="csY6" fmla="*/ 700755 h 974221"/>
                <a:gd name="csX7" fmla="*/ 1991170 w 1991170"/>
                <a:gd name="csY7" fmla="*/ 8546 h 974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991170" h="974221">
                  <a:moveTo>
                    <a:pt x="1726250" y="0"/>
                  </a:moveTo>
                  <a:cubicBezTo>
                    <a:pt x="1572426" y="179462"/>
                    <a:pt x="1459906" y="410198"/>
                    <a:pt x="1264777" y="538385"/>
                  </a:cubicBezTo>
                  <a:cubicBezTo>
                    <a:pt x="1069648" y="666572"/>
                    <a:pt x="740635" y="766272"/>
                    <a:pt x="555476" y="769121"/>
                  </a:cubicBezTo>
                  <a:lnTo>
                    <a:pt x="0" y="777667"/>
                  </a:lnTo>
                  <a:lnTo>
                    <a:pt x="8545" y="974221"/>
                  </a:lnTo>
                  <a:lnTo>
                    <a:pt x="572568" y="965675"/>
                  </a:lnTo>
                  <a:cubicBezTo>
                    <a:pt x="779091" y="954280"/>
                    <a:pt x="1165076" y="860276"/>
                    <a:pt x="1401510" y="700755"/>
                  </a:cubicBezTo>
                  <a:cubicBezTo>
                    <a:pt x="1637944" y="541234"/>
                    <a:pt x="1794617" y="239282"/>
                    <a:pt x="1991170" y="8546"/>
                  </a:cubicBezTo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E860C37-2727-82E1-6922-43729BCE8EDB}"/>
                </a:ext>
              </a:extLst>
            </p:cNvPr>
            <p:cNvSpPr/>
            <p:nvPr/>
          </p:nvSpPr>
          <p:spPr>
            <a:xfrm>
              <a:off x="4572000" y="764630"/>
              <a:ext cx="1701252" cy="376924"/>
            </a:xfrm>
            <a:custGeom>
              <a:avLst/>
              <a:gdLst>
                <a:gd name="csX0" fmla="*/ 1615859 w 1658588"/>
                <a:gd name="csY0" fmla="*/ 42729 h 376015"/>
                <a:gd name="csX1" fmla="*/ 1573130 w 1658588"/>
                <a:gd name="csY1" fmla="*/ 51275 h 376015"/>
                <a:gd name="csX2" fmla="*/ 1256936 w 1658588"/>
                <a:gd name="csY2" fmla="*/ 34183 h 376015"/>
                <a:gd name="csX3" fmla="*/ 1231298 w 1658588"/>
                <a:gd name="csY3" fmla="*/ 17092 h 376015"/>
                <a:gd name="csX4" fmla="*/ 1162932 w 1658588"/>
                <a:gd name="csY4" fmla="*/ 0 h 376015"/>
                <a:gd name="csX5" fmla="*/ 1111657 w 1658588"/>
                <a:gd name="csY5" fmla="*/ 8546 h 376015"/>
                <a:gd name="csX6" fmla="*/ 1086020 w 1658588"/>
                <a:gd name="csY6" fmla="*/ 34183 h 376015"/>
                <a:gd name="csX7" fmla="*/ 1060382 w 1658588"/>
                <a:gd name="csY7" fmla="*/ 51275 h 376015"/>
                <a:gd name="csX8" fmla="*/ 872375 w 1658588"/>
                <a:gd name="csY8" fmla="*/ 42729 h 376015"/>
                <a:gd name="csX9" fmla="*/ 812554 w 1658588"/>
                <a:gd name="csY9" fmla="*/ 25637 h 376015"/>
                <a:gd name="csX10" fmla="*/ 539089 w 1658588"/>
                <a:gd name="csY10" fmla="*/ 34183 h 376015"/>
                <a:gd name="csX11" fmla="*/ 521997 w 1658588"/>
                <a:gd name="csY11" fmla="*/ 59821 h 376015"/>
                <a:gd name="csX12" fmla="*/ 496360 w 1658588"/>
                <a:gd name="csY12" fmla="*/ 76912 h 376015"/>
                <a:gd name="csX13" fmla="*/ 410902 w 1658588"/>
                <a:gd name="csY13" fmla="*/ 59821 h 376015"/>
                <a:gd name="csX14" fmla="*/ 359627 w 1658588"/>
                <a:gd name="csY14" fmla="*/ 25637 h 376015"/>
                <a:gd name="csX15" fmla="*/ 333990 w 1658588"/>
                <a:gd name="csY15" fmla="*/ 8546 h 376015"/>
                <a:gd name="csX16" fmla="*/ 214349 w 1658588"/>
                <a:gd name="csY16" fmla="*/ 34183 h 376015"/>
                <a:gd name="csX17" fmla="*/ 188711 w 1658588"/>
                <a:gd name="csY17" fmla="*/ 42729 h 376015"/>
                <a:gd name="csX18" fmla="*/ 86162 w 1658588"/>
                <a:gd name="csY18" fmla="*/ 34183 h 376015"/>
                <a:gd name="csX19" fmla="*/ 60524 w 1658588"/>
                <a:gd name="csY19" fmla="*/ 25637 h 376015"/>
                <a:gd name="csX20" fmla="*/ 26341 w 1658588"/>
                <a:gd name="csY20" fmla="*/ 17092 h 376015"/>
                <a:gd name="csX21" fmla="*/ 704 w 1658588"/>
                <a:gd name="csY21" fmla="*/ 34183 h 376015"/>
                <a:gd name="csX22" fmla="*/ 9250 w 1658588"/>
                <a:gd name="csY22" fmla="*/ 59821 h 376015"/>
                <a:gd name="csX23" fmla="*/ 34887 w 1658588"/>
                <a:gd name="csY23" fmla="*/ 179462 h 376015"/>
                <a:gd name="csX24" fmla="*/ 43433 w 1658588"/>
                <a:gd name="csY24" fmla="*/ 205099 h 376015"/>
                <a:gd name="csX25" fmla="*/ 94708 w 1658588"/>
                <a:gd name="csY25" fmla="*/ 222191 h 376015"/>
                <a:gd name="csX26" fmla="*/ 145982 w 1658588"/>
                <a:gd name="csY26" fmla="*/ 239282 h 376015"/>
                <a:gd name="csX27" fmla="*/ 171620 w 1658588"/>
                <a:gd name="csY27" fmla="*/ 247828 h 376015"/>
                <a:gd name="csX28" fmla="*/ 222894 w 1658588"/>
                <a:gd name="csY28" fmla="*/ 256374 h 376015"/>
                <a:gd name="csX29" fmla="*/ 265623 w 1658588"/>
                <a:gd name="csY29" fmla="*/ 264920 h 376015"/>
                <a:gd name="csX30" fmla="*/ 316898 w 1658588"/>
                <a:gd name="csY30" fmla="*/ 282011 h 376015"/>
                <a:gd name="csX31" fmla="*/ 368173 w 1658588"/>
                <a:gd name="csY31" fmla="*/ 316195 h 376015"/>
                <a:gd name="csX32" fmla="*/ 410902 w 1658588"/>
                <a:gd name="csY32" fmla="*/ 350378 h 376015"/>
                <a:gd name="csX33" fmla="*/ 470722 w 1658588"/>
                <a:gd name="csY33" fmla="*/ 376015 h 376015"/>
                <a:gd name="csX34" fmla="*/ 547635 w 1658588"/>
                <a:gd name="csY34" fmla="*/ 367469 h 376015"/>
                <a:gd name="csX35" fmla="*/ 641638 w 1658588"/>
                <a:gd name="csY35" fmla="*/ 358923 h 376015"/>
                <a:gd name="csX36" fmla="*/ 692913 w 1658588"/>
                <a:gd name="csY36" fmla="*/ 341832 h 376015"/>
                <a:gd name="csX37" fmla="*/ 761279 w 1658588"/>
                <a:gd name="csY37" fmla="*/ 299103 h 376015"/>
                <a:gd name="csX38" fmla="*/ 949287 w 1658588"/>
                <a:gd name="csY38" fmla="*/ 307649 h 376015"/>
                <a:gd name="csX39" fmla="*/ 1009108 w 1658588"/>
                <a:gd name="csY39" fmla="*/ 324740 h 376015"/>
                <a:gd name="csX40" fmla="*/ 1043291 w 1658588"/>
                <a:gd name="csY40" fmla="*/ 341832 h 376015"/>
                <a:gd name="csX41" fmla="*/ 1120203 w 1658588"/>
                <a:gd name="csY41" fmla="*/ 367469 h 376015"/>
                <a:gd name="csX42" fmla="*/ 1265481 w 1658588"/>
                <a:gd name="csY42" fmla="*/ 350378 h 376015"/>
                <a:gd name="csX43" fmla="*/ 1299665 w 1658588"/>
                <a:gd name="csY43" fmla="*/ 333286 h 376015"/>
                <a:gd name="csX44" fmla="*/ 1350939 w 1658588"/>
                <a:gd name="csY44" fmla="*/ 299103 h 376015"/>
                <a:gd name="csX45" fmla="*/ 1538947 w 1658588"/>
                <a:gd name="csY45" fmla="*/ 299103 h 376015"/>
                <a:gd name="csX46" fmla="*/ 1607313 w 1658588"/>
                <a:gd name="csY46" fmla="*/ 282011 h 376015"/>
                <a:gd name="csX47" fmla="*/ 1658588 w 1658588"/>
                <a:gd name="csY47" fmla="*/ 264920 h 376015"/>
                <a:gd name="csX48" fmla="*/ 1632951 w 1658588"/>
                <a:gd name="csY48" fmla="*/ 256374 h 376015"/>
                <a:gd name="csX49" fmla="*/ 1607313 w 1658588"/>
                <a:gd name="csY49" fmla="*/ 264920 h 376015"/>
                <a:gd name="csX0" fmla="*/ 1634460 w 1677189"/>
                <a:gd name="csY0" fmla="*/ 42729 h 376015"/>
                <a:gd name="csX1" fmla="*/ 1591731 w 1677189"/>
                <a:gd name="csY1" fmla="*/ 51275 h 376015"/>
                <a:gd name="csX2" fmla="*/ 1275537 w 1677189"/>
                <a:gd name="csY2" fmla="*/ 34183 h 376015"/>
                <a:gd name="csX3" fmla="*/ 1249899 w 1677189"/>
                <a:gd name="csY3" fmla="*/ 17092 h 376015"/>
                <a:gd name="csX4" fmla="*/ 1181533 w 1677189"/>
                <a:gd name="csY4" fmla="*/ 0 h 376015"/>
                <a:gd name="csX5" fmla="*/ 1130258 w 1677189"/>
                <a:gd name="csY5" fmla="*/ 8546 h 376015"/>
                <a:gd name="csX6" fmla="*/ 1104621 w 1677189"/>
                <a:gd name="csY6" fmla="*/ 34183 h 376015"/>
                <a:gd name="csX7" fmla="*/ 1078983 w 1677189"/>
                <a:gd name="csY7" fmla="*/ 51275 h 376015"/>
                <a:gd name="csX8" fmla="*/ 890976 w 1677189"/>
                <a:gd name="csY8" fmla="*/ 42729 h 376015"/>
                <a:gd name="csX9" fmla="*/ 831155 w 1677189"/>
                <a:gd name="csY9" fmla="*/ 25637 h 376015"/>
                <a:gd name="csX10" fmla="*/ 557690 w 1677189"/>
                <a:gd name="csY10" fmla="*/ 34183 h 376015"/>
                <a:gd name="csX11" fmla="*/ 540598 w 1677189"/>
                <a:gd name="csY11" fmla="*/ 59821 h 376015"/>
                <a:gd name="csX12" fmla="*/ 514961 w 1677189"/>
                <a:gd name="csY12" fmla="*/ 76912 h 376015"/>
                <a:gd name="csX13" fmla="*/ 429503 w 1677189"/>
                <a:gd name="csY13" fmla="*/ 59821 h 376015"/>
                <a:gd name="csX14" fmla="*/ 378228 w 1677189"/>
                <a:gd name="csY14" fmla="*/ 25637 h 376015"/>
                <a:gd name="csX15" fmla="*/ 352591 w 1677189"/>
                <a:gd name="csY15" fmla="*/ 8546 h 376015"/>
                <a:gd name="csX16" fmla="*/ 232950 w 1677189"/>
                <a:gd name="csY16" fmla="*/ 34183 h 376015"/>
                <a:gd name="csX17" fmla="*/ 207312 w 1677189"/>
                <a:gd name="csY17" fmla="*/ 42729 h 376015"/>
                <a:gd name="csX18" fmla="*/ 104763 w 1677189"/>
                <a:gd name="csY18" fmla="*/ 34183 h 376015"/>
                <a:gd name="csX19" fmla="*/ 79125 w 1677189"/>
                <a:gd name="csY19" fmla="*/ 25637 h 376015"/>
                <a:gd name="csX20" fmla="*/ 44942 w 1677189"/>
                <a:gd name="csY20" fmla="*/ 17092 h 376015"/>
                <a:gd name="csX21" fmla="*/ 19305 w 1677189"/>
                <a:gd name="csY21" fmla="*/ 34183 h 376015"/>
                <a:gd name="csX22" fmla="*/ 27851 w 1677189"/>
                <a:gd name="csY22" fmla="*/ 59821 h 376015"/>
                <a:gd name="csX23" fmla="*/ 9372 w 1677189"/>
                <a:gd name="csY23" fmla="*/ 195505 h 376015"/>
                <a:gd name="csX24" fmla="*/ 62034 w 1677189"/>
                <a:gd name="csY24" fmla="*/ 205099 h 376015"/>
                <a:gd name="csX25" fmla="*/ 113309 w 1677189"/>
                <a:gd name="csY25" fmla="*/ 222191 h 376015"/>
                <a:gd name="csX26" fmla="*/ 164583 w 1677189"/>
                <a:gd name="csY26" fmla="*/ 239282 h 376015"/>
                <a:gd name="csX27" fmla="*/ 190221 w 1677189"/>
                <a:gd name="csY27" fmla="*/ 247828 h 376015"/>
                <a:gd name="csX28" fmla="*/ 241495 w 1677189"/>
                <a:gd name="csY28" fmla="*/ 256374 h 376015"/>
                <a:gd name="csX29" fmla="*/ 284224 w 1677189"/>
                <a:gd name="csY29" fmla="*/ 264920 h 376015"/>
                <a:gd name="csX30" fmla="*/ 335499 w 1677189"/>
                <a:gd name="csY30" fmla="*/ 282011 h 376015"/>
                <a:gd name="csX31" fmla="*/ 386774 w 1677189"/>
                <a:gd name="csY31" fmla="*/ 316195 h 376015"/>
                <a:gd name="csX32" fmla="*/ 429503 w 1677189"/>
                <a:gd name="csY32" fmla="*/ 350378 h 376015"/>
                <a:gd name="csX33" fmla="*/ 489323 w 1677189"/>
                <a:gd name="csY33" fmla="*/ 376015 h 376015"/>
                <a:gd name="csX34" fmla="*/ 566236 w 1677189"/>
                <a:gd name="csY34" fmla="*/ 367469 h 376015"/>
                <a:gd name="csX35" fmla="*/ 660239 w 1677189"/>
                <a:gd name="csY35" fmla="*/ 358923 h 376015"/>
                <a:gd name="csX36" fmla="*/ 711514 w 1677189"/>
                <a:gd name="csY36" fmla="*/ 341832 h 376015"/>
                <a:gd name="csX37" fmla="*/ 779880 w 1677189"/>
                <a:gd name="csY37" fmla="*/ 299103 h 376015"/>
                <a:gd name="csX38" fmla="*/ 967888 w 1677189"/>
                <a:gd name="csY38" fmla="*/ 307649 h 376015"/>
                <a:gd name="csX39" fmla="*/ 1027709 w 1677189"/>
                <a:gd name="csY39" fmla="*/ 324740 h 376015"/>
                <a:gd name="csX40" fmla="*/ 1061892 w 1677189"/>
                <a:gd name="csY40" fmla="*/ 341832 h 376015"/>
                <a:gd name="csX41" fmla="*/ 1138804 w 1677189"/>
                <a:gd name="csY41" fmla="*/ 367469 h 376015"/>
                <a:gd name="csX42" fmla="*/ 1284082 w 1677189"/>
                <a:gd name="csY42" fmla="*/ 350378 h 376015"/>
                <a:gd name="csX43" fmla="*/ 1318266 w 1677189"/>
                <a:gd name="csY43" fmla="*/ 333286 h 376015"/>
                <a:gd name="csX44" fmla="*/ 1369540 w 1677189"/>
                <a:gd name="csY44" fmla="*/ 299103 h 376015"/>
                <a:gd name="csX45" fmla="*/ 1557548 w 1677189"/>
                <a:gd name="csY45" fmla="*/ 299103 h 376015"/>
                <a:gd name="csX46" fmla="*/ 1625914 w 1677189"/>
                <a:gd name="csY46" fmla="*/ 282011 h 376015"/>
                <a:gd name="csX47" fmla="*/ 1677189 w 1677189"/>
                <a:gd name="csY47" fmla="*/ 264920 h 376015"/>
                <a:gd name="csX48" fmla="*/ 1651552 w 1677189"/>
                <a:gd name="csY48" fmla="*/ 256374 h 376015"/>
                <a:gd name="csX49" fmla="*/ 1625914 w 1677189"/>
                <a:gd name="csY49" fmla="*/ 264920 h 376015"/>
                <a:gd name="csX0" fmla="*/ 1634460 w 1677189"/>
                <a:gd name="csY0" fmla="*/ 43591 h 376877"/>
                <a:gd name="csX1" fmla="*/ 1571678 w 1677189"/>
                <a:gd name="csY1" fmla="*/ 0 h 376877"/>
                <a:gd name="csX2" fmla="*/ 1275537 w 1677189"/>
                <a:gd name="csY2" fmla="*/ 35045 h 376877"/>
                <a:gd name="csX3" fmla="*/ 1249899 w 1677189"/>
                <a:gd name="csY3" fmla="*/ 17954 h 376877"/>
                <a:gd name="csX4" fmla="*/ 1181533 w 1677189"/>
                <a:gd name="csY4" fmla="*/ 862 h 376877"/>
                <a:gd name="csX5" fmla="*/ 1130258 w 1677189"/>
                <a:gd name="csY5" fmla="*/ 9408 h 376877"/>
                <a:gd name="csX6" fmla="*/ 1104621 w 1677189"/>
                <a:gd name="csY6" fmla="*/ 35045 h 376877"/>
                <a:gd name="csX7" fmla="*/ 1078983 w 1677189"/>
                <a:gd name="csY7" fmla="*/ 52137 h 376877"/>
                <a:gd name="csX8" fmla="*/ 890976 w 1677189"/>
                <a:gd name="csY8" fmla="*/ 43591 h 376877"/>
                <a:gd name="csX9" fmla="*/ 831155 w 1677189"/>
                <a:gd name="csY9" fmla="*/ 26499 h 376877"/>
                <a:gd name="csX10" fmla="*/ 557690 w 1677189"/>
                <a:gd name="csY10" fmla="*/ 35045 h 376877"/>
                <a:gd name="csX11" fmla="*/ 540598 w 1677189"/>
                <a:gd name="csY11" fmla="*/ 60683 h 376877"/>
                <a:gd name="csX12" fmla="*/ 514961 w 1677189"/>
                <a:gd name="csY12" fmla="*/ 77774 h 376877"/>
                <a:gd name="csX13" fmla="*/ 429503 w 1677189"/>
                <a:gd name="csY13" fmla="*/ 60683 h 376877"/>
                <a:gd name="csX14" fmla="*/ 378228 w 1677189"/>
                <a:gd name="csY14" fmla="*/ 26499 h 376877"/>
                <a:gd name="csX15" fmla="*/ 352591 w 1677189"/>
                <a:gd name="csY15" fmla="*/ 9408 h 376877"/>
                <a:gd name="csX16" fmla="*/ 232950 w 1677189"/>
                <a:gd name="csY16" fmla="*/ 35045 h 376877"/>
                <a:gd name="csX17" fmla="*/ 207312 w 1677189"/>
                <a:gd name="csY17" fmla="*/ 43591 h 376877"/>
                <a:gd name="csX18" fmla="*/ 104763 w 1677189"/>
                <a:gd name="csY18" fmla="*/ 35045 h 376877"/>
                <a:gd name="csX19" fmla="*/ 79125 w 1677189"/>
                <a:gd name="csY19" fmla="*/ 26499 h 376877"/>
                <a:gd name="csX20" fmla="*/ 44942 w 1677189"/>
                <a:gd name="csY20" fmla="*/ 17954 h 376877"/>
                <a:gd name="csX21" fmla="*/ 19305 w 1677189"/>
                <a:gd name="csY21" fmla="*/ 35045 h 376877"/>
                <a:gd name="csX22" fmla="*/ 27851 w 1677189"/>
                <a:gd name="csY22" fmla="*/ 60683 h 376877"/>
                <a:gd name="csX23" fmla="*/ 9372 w 1677189"/>
                <a:gd name="csY23" fmla="*/ 196367 h 376877"/>
                <a:gd name="csX24" fmla="*/ 62034 w 1677189"/>
                <a:gd name="csY24" fmla="*/ 205961 h 376877"/>
                <a:gd name="csX25" fmla="*/ 113309 w 1677189"/>
                <a:gd name="csY25" fmla="*/ 223053 h 376877"/>
                <a:gd name="csX26" fmla="*/ 164583 w 1677189"/>
                <a:gd name="csY26" fmla="*/ 240144 h 376877"/>
                <a:gd name="csX27" fmla="*/ 190221 w 1677189"/>
                <a:gd name="csY27" fmla="*/ 248690 h 376877"/>
                <a:gd name="csX28" fmla="*/ 241495 w 1677189"/>
                <a:gd name="csY28" fmla="*/ 257236 h 376877"/>
                <a:gd name="csX29" fmla="*/ 284224 w 1677189"/>
                <a:gd name="csY29" fmla="*/ 265782 h 376877"/>
                <a:gd name="csX30" fmla="*/ 335499 w 1677189"/>
                <a:gd name="csY30" fmla="*/ 282873 h 376877"/>
                <a:gd name="csX31" fmla="*/ 386774 w 1677189"/>
                <a:gd name="csY31" fmla="*/ 317057 h 376877"/>
                <a:gd name="csX32" fmla="*/ 429503 w 1677189"/>
                <a:gd name="csY32" fmla="*/ 351240 h 376877"/>
                <a:gd name="csX33" fmla="*/ 489323 w 1677189"/>
                <a:gd name="csY33" fmla="*/ 376877 h 376877"/>
                <a:gd name="csX34" fmla="*/ 566236 w 1677189"/>
                <a:gd name="csY34" fmla="*/ 368331 h 376877"/>
                <a:gd name="csX35" fmla="*/ 660239 w 1677189"/>
                <a:gd name="csY35" fmla="*/ 359785 h 376877"/>
                <a:gd name="csX36" fmla="*/ 711514 w 1677189"/>
                <a:gd name="csY36" fmla="*/ 342694 h 376877"/>
                <a:gd name="csX37" fmla="*/ 779880 w 1677189"/>
                <a:gd name="csY37" fmla="*/ 299965 h 376877"/>
                <a:gd name="csX38" fmla="*/ 967888 w 1677189"/>
                <a:gd name="csY38" fmla="*/ 308511 h 376877"/>
                <a:gd name="csX39" fmla="*/ 1027709 w 1677189"/>
                <a:gd name="csY39" fmla="*/ 325602 h 376877"/>
                <a:gd name="csX40" fmla="*/ 1061892 w 1677189"/>
                <a:gd name="csY40" fmla="*/ 342694 h 376877"/>
                <a:gd name="csX41" fmla="*/ 1138804 w 1677189"/>
                <a:gd name="csY41" fmla="*/ 368331 h 376877"/>
                <a:gd name="csX42" fmla="*/ 1284082 w 1677189"/>
                <a:gd name="csY42" fmla="*/ 351240 h 376877"/>
                <a:gd name="csX43" fmla="*/ 1318266 w 1677189"/>
                <a:gd name="csY43" fmla="*/ 334148 h 376877"/>
                <a:gd name="csX44" fmla="*/ 1369540 w 1677189"/>
                <a:gd name="csY44" fmla="*/ 299965 h 376877"/>
                <a:gd name="csX45" fmla="*/ 1557548 w 1677189"/>
                <a:gd name="csY45" fmla="*/ 299965 h 376877"/>
                <a:gd name="csX46" fmla="*/ 1625914 w 1677189"/>
                <a:gd name="csY46" fmla="*/ 282873 h 376877"/>
                <a:gd name="csX47" fmla="*/ 1677189 w 1677189"/>
                <a:gd name="csY47" fmla="*/ 265782 h 376877"/>
                <a:gd name="csX48" fmla="*/ 1651552 w 1677189"/>
                <a:gd name="csY48" fmla="*/ 257236 h 376877"/>
                <a:gd name="csX49" fmla="*/ 1625914 w 1677189"/>
                <a:gd name="csY49" fmla="*/ 265782 h 376877"/>
                <a:gd name="csX0" fmla="*/ 1682586 w 1682586"/>
                <a:gd name="csY0" fmla="*/ 47649 h 376924"/>
                <a:gd name="csX1" fmla="*/ 1571678 w 1682586"/>
                <a:gd name="csY1" fmla="*/ 47 h 376924"/>
                <a:gd name="csX2" fmla="*/ 1275537 w 1682586"/>
                <a:gd name="csY2" fmla="*/ 35092 h 376924"/>
                <a:gd name="csX3" fmla="*/ 1249899 w 1682586"/>
                <a:gd name="csY3" fmla="*/ 18001 h 376924"/>
                <a:gd name="csX4" fmla="*/ 1181533 w 1682586"/>
                <a:gd name="csY4" fmla="*/ 909 h 376924"/>
                <a:gd name="csX5" fmla="*/ 1130258 w 1682586"/>
                <a:gd name="csY5" fmla="*/ 9455 h 376924"/>
                <a:gd name="csX6" fmla="*/ 1104621 w 1682586"/>
                <a:gd name="csY6" fmla="*/ 35092 h 376924"/>
                <a:gd name="csX7" fmla="*/ 1078983 w 1682586"/>
                <a:gd name="csY7" fmla="*/ 52184 h 376924"/>
                <a:gd name="csX8" fmla="*/ 890976 w 1682586"/>
                <a:gd name="csY8" fmla="*/ 43638 h 376924"/>
                <a:gd name="csX9" fmla="*/ 831155 w 1682586"/>
                <a:gd name="csY9" fmla="*/ 26546 h 376924"/>
                <a:gd name="csX10" fmla="*/ 557690 w 1682586"/>
                <a:gd name="csY10" fmla="*/ 35092 h 376924"/>
                <a:gd name="csX11" fmla="*/ 540598 w 1682586"/>
                <a:gd name="csY11" fmla="*/ 60730 h 376924"/>
                <a:gd name="csX12" fmla="*/ 514961 w 1682586"/>
                <a:gd name="csY12" fmla="*/ 77821 h 376924"/>
                <a:gd name="csX13" fmla="*/ 429503 w 1682586"/>
                <a:gd name="csY13" fmla="*/ 60730 h 376924"/>
                <a:gd name="csX14" fmla="*/ 378228 w 1682586"/>
                <a:gd name="csY14" fmla="*/ 26546 h 376924"/>
                <a:gd name="csX15" fmla="*/ 352591 w 1682586"/>
                <a:gd name="csY15" fmla="*/ 9455 h 376924"/>
                <a:gd name="csX16" fmla="*/ 232950 w 1682586"/>
                <a:gd name="csY16" fmla="*/ 35092 h 376924"/>
                <a:gd name="csX17" fmla="*/ 207312 w 1682586"/>
                <a:gd name="csY17" fmla="*/ 43638 h 376924"/>
                <a:gd name="csX18" fmla="*/ 104763 w 1682586"/>
                <a:gd name="csY18" fmla="*/ 35092 h 376924"/>
                <a:gd name="csX19" fmla="*/ 79125 w 1682586"/>
                <a:gd name="csY19" fmla="*/ 26546 h 376924"/>
                <a:gd name="csX20" fmla="*/ 44942 w 1682586"/>
                <a:gd name="csY20" fmla="*/ 18001 h 376924"/>
                <a:gd name="csX21" fmla="*/ 19305 w 1682586"/>
                <a:gd name="csY21" fmla="*/ 35092 h 376924"/>
                <a:gd name="csX22" fmla="*/ 27851 w 1682586"/>
                <a:gd name="csY22" fmla="*/ 60730 h 376924"/>
                <a:gd name="csX23" fmla="*/ 9372 w 1682586"/>
                <a:gd name="csY23" fmla="*/ 196414 h 376924"/>
                <a:gd name="csX24" fmla="*/ 62034 w 1682586"/>
                <a:gd name="csY24" fmla="*/ 206008 h 376924"/>
                <a:gd name="csX25" fmla="*/ 113309 w 1682586"/>
                <a:gd name="csY25" fmla="*/ 223100 h 376924"/>
                <a:gd name="csX26" fmla="*/ 164583 w 1682586"/>
                <a:gd name="csY26" fmla="*/ 240191 h 376924"/>
                <a:gd name="csX27" fmla="*/ 190221 w 1682586"/>
                <a:gd name="csY27" fmla="*/ 248737 h 376924"/>
                <a:gd name="csX28" fmla="*/ 241495 w 1682586"/>
                <a:gd name="csY28" fmla="*/ 257283 h 376924"/>
                <a:gd name="csX29" fmla="*/ 284224 w 1682586"/>
                <a:gd name="csY29" fmla="*/ 265829 h 376924"/>
                <a:gd name="csX30" fmla="*/ 335499 w 1682586"/>
                <a:gd name="csY30" fmla="*/ 282920 h 376924"/>
                <a:gd name="csX31" fmla="*/ 386774 w 1682586"/>
                <a:gd name="csY31" fmla="*/ 317104 h 376924"/>
                <a:gd name="csX32" fmla="*/ 429503 w 1682586"/>
                <a:gd name="csY32" fmla="*/ 351287 h 376924"/>
                <a:gd name="csX33" fmla="*/ 489323 w 1682586"/>
                <a:gd name="csY33" fmla="*/ 376924 h 376924"/>
                <a:gd name="csX34" fmla="*/ 566236 w 1682586"/>
                <a:gd name="csY34" fmla="*/ 368378 h 376924"/>
                <a:gd name="csX35" fmla="*/ 660239 w 1682586"/>
                <a:gd name="csY35" fmla="*/ 359832 h 376924"/>
                <a:gd name="csX36" fmla="*/ 711514 w 1682586"/>
                <a:gd name="csY36" fmla="*/ 342741 h 376924"/>
                <a:gd name="csX37" fmla="*/ 779880 w 1682586"/>
                <a:gd name="csY37" fmla="*/ 300012 h 376924"/>
                <a:gd name="csX38" fmla="*/ 967888 w 1682586"/>
                <a:gd name="csY38" fmla="*/ 308558 h 376924"/>
                <a:gd name="csX39" fmla="*/ 1027709 w 1682586"/>
                <a:gd name="csY39" fmla="*/ 325649 h 376924"/>
                <a:gd name="csX40" fmla="*/ 1061892 w 1682586"/>
                <a:gd name="csY40" fmla="*/ 342741 h 376924"/>
                <a:gd name="csX41" fmla="*/ 1138804 w 1682586"/>
                <a:gd name="csY41" fmla="*/ 368378 h 376924"/>
                <a:gd name="csX42" fmla="*/ 1284082 w 1682586"/>
                <a:gd name="csY42" fmla="*/ 351287 h 376924"/>
                <a:gd name="csX43" fmla="*/ 1318266 w 1682586"/>
                <a:gd name="csY43" fmla="*/ 334195 h 376924"/>
                <a:gd name="csX44" fmla="*/ 1369540 w 1682586"/>
                <a:gd name="csY44" fmla="*/ 300012 h 376924"/>
                <a:gd name="csX45" fmla="*/ 1557548 w 1682586"/>
                <a:gd name="csY45" fmla="*/ 300012 h 376924"/>
                <a:gd name="csX46" fmla="*/ 1625914 w 1682586"/>
                <a:gd name="csY46" fmla="*/ 282920 h 376924"/>
                <a:gd name="csX47" fmla="*/ 1677189 w 1682586"/>
                <a:gd name="csY47" fmla="*/ 265829 h 376924"/>
                <a:gd name="csX48" fmla="*/ 1651552 w 1682586"/>
                <a:gd name="csY48" fmla="*/ 257283 h 376924"/>
                <a:gd name="csX49" fmla="*/ 1625914 w 1682586"/>
                <a:gd name="csY49" fmla="*/ 265829 h 376924"/>
                <a:gd name="csX0" fmla="*/ 1682586 w 1682586"/>
                <a:gd name="csY0" fmla="*/ 47649 h 376924"/>
                <a:gd name="csX1" fmla="*/ 1571678 w 1682586"/>
                <a:gd name="csY1" fmla="*/ 47 h 376924"/>
                <a:gd name="csX2" fmla="*/ 1275537 w 1682586"/>
                <a:gd name="csY2" fmla="*/ 35092 h 376924"/>
                <a:gd name="csX3" fmla="*/ 1249899 w 1682586"/>
                <a:gd name="csY3" fmla="*/ 18001 h 376924"/>
                <a:gd name="csX4" fmla="*/ 1181533 w 1682586"/>
                <a:gd name="csY4" fmla="*/ 909 h 376924"/>
                <a:gd name="csX5" fmla="*/ 1130258 w 1682586"/>
                <a:gd name="csY5" fmla="*/ 9455 h 376924"/>
                <a:gd name="csX6" fmla="*/ 1104621 w 1682586"/>
                <a:gd name="csY6" fmla="*/ 35092 h 376924"/>
                <a:gd name="csX7" fmla="*/ 1078983 w 1682586"/>
                <a:gd name="csY7" fmla="*/ 52184 h 376924"/>
                <a:gd name="csX8" fmla="*/ 890976 w 1682586"/>
                <a:gd name="csY8" fmla="*/ 43638 h 376924"/>
                <a:gd name="csX9" fmla="*/ 831155 w 1682586"/>
                <a:gd name="csY9" fmla="*/ 26546 h 376924"/>
                <a:gd name="csX10" fmla="*/ 557690 w 1682586"/>
                <a:gd name="csY10" fmla="*/ 35092 h 376924"/>
                <a:gd name="csX11" fmla="*/ 540598 w 1682586"/>
                <a:gd name="csY11" fmla="*/ 60730 h 376924"/>
                <a:gd name="csX12" fmla="*/ 514961 w 1682586"/>
                <a:gd name="csY12" fmla="*/ 77821 h 376924"/>
                <a:gd name="csX13" fmla="*/ 429503 w 1682586"/>
                <a:gd name="csY13" fmla="*/ 60730 h 376924"/>
                <a:gd name="csX14" fmla="*/ 378228 w 1682586"/>
                <a:gd name="csY14" fmla="*/ 26546 h 376924"/>
                <a:gd name="csX15" fmla="*/ 352591 w 1682586"/>
                <a:gd name="csY15" fmla="*/ 9455 h 376924"/>
                <a:gd name="csX16" fmla="*/ 232950 w 1682586"/>
                <a:gd name="csY16" fmla="*/ 35092 h 376924"/>
                <a:gd name="csX17" fmla="*/ 207312 w 1682586"/>
                <a:gd name="csY17" fmla="*/ 43638 h 376924"/>
                <a:gd name="csX18" fmla="*/ 104763 w 1682586"/>
                <a:gd name="csY18" fmla="*/ 35092 h 376924"/>
                <a:gd name="csX19" fmla="*/ 79125 w 1682586"/>
                <a:gd name="csY19" fmla="*/ 26546 h 376924"/>
                <a:gd name="csX20" fmla="*/ 44942 w 1682586"/>
                <a:gd name="csY20" fmla="*/ 18001 h 376924"/>
                <a:gd name="csX21" fmla="*/ 19305 w 1682586"/>
                <a:gd name="csY21" fmla="*/ 35092 h 376924"/>
                <a:gd name="csX22" fmla="*/ 27851 w 1682586"/>
                <a:gd name="csY22" fmla="*/ 60730 h 376924"/>
                <a:gd name="csX23" fmla="*/ 9372 w 1682586"/>
                <a:gd name="csY23" fmla="*/ 196414 h 376924"/>
                <a:gd name="csX24" fmla="*/ 62034 w 1682586"/>
                <a:gd name="csY24" fmla="*/ 206008 h 376924"/>
                <a:gd name="csX25" fmla="*/ 113309 w 1682586"/>
                <a:gd name="csY25" fmla="*/ 223100 h 376924"/>
                <a:gd name="csX26" fmla="*/ 164583 w 1682586"/>
                <a:gd name="csY26" fmla="*/ 240191 h 376924"/>
                <a:gd name="csX27" fmla="*/ 190221 w 1682586"/>
                <a:gd name="csY27" fmla="*/ 248737 h 376924"/>
                <a:gd name="csX28" fmla="*/ 241495 w 1682586"/>
                <a:gd name="csY28" fmla="*/ 257283 h 376924"/>
                <a:gd name="csX29" fmla="*/ 284224 w 1682586"/>
                <a:gd name="csY29" fmla="*/ 265829 h 376924"/>
                <a:gd name="csX30" fmla="*/ 335499 w 1682586"/>
                <a:gd name="csY30" fmla="*/ 282920 h 376924"/>
                <a:gd name="csX31" fmla="*/ 386774 w 1682586"/>
                <a:gd name="csY31" fmla="*/ 317104 h 376924"/>
                <a:gd name="csX32" fmla="*/ 429503 w 1682586"/>
                <a:gd name="csY32" fmla="*/ 351287 h 376924"/>
                <a:gd name="csX33" fmla="*/ 489323 w 1682586"/>
                <a:gd name="csY33" fmla="*/ 376924 h 376924"/>
                <a:gd name="csX34" fmla="*/ 566236 w 1682586"/>
                <a:gd name="csY34" fmla="*/ 368378 h 376924"/>
                <a:gd name="csX35" fmla="*/ 660239 w 1682586"/>
                <a:gd name="csY35" fmla="*/ 359832 h 376924"/>
                <a:gd name="csX36" fmla="*/ 711514 w 1682586"/>
                <a:gd name="csY36" fmla="*/ 342741 h 376924"/>
                <a:gd name="csX37" fmla="*/ 779880 w 1682586"/>
                <a:gd name="csY37" fmla="*/ 300012 h 376924"/>
                <a:gd name="csX38" fmla="*/ 967888 w 1682586"/>
                <a:gd name="csY38" fmla="*/ 308558 h 376924"/>
                <a:gd name="csX39" fmla="*/ 1027709 w 1682586"/>
                <a:gd name="csY39" fmla="*/ 325649 h 376924"/>
                <a:gd name="csX40" fmla="*/ 1061892 w 1682586"/>
                <a:gd name="csY40" fmla="*/ 342741 h 376924"/>
                <a:gd name="csX41" fmla="*/ 1138804 w 1682586"/>
                <a:gd name="csY41" fmla="*/ 368378 h 376924"/>
                <a:gd name="csX42" fmla="*/ 1284082 w 1682586"/>
                <a:gd name="csY42" fmla="*/ 351287 h 376924"/>
                <a:gd name="csX43" fmla="*/ 1318266 w 1682586"/>
                <a:gd name="csY43" fmla="*/ 334195 h 376924"/>
                <a:gd name="csX44" fmla="*/ 1369540 w 1682586"/>
                <a:gd name="csY44" fmla="*/ 300012 h 376924"/>
                <a:gd name="csX45" fmla="*/ 1557548 w 1682586"/>
                <a:gd name="csY45" fmla="*/ 300012 h 376924"/>
                <a:gd name="csX46" fmla="*/ 1625914 w 1682586"/>
                <a:gd name="csY46" fmla="*/ 282920 h 376924"/>
                <a:gd name="csX47" fmla="*/ 1677189 w 1682586"/>
                <a:gd name="csY47" fmla="*/ 265829 h 376924"/>
                <a:gd name="csX48" fmla="*/ 1651552 w 1682586"/>
                <a:gd name="csY48" fmla="*/ 257283 h 376924"/>
                <a:gd name="csX0" fmla="*/ 1682586 w 1682586"/>
                <a:gd name="csY0" fmla="*/ 47649 h 376924"/>
                <a:gd name="csX1" fmla="*/ 1571678 w 1682586"/>
                <a:gd name="csY1" fmla="*/ 47 h 376924"/>
                <a:gd name="csX2" fmla="*/ 1275537 w 1682586"/>
                <a:gd name="csY2" fmla="*/ 35092 h 376924"/>
                <a:gd name="csX3" fmla="*/ 1249899 w 1682586"/>
                <a:gd name="csY3" fmla="*/ 18001 h 376924"/>
                <a:gd name="csX4" fmla="*/ 1181533 w 1682586"/>
                <a:gd name="csY4" fmla="*/ 909 h 376924"/>
                <a:gd name="csX5" fmla="*/ 1130258 w 1682586"/>
                <a:gd name="csY5" fmla="*/ 9455 h 376924"/>
                <a:gd name="csX6" fmla="*/ 1104621 w 1682586"/>
                <a:gd name="csY6" fmla="*/ 35092 h 376924"/>
                <a:gd name="csX7" fmla="*/ 1078983 w 1682586"/>
                <a:gd name="csY7" fmla="*/ 52184 h 376924"/>
                <a:gd name="csX8" fmla="*/ 890976 w 1682586"/>
                <a:gd name="csY8" fmla="*/ 43638 h 376924"/>
                <a:gd name="csX9" fmla="*/ 831155 w 1682586"/>
                <a:gd name="csY9" fmla="*/ 26546 h 376924"/>
                <a:gd name="csX10" fmla="*/ 557690 w 1682586"/>
                <a:gd name="csY10" fmla="*/ 35092 h 376924"/>
                <a:gd name="csX11" fmla="*/ 540598 w 1682586"/>
                <a:gd name="csY11" fmla="*/ 60730 h 376924"/>
                <a:gd name="csX12" fmla="*/ 514961 w 1682586"/>
                <a:gd name="csY12" fmla="*/ 77821 h 376924"/>
                <a:gd name="csX13" fmla="*/ 429503 w 1682586"/>
                <a:gd name="csY13" fmla="*/ 60730 h 376924"/>
                <a:gd name="csX14" fmla="*/ 378228 w 1682586"/>
                <a:gd name="csY14" fmla="*/ 26546 h 376924"/>
                <a:gd name="csX15" fmla="*/ 352591 w 1682586"/>
                <a:gd name="csY15" fmla="*/ 9455 h 376924"/>
                <a:gd name="csX16" fmla="*/ 232950 w 1682586"/>
                <a:gd name="csY16" fmla="*/ 35092 h 376924"/>
                <a:gd name="csX17" fmla="*/ 207312 w 1682586"/>
                <a:gd name="csY17" fmla="*/ 43638 h 376924"/>
                <a:gd name="csX18" fmla="*/ 104763 w 1682586"/>
                <a:gd name="csY18" fmla="*/ 35092 h 376924"/>
                <a:gd name="csX19" fmla="*/ 79125 w 1682586"/>
                <a:gd name="csY19" fmla="*/ 26546 h 376924"/>
                <a:gd name="csX20" fmla="*/ 44942 w 1682586"/>
                <a:gd name="csY20" fmla="*/ 18001 h 376924"/>
                <a:gd name="csX21" fmla="*/ 19305 w 1682586"/>
                <a:gd name="csY21" fmla="*/ 35092 h 376924"/>
                <a:gd name="csX22" fmla="*/ 27851 w 1682586"/>
                <a:gd name="csY22" fmla="*/ 60730 h 376924"/>
                <a:gd name="csX23" fmla="*/ 9372 w 1682586"/>
                <a:gd name="csY23" fmla="*/ 196414 h 376924"/>
                <a:gd name="csX24" fmla="*/ 62034 w 1682586"/>
                <a:gd name="csY24" fmla="*/ 206008 h 376924"/>
                <a:gd name="csX25" fmla="*/ 113309 w 1682586"/>
                <a:gd name="csY25" fmla="*/ 223100 h 376924"/>
                <a:gd name="csX26" fmla="*/ 164583 w 1682586"/>
                <a:gd name="csY26" fmla="*/ 240191 h 376924"/>
                <a:gd name="csX27" fmla="*/ 190221 w 1682586"/>
                <a:gd name="csY27" fmla="*/ 248737 h 376924"/>
                <a:gd name="csX28" fmla="*/ 241495 w 1682586"/>
                <a:gd name="csY28" fmla="*/ 257283 h 376924"/>
                <a:gd name="csX29" fmla="*/ 284224 w 1682586"/>
                <a:gd name="csY29" fmla="*/ 265829 h 376924"/>
                <a:gd name="csX30" fmla="*/ 335499 w 1682586"/>
                <a:gd name="csY30" fmla="*/ 282920 h 376924"/>
                <a:gd name="csX31" fmla="*/ 386774 w 1682586"/>
                <a:gd name="csY31" fmla="*/ 317104 h 376924"/>
                <a:gd name="csX32" fmla="*/ 429503 w 1682586"/>
                <a:gd name="csY32" fmla="*/ 351287 h 376924"/>
                <a:gd name="csX33" fmla="*/ 489323 w 1682586"/>
                <a:gd name="csY33" fmla="*/ 376924 h 376924"/>
                <a:gd name="csX34" fmla="*/ 566236 w 1682586"/>
                <a:gd name="csY34" fmla="*/ 368378 h 376924"/>
                <a:gd name="csX35" fmla="*/ 660239 w 1682586"/>
                <a:gd name="csY35" fmla="*/ 359832 h 376924"/>
                <a:gd name="csX36" fmla="*/ 711514 w 1682586"/>
                <a:gd name="csY36" fmla="*/ 342741 h 376924"/>
                <a:gd name="csX37" fmla="*/ 779880 w 1682586"/>
                <a:gd name="csY37" fmla="*/ 300012 h 376924"/>
                <a:gd name="csX38" fmla="*/ 967888 w 1682586"/>
                <a:gd name="csY38" fmla="*/ 308558 h 376924"/>
                <a:gd name="csX39" fmla="*/ 1027709 w 1682586"/>
                <a:gd name="csY39" fmla="*/ 325649 h 376924"/>
                <a:gd name="csX40" fmla="*/ 1061892 w 1682586"/>
                <a:gd name="csY40" fmla="*/ 342741 h 376924"/>
                <a:gd name="csX41" fmla="*/ 1138804 w 1682586"/>
                <a:gd name="csY41" fmla="*/ 368378 h 376924"/>
                <a:gd name="csX42" fmla="*/ 1284082 w 1682586"/>
                <a:gd name="csY42" fmla="*/ 351287 h 376924"/>
                <a:gd name="csX43" fmla="*/ 1318266 w 1682586"/>
                <a:gd name="csY43" fmla="*/ 334195 h 376924"/>
                <a:gd name="csX44" fmla="*/ 1369540 w 1682586"/>
                <a:gd name="csY44" fmla="*/ 300012 h 376924"/>
                <a:gd name="csX45" fmla="*/ 1557548 w 1682586"/>
                <a:gd name="csY45" fmla="*/ 300012 h 376924"/>
                <a:gd name="csX46" fmla="*/ 1625914 w 1682586"/>
                <a:gd name="csY46" fmla="*/ 282920 h 376924"/>
                <a:gd name="csX47" fmla="*/ 1677189 w 1682586"/>
                <a:gd name="csY47" fmla="*/ 265829 h 376924"/>
                <a:gd name="csX0" fmla="*/ 1682586 w 1701252"/>
                <a:gd name="csY0" fmla="*/ 47649 h 376924"/>
                <a:gd name="csX1" fmla="*/ 1571678 w 1701252"/>
                <a:gd name="csY1" fmla="*/ 47 h 376924"/>
                <a:gd name="csX2" fmla="*/ 1275537 w 1701252"/>
                <a:gd name="csY2" fmla="*/ 35092 h 376924"/>
                <a:gd name="csX3" fmla="*/ 1249899 w 1701252"/>
                <a:gd name="csY3" fmla="*/ 18001 h 376924"/>
                <a:gd name="csX4" fmla="*/ 1181533 w 1701252"/>
                <a:gd name="csY4" fmla="*/ 909 h 376924"/>
                <a:gd name="csX5" fmla="*/ 1130258 w 1701252"/>
                <a:gd name="csY5" fmla="*/ 9455 h 376924"/>
                <a:gd name="csX6" fmla="*/ 1104621 w 1701252"/>
                <a:gd name="csY6" fmla="*/ 35092 h 376924"/>
                <a:gd name="csX7" fmla="*/ 1078983 w 1701252"/>
                <a:gd name="csY7" fmla="*/ 52184 h 376924"/>
                <a:gd name="csX8" fmla="*/ 890976 w 1701252"/>
                <a:gd name="csY8" fmla="*/ 43638 h 376924"/>
                <a:gd name="csX9" fmla="*/ 831155 w 1701252"/>
                <a:gd name="csY9" fmla="*/ 26546 h 376924"/>
                <a:gd name="csX10" fmla="*/ 557690 w 1701252"/>
                <a:gd name="csY10" fmla="*/ 35092 h 376924"/>
                <a:gd name="csX11" fmla="*/ 540598 w 1701252"/>
                <a:gd name="csY11" fmla="*/ 60730 h 376924"/>
                <a:gd name="csX12" fmla="*/ 514961 w 1701252"/>
                <a:gd name="csY12" fmla="*/ 77821 h 376924"/>
                <a:gd name="csX13" fmla="*/ 429503 w 1701252"/>
                <a:gd name="csY13" fmla="*/ 60730 h 376924"/>
                <a:gd name="csX14" fmla="*/ 378228 w 1701252"/>
                <a:gd name="csY14" fmla="*/ 26546 h 376924"/>
                <a:gd name="csX15" fmla="*/ 352591 w 1701252"/>
                <a:gd name="csY15" fmla="*/ 9455 h 376924"/>
                <a:gd name="csX16" fmla="*/ 232950 w 1701252"/>
                <a:gd name="csY16" fmla="*/ 35092 h 376924"/>
                <a:gd name="csX17" fmla="*/ 207312 w 1701252"/>
                <a:gd name="csY17" fmla="*/ 43638 h 376924"/>
                <a:gd name="csX18" fmla="*/ 104763 w 1701252"/>
                <a:gd name="csY18" fmla="*/ 35092 h 376924"/>
                <a:gd name="csX19" fmla="*/ 79125 w 1701252"/>
                <a:gd name="csY19" fmla="*/ 26546 h 376924"/>
                <a:gd name="csX20" fmla="*/ 44942 w 1701252"/>
                <a:gd name="csY20" fmla="*/ 18001 h 376924"/>
                <a:gd name="csX21" fmla="*/ 19305 w 1701252"/>
                <a:gd name="csY21" fmla="*/ 35092 h 376924"/>
                <a:gd name="csX22" fmla="*/ 27851 w 1701252"/>
                <a:gd name="csY22" fmla="*/ 60730 h 376924"/>
                <a:gd name="csX23" fmla="*/ 9372 w 1701252"/>
                <a:gd name="csY23" fmla="*/ 196414 h 376924"/>
                <a:gd name="csX24" fmla="*/ 62034 w 1701252"/>
                <a:gd name="csY24" fmla="*/ 206008 h 376924"/>
                <a:gd name="csX25" fmla="*/ 113309 w 1701252"/>
                <a:gd name="csY25" fmla="*/ 223100 h 376924"/>
                <a:gd name="csX26" fmla="*/ 164583 w 1701252"/>
                <a:gd name="csY26" fmla="*/ 240191 h 376924"/>
                <a:gd name="csX27" fmla="*/ 190221 w 1701252"/>
                <a:gd name="csY27" fmla="*/ 248737 h 376924"/>
                <a:gd name="csX28" fmla="*/ 241495 w 1701252"/>
                <a:gd name="csY28" fmla="*/ 257283 h 376924"/>
                <a:gd name="csX29" fmla="*/ 284224 w 1701252"/>
                <a:gd name="csY29" fmla="*/ 265829 h 376924"/>
                <a:gd name="csX30" fmla="*/ 335499 w 1701252"/>
                <a:gd name="csY30" fmla="*/ 282920 h 376924"/>
                <a:gd name="csX31" fmla="*/ 386774 w 1701252"/>
                <a:gd name="csY31" fmla="*/ 317104 h 376924"/>
                <a:gd name="csX32" fmla="*/ 429503 w 1701252"/>
                <a:gd name="csY32" fmla="*/ 351287 h 376924"/>
                <a:gd name="csX33" fmla="*/ 489323 w 1701252"/>
                <a:gd name="csY33" fmla="*/ 376924 h 376924"/>
                <a:gd name="csX34" fmla="*/ 566236 w 1701252"/>
                <a:gd name="csY34" fmla="*/ 368378 h 376924"/>
                <a:gd name="csX35" fmla="*/ 660239 w 1701252"/>
                <a:gd name="csY35" fmla="*/ 359832 h 376924"/>
                <a:gd name="csX36" fmla="*/ 711514 w 1701252"/>
                <a:gd name="csY36" fmla="*/ 342741 h 376924"/>
                <a:gd name="csX37" fmla="*/ 779880 w 1701252"/>
                <a:gd name="csY37" fmla="*/ 300012 h 376924"/>
                <a:gd name="csX38" fmla="*/ 967888 w 1701252"/>
                <a:gd name="csY38" fmla="*/ 308558 h 376924"/>
                <a:gd name="csX39" fmla="*/ 1027709 w 1701252"/>
                <a:gd name="csY39" fmla="*/ 325649 h 376924"/>
                <a:gd name="csX40" fmla="*/ 1061892 w 1701252"/>
                <a:gd name="csY40" fmla="*/ 342741 h 376924"/>
                <a:gd name="csX41" fmla="*/ 1138804 w 1701252"/>
                <a:gd name="csY41" fmla="*/ 368378 h 376924"/>
                <a:gd name="csX42" fmla="*/ 1284082 w 1701252"/>
                <a:gd name="csY42" fmla="*/ 351287 h 376924"/>
                <a:gd name="csX43" fmla="*/ 1318266 w 1701252"/>
                <a:gd name="csY43" fmla="*/ 334195 h 376924"/>
                <a:gd name="csX44" fmla="*/ 1369540 w 1701252"/>
                <a:gd name="csY44" fmla="*/ 300012 h 376924"/>
                <a:gd name="csX45" fmla="*/ 1557548 w 1701252"/>
                <a:gd name="csY45" fmla="*/ 300012 h 376924"/>
                <a:gd name="csX46" fmla="*/ 1625914 w 1701252"/>
                <a:gd name="csY46" fmla="*/ 282920 h 376924"/>
                <a:gd name="csX47" fmla="*/ 1701252 w 1701252"/>
                <a:gd name="csY47" fmla="*/ 249787 h 376924"/>
                <a:gd name="csX0" fmla="*/ 1682586 w 1701252"/>
                <a:gd name="csY0" fmla="*/ 47649 h 376924"/>
                <a:gd name="csX1" fmla="*/ 1571678 w 1701252"/>
                <a:gd name="csY1" fmla="*/ 47 h 376924"/>
                <a:gd name="csX2" fmla="*/ 1275537 w 1701252"/>
                <a:gd name="csY2" fmla="*/ 35092 h 376924"/>
                <a:gd name="csX3" fmla="*/ 1249899 w 1701252"/>
                <a:gd name="csY3" fmla="*/ 18001 h 376924"/>
                <a:gd name="csX4" fmla="*/ 1181533 w 1701252"/>
                <a:gd name="csY4" fmla="*/ 909 h 376924"/>
                <a:gd name="csX5" fmla="*/ 1130258 w 1701252"/>
                <a:gd name="csY5" fmla="*/ 9455 h 376924"/>
                <a:gd name="csX6" fmla="*/ 1104621 w 1701252"/>
                <a:gd name="csY6" fmla="*/ 35092 h 376924"/>
                <a:gd name="csX7" fmla="*/ 1078983 w 1701252"/>
                <a:gd name="csY7" fmla="*/ 52184 h 376924"/>
                <a:gd name="csX8" fmla="*/ 890976 w 1701252"/>
                <a:gd name="csY8" fmla="*/ 43638 h 376924"/>
                <a:gd name="csX9" fmla="*/ 831155 w 1701252"/>
                <a:gd name="csY9" fmla="*/ 26546 h 376924"/>
                <a:gd name="csX10" fmla="*/ 557690 w 1701252"/>
                <a:gd name="csY10" fmla="*/ 35092 h 376924"/>
                <a:gd name="csX11" fmla="*/ 540598 w 1701252"/>
                <a:gd name="csY11" fmla="*/ 60730 h 376924"/>
                <a:gd name="csX12" fmla="*/ 514961 w 1701252"/>
                <a:gd name="csY12" fmla="*/ 77821 h 376924"/>
                <a:gd name="csX13" fmla="*/ 429503 w 1701252"/>
                <a:gd name="csY13" fmla="*/ 60730 h 376924"/>
                <a:gd name="csX14" fmla="*/ 378228 w 1701252"/>
                <a:gd name="csY14" fmla="*/ 26546 h 376924"/>
                <a:gd name="csX15" fmla="*/ 352591 w 1701252"/>
                <a:gd name="csY15" fmla="*/ 9455 h 376924"/>
                <a:gd name="csX16" fmla="*/ 232950 w 1701252"/>
                <a:gd name="csY16" fmla="*/ 35092 h 376924"/>
                <a:gd name="csX17" fmla="*/ 207312 w 1701252"/>
                <a:gd name="csY17" fmla="*/ 43638 h 376924"/>
                <a:gd name="csX18" fmla="*/ 104763 w 1701252"/>
                <a:gd name="csY18" fmla="*/ 35092 h 376924"/>
                <a:gd name="csX19" fmla="*/ 79125 w 1701252"/>
                <a:gd name="csY19" fmla="*/ 26546 h 376924"/>
                <a:gd name="csX20" fmla="*/ 44942 w 1701252"/>
                <a:gd name="csY20" fmla="*/ 18001 h 376924"/>
                <a:gd name="csX21" fmla="*/ 19305 w 1701252"/>
                <a:gd name="csY21" fmla="*/ 35092 h 376924"/>
                <a:gd name="csX22" fmla="*/ 27851 w 1701252"/>
                <a:gd name="csY22" fmla="*/ 60730 h 376924"/>
                <a:gd name="csX23" fmla="*/ 9372 w 1701252"/>
                <a:gd name="csY23" fmla="*/ 196414 h 376924"/>
                <a:gd name="csX24" fmla="*/ 62034 w 1701252"/>
                <a:gd name="csY24" fmla="*/ 206008 h 376924"/>
                <a:gd name="csX25" fmla="*/ 113309 w 1701252"/>
                <a:gd name="csY25" fmla="*/ 223100 h 376924"/>
                <a:gd name="csX26" fmla="*/ 164583 w 1701252"/>
                <a:gd name="csY26" fmla="*/ 240191 h 376924"/>
                <a:gd name="csX27" fmla="*/ 190221 w 1701252"/>
                <a:gd name="csY27" fmla="*/ 248737 h 376924"/>
                <a:gd name="csX28" fmla="*/ 241495 w 1701252"/>
                <a:gd name="csY28" fmla="*/ 257283 h 376924"/>
                <a:gd name="csX29" fmla="*/ 284224 w 1701252"/>
                <a:gd name="csY29" fmla="*/ 265829 h 376924"/>
                <a:gd name="csX30" fmla="*/ 335499 w 1701252"/>
                <a:gd name="csY30" fmla="*/ 282920 h 376924"/>
                <a:gd name="csX31" fmla="*/ 386774 w 1701252"/>
                <a:gd name="csY31" fmla="*/ 317104 h 376924"/>
                <a:gd name="csX32" fmla="*/ 429503 w 1701252"/>
                <a:gd name="csY32" fmla="*/ 351287 h 376924"/>
                <a:gd name="csX33" fmla="*/ 489323 w 1701252"/>
                <a:gd name="csY33" fmla="*/ 376924 h 376924"/>
                <a:gd name="csX34" fmla="*/ 566236 w 1701252"/>
                <a:gd name="csY34" fmla="*/ 368378 h 376924"/>
                <a:gd name="csX35" fmla="*/ 660239 w 1701252"/>
                <a:gd name="csY35" fmla="*/ 359832 h 376924"/>
                <a:gd name="csX36" fmla="*/ 711514 w 1701252"/>
                <a:gd name="csY36" fmla="*/ 342741 h 376924"/>
                <a:gd name="csX37" fmla="*/ 807953 w 1701252"/>
                <a:gd name="csY37" fmla="*/ 324075 h 376924"/>
                <a:gd name="csX38" fmla="*/ 967888 w 1701252"/>
                <a:gd name="csY38" fmla="*/ 308558 h 376924"/>
                <a:gd name="csX39" fmla="*/ 1027709 w 1701252"/>
                <a:gd name="csY39" fmla="*/ 325649 h 376924"/>
                <a:gd name="csX40" fmla="*/ 1061892 w 1701252"/>
                <a:gd name="csY40" fmla="*/ 342741 h 376924"/>
                <a:gd name="csX41" fmla="*/ 1138804 w 1701252"/>
                <a:gd name="csY41" fmla="*/ 368378 h 376924"/>
                <a:gd name="csX42" fmla="*/ 1284082 w 1701252"/>
                <a:gd name="csY42" fmla="*/ 351287 h 376924"/>
                <a:gd name="csX43" fmla="*/ 1318266 w 1701252"/>
                <a:gd name="csY43" fmla="*/ 334195 h 376924"/>
                <a:gd name="csX44" fmla="*/ 1369540 w 1701252"/>
                <a:gd name="csY44" fmla="*/ 300012 h 376924"/>
                <a:gd name="csX45" fmla="*/ 1557548 w 1701252"/>
                <a:gd name="csY45" fmla="*/ 300012 h 376924"/>
                <a:gd name="csX46" fmla="*/ 1625914 w 1701252"/>
                <a:gd name="csY46" fmla="*/ 282920 h 376924"/>
                <a:gd name="csX47" fmla="*/ 1701252 w 1701252"/>
                <a:gd name="csY47" fmla="*/ 249787 h 376924"/>
                <a:gd name="csX0" fmla="*/ 1682586 w 1701252"/>
                <a:gd name="csY0" fmla="*/ 47649 h 376924"/>
                <a:gd name="csX1" fmla="*/ 1571678 w 1701252"/>
                <a:gd name="csY1" fmla="*/ 47 h 376924"/>
                <a:gd name="csX2" fmla="*/ 1275537 w 1701252"/>
                <a:gd name="csY2" fmla="*/ 35092 h 376924"/>
                <a:gd name="csX3" fmla="*/ 1249899 w 1701252"/>
                <a:gd name="csY3" fmla="*/ 18001 h 376924"/>
                <a:gd name="csX4" fmla="*/ 1181533 w 1701252"/>
                <a:gd name="csY4" fmla="*/ 909 h 376924"/>
                <a:gd name="csX5" fmla="*/ 1130258 w 1701252"/>
                <a:gd name="csY5" fmla="*/ 9455 h 376924"/>
                <a:gd name="csX6" fmla="*/ 1104621 w 1701252"/>
                <a:gd name="csY6" fmla="*/ 35092 h 376924"/>
                <a:gd name="csX7" fmla="*/ 1078983 w 1701252"/>
                <a:gd name="csY7" fmla="*/ 52184 h 376924"/>
                <a:gd name="csX8" fmla="*/ 890976 w 1701252"/>
                <a:gd name="csY8" fmla="*/ 43638 h 376924"/>
                <a:gd name="csX9" fmla="*/ 831155 w 1701252"/>
                <a:gd name="csY9" fmla="*/ 26546 h 376924"/>
                <a:gd name="csX10" fmla="*/ 557690 w 1701252"/>
                <a:gd name="csY10" fmla="*/ 35092 h 376924"/>
                <a:gd name="csX11" fmla="*/ 540598 w 1701252"/>
                <a:gd name="csY11" fmla="*/ 60730 h 376924"/>
                <a:gd name="csX12" fmla="*/ 514961 w 1701252"/>
                <a:gd name="csY12" fmla="*/ 77821 h 376924"/>
                <a:gd name="csX13" fmla="*/ 429503 w 1701252"/>
                <a:gd name="csY13" fmla="*/ 60730 h 376924"/>
                <a:gd name="csX14" fmla="*/ 378228 w 1701252"/>
                <a:gd name="csY14" fmla="*/ 26546 h 376924"/>
                <a:gd name="csX15" fmla="*/ 352591 w 1701252"/>
                <a:gd name="csY15" fmla="*/ 9455 h 376924"/>
                <a:gd name="csX16" fmla="*/ 232950 w 1701252"/>
                <a:gd name="csY16" fmla="*/ 35092 h 376924"/>
                <a:gd name="csX17" fmla="*/ 207312 w 1701252"/>
                <a:gd name="csY17" fmla="*/ 43638 h 376924"/>
                <a:gd name="csX18" fmla="*/ 104763 w 1701252"/>
                <a:gd name="csY18" fmla="*/ 35092 h 376924"/>
                <a:gd name="csX19" fmla="*/ 79125 w 1701252"/>
                <a:gd name="csY19" fmla="*/ 26546 h 376924"/>
                <a:gd name="csX20" fmla="*/ 44942 w 1701252"/>
                <a:gd name="csY20" fmla="*/ 18001 h 376924"/>
                <a:gd name="csX21" fmla="*/ 19305 w 1701252"/>
                <a:gd name="csY21" fmla="*/ 35092 h 376924"/>
                <a:gd name="csX22" fmla="*/ 27851 w 1701252"/>
                <a:gd name="csY22" fmla="*/ 60730 h 376924"/>
                <a:gd name="csX23" fmla="*/ 9372 w 1701252"/>
                <a:gd name="csY23" fmla="*/ 196414 h 376924"/>
                <a:gd name="csX24" fmla="*/ 62034 w 1701252"/>
                <a:gd name="csY24" fmla="*/ 206008 h 376924"/>
                <a:gd name="csX25" fmla="*/ 113309 w 1701252"/>
                <a:gd name="csY25" fmla="*/ 223100 h 376924"/>
                <a:gd name="csX26" fmla="*/ 164583 w 1701252"/>
                <a:gd name="csY26" fmla="*/ 240191 h 376924"/>
                <a:gd name="csX27" fmla="*/ 190221 w 1701252"/>
                <a:gd name="csY27" fmla="*/ 248737 h 376924"/>
                <a:gd name="csX28" fmla="*/ 241495 w 1701252"/>
                <a:gd name="csY28" fmla="*/ 257283 h 376924"/>
                <a:gd name="csX29" fmla="*/ 284224 w 1701252"/>
                <a:gd name="csY29" fmla="*/ 265829 h 376924"/>
                <a:gd name="csX30" fmla="*/ 335499 w 1701252"/>
                <a:gd name="csY30" fmla="*/ 282920 h 376924"/>
                <a:gd name="csX31" fmla="*/ 386774 w 1701252"/>
                <a:gd name="csY31" fmla="*/ 317104 h 376924"/>
                <a:gd name="csX32" fmla="*/ 429503 w 1701252"/>
                <a:gd name="csY32" fmla="*/ 351287 h 376924"/>
                <a:gd name="csX33" fmla="*/ 489323 w 1701252"/>
                <a:gd name="csY33" fmla="*/ 376924 h 376924"/>
                <a:gd name="csX34" fmla="*/ 566236 w 1701252"/>
                <a:gd name="csY34" fmla="*/ 368378 h 376924"/>
                <a:gd name="csX35" fmla="*/ 660239 w 1701252"/>
                <a:gd name="csY35" fmla="*/ 359832 h 376924"/>
                <a:gd name="csX36" fmla="*/ 711514 w 1701252"/>
                <a:gd name="csY36" fmla="*/ 342741 h 376924"/>
                <a:gd name="csX37" fmla="*/ 807953 w 1701252"/>
                <a:gd name="csY37" fmla="*/ 324075 h 376924"/>
                <a:gd name="csX38" fmla="*/ 951846 w 1701252"/>
                <a:gd name="csY38" fmla="*/ 324600 h 376924"/>
                <a:gd name="csX39" fmla="*/ 1027709 w 1701252"/>
                <a:gd name="csY39" fmla="*/ 325649 h 376924"/>
                <a:gd name="csX40" fmla="*/ 1061892 w 1701252"/>
                <a:gd name="csY40" fmla="*/ 342741 h 376924"/>
                <a:gd name="csX41" fmla="*/ 1138804 w 1701252"/>
                <a:gd name="csY41" fmla="*/ 368378 h 376924"/>
                <a:gd name="csX42" fmla="*/ 1284082 w 1701252"/>
                <a:gd name="csY42" fmla="*/ 351287 h 376924"/>
                <a:gd name="csX43" fmla="*/ 1318266 w 1701252"/>
                <a:gd name="csY43" fmla="*/ 334195 h 376924"/>
                <a:gd name="csX44" fmla="*/ 1369540 w 1701252"/>
                <a:gd name="csY44" fmla="*/ 300012 h 376924"/>
                <a:gd name="csX45" fmla="*/ 1557548 w 1701252"/>
                <a:gd name="csY45" fmla="*/ 300012 h 376924"/>
                <a:gd name="csX46" fmla="*/ 1625914 w 1701252"/>
                <a:gd name="csY46" fmla="*/ 282920 h 376924"/>
                <a:gd name="csX47" fmla="*/ 1701252 w 1701252"/>
                <a:gd name="csY47" fmla="*/ 249787 h 376924"/>
                <a:gd name="csX0" fmla="*/ 1682586 w 1701252"/>
                <a:gd name="csY0" fmla="*/ 47649 h 376924"/>
                <a:gd name="csX1" fmla="*/ 1571678 w 1701252"/>
                <a:gd name="csY1" fmla="*/ 47 h 376924"/>
                <a:gd name="csX2" fmla="*/ 1275537 w 1701252"/>
                <a:gd name="csY2" fmla="*/ 35092 h 376924"/>
                <a:gd name="csX3" fmla="*/ 1249899 w 1701252"/>
                <a:gd name="csY3" fmla="*/ 18001 h 376924"/>
                <a:gd name="csX4" fmla="*/ 1181533 w 1701252"/>
                <a:gd name="csY4" fmla="*/ 909 h 376924"/>
                <a:gd name="csX5" fmla="*/ 1130258 w 1701252"/>
                <a:gd name="csY5" fmla="*/ 9455 h 376924"/>
                <a:gd name="csX6" fmla="*/ 1104621 w 1701252"/>
                <a:gd name="csY6" fmla="*/ 35092 h 376924"/>
                <a:gd name="csX7" fmla="*/ 1078983 w 1701252"/>
                <a:gd name="csY7" fmla="*/ 52184 h 376924"/>
                <a:gd name="csX8" fmla="*/ 890976 w 1701252"/>
                <a:gd name="csY8" fmla="*/ 43638 h 376924"/>
                <a:gd name="csX9" fmla="*/ 831155 w 1701252"/>
                <a:gd name="csY9" fmla="*/ 26546 h 376924"/>
                <a:gd name="csX10" fmla="*/ 557690 w 1701252"/>
                <a:gd name="csY10" fmla="*/ 35092 h 376924"/>
                <a:gd name="csX11" fmla="*/ 540598 w 1701252"/>
                <a:gd name="csY11" fmla="*/ 60730 h 376924"/>
                <a:gd name="csX12" fmla="*/ 514961 w 1701252"/>
                <a:gd name="csY12" fmla="*/ 77821 h 376924"/>
                <a:gd name="csX13" fmla="*/ 429503 w 1701252"/>
                <a:gd name="csY13" fmla="*/ 60730 h 376924"/>
                <a:gd name="csX14" fmla="*/ 378228 w 1701252"/>
                <a:gd name="csY14" fmla="*/ 26546 h 376924"/>
                <a:gd name="csX15" fmla="*/ 352591 w 1701252"/>
                <a:gd name="csY15" fmla="*/ 9455 h 376924"/>
                <a:gd name="csX16" fmla="*/ 232950 w 1701252"/>
                <a:gd name="csY16" fmla="*/ 35092 h 376924"/>
                <a:gd name="csX17" fmla="*/ 207312 w 1701252"/>
                <a:gd name="csY17" fmla="*/ 43638 h 376924"/>
                <a:gd name="csX18" fmla="*/ 104763 w 1701252"/>
                <a:gd name="csY18" fmla="*/ 35092 h 376924"/>
                <a:gd name="csX19" fmla="*/ 79125 w 1701252"/>
                <a:gd name="csY19" fmla="*/ 26546 h 376924"/>
                <a:gd name="csX20" fmla="*/ 44942 w 1701252"/>
                <a:gd name="csY20" fmla="*/ 18001 h 376924"/>
                <a:gd name="csX21" fmla="*/ 19305 w 1701252"/>
                <a:gd name="csY21" fmla="*/ 35092 h 376924"/>
                <a:gd name="csX22" fmla="*/ 27851 w 1701252"/>
                <a:gd name="csY22" fmla="*/ 60730 h 376924"/>
                <a:gd name="csX23" fmla="*/ 9372 w 1701252"/>
                <a:gd name="csY23" fmla="*/ 196414 h 376924"/>
                <a:gd name="csX24" fmla="*/ 62034 w 1701252"/>
                <a:gd name="csY24" fmla="*/ 206008 h 376924"/>
                <a:gd name="csX25" fmla="*/ 113309 w 1701252"/>
                <a:gd name="csY25" fmla="*/ 223100 h 376924"/>
                <a:gd name="csX26" fmla="*/ 164583 w 1701252"/>
                <a:gd name="csY26" fmla="*/ 240191 h 376924"/>
                <a:gd name="csX27" fmla="*/ 190221 w 1701252"/>
                <a:gd name="csY27" fmla="*/ 248737 h 376924"/>
                <a:gd name="csX28" fmla="*/ 241495 w 1701252"/>
                <a:gd name="csY28" fmla="*/ 257283 h 376924"/>
                <a:gd name="csX29" fmla="*/ 284224 w 1701252"/>
                <a:gd name="csY29" fmla="*/ 265829 h 376924"/>
                <a:gd name="csX30" fmla="*/ 335499 w 1701252"/>
                <a:gd name="csY30" fmla="*/ 282920 h 376924"/>
                <a:gd name="csX31" fmla="*/ 386774 w 1701252"/>
                <a:gd name="csY31" fmla="*/ 317104 h 376924"/>
                <a:gd name="csX32" fmla="*/ 429503 w 1701252"/>
                <a:gd name="csY32" fmla="*/ 351287 h 376924"/>
                <a:gd name="csX33" fmla="*/ 489323 w 1701252"/>
                <a:gd name="csY33" fmla="*/ 376924 h 376924"/>
                <a:gd name="csX34" fmla="*/ 566236 w 1701252"/>
                <a:gd name="csY34" fmla="*/ 368378 h 376924"/>
                <a:gd name="csX35" fmla="*/ 660239 w 1701252"/>
                <a:gd name="csY35" fmla="*/ 359832 h 376924"/>
                <a:gd name="csX36" fmla="*/ 711514 w 1701252"/>
                <a:gd name="csY36" fmla="*/ 342741 h 376924"/>
                <a:gd name="csX37" fmla="*/ 819985 w 1701252"/>
                <a:gd name="csY37" fmla="*/ 340117 h 376924"/>
                <a:gd name="csX38" fmla="*/ 951846 w 1701252"/>
                <a:gd name="csY38" fmla="*/ 324600 h 376924"/>
                <a:gd name="csX39" fmla="*/ 1027709 w 1701252"/>
                <a:gd name="csY39" fmla="*/ 325649 h 376924"/>
                <a:gd name="csX40" fmla="*/ 1061892 w 1701252"/>
                <a:gd name="csY40" fmla="*/ 342741 h 376924"/>
                <a:gd name="csX41" fmla="*/ 1138804 w 1701252"/>
                <a:gd name="csY41" fmla="*/ 368378 h 376924"/>
                <a:gd name="csX42" fmla="*/ 1284082 w 1701252"/>
                <a:gd name="csY42" fmla="*/ 351287 h 376924"/>
                <a:gd name="csX43" fmla="*/ 1318266 w 1701252"/>
                <a:gd name="csY43" fmla="*/ 334195 h 376924"/>
                <a:gd name="csX44" fmla="*/ 1369540 w 1701252"/>
                <a:gd name="csY44" fmla="*/ 300012 h 376924"/>
                <a:gd name="csX45" fmla="*/ 1557548 w 1701252"/>
                <a:gd name="csY45" fmla="*/ 300012 h 376924"/>
                <a:gd name="csX46" fmla="*/ 1625914 w 1701252"/>
                <a:gd name="csY46" fmla="*/ 282920 h 376924"/>
                <a:gd name="csX47" fmla="*/ 1701252 w 1701252"/>
                <a:gd name="csY47" fmla="*/ 249787 h 376924"/>
                <a:gd name="csX0" fmla="*/ 1682586 w 1701252"/>
                <a:gd name="csY0" fmla="*/ 47649 h 376924"/>
                <a:gd name="csX1" fmla="*/ 1571678 w 1701252"/>
                <a:gd name="csY1" fmla="*/ 47 h 376924"/>
                <a:gd name="csX2" fmla="*/ 1275537 w 1701252"/>
                <a:gd name="csY2" fmla="*/ 35092 h 376924"/>
                <a:gd name="csX3" fmla="*/ 1249899 w 1701252"/>
                <a:gd name="csY3" fmla="*/ 18001 h 376924"/>
                <a:gd name="csX4" fmla="*/ 1181533 w 1701252"/>
                <a:gd name="csY4" fmla="*/ 909 h 376924"/>
                <a:gd name="csX5" fmla="*/ 1130258 w 1701252"/>
                <a:gd name="csY5" fmla="*/ 9455 h 376924"/>
                <a:gd name="csX6" fmla="*/ 1104621 w 1701252"/>
                <a:gd name="csY6" fmla="*/ 35092 h 376924"/>
                <a:gd name="csX7" fmla="*/ 1078983 w 1701252"/>
                <a:gd name="csY7" fmla="*/ 52184 h 376924"/>
                <a:gd name="csX8" fmla="*/ 890976 w 1701252"/>
                <a:gd name="csY8" fmla="*/ 43638 h 376924"/>
                <a:gd name="csX9" fmla="*/ 831155 w 1701252"/>
                <a:gd name="csY9" fmla="*/ 26546 h 376924"/>
                <a:gd name="csX10" fmla="*/ 557690 w 1701252"/>
                <a:gd name="csY10" fmla="*/ 35092 h 376924"/>
                <a:gd name="csX11" fmla="*/ 540598 w 1701252"/>
                <a:gd name="csY11" fmla="*/ 60730 h 376924"/>
                <a:gd name="csX12" fmla="*/ 514961 w 1701252"/>
                <a:gd name="csY12" fmla="*/ 77821 h 376924"/>
                <a:gd name="csX13" fmla="*/ 429503 w 1701252"/>
                <a:gd name="csY13" fmla="*/ 60730 h 376924"/>
                <a:gd name="csX14" fmla="*/ 378228 w 1701252"/>
                <a:gd name="csY14" fmla="*/ 26546 h 376924"/>
                <a:gd name="csX15" fmla="*/ 352591 w 1701252"/>
                <a:gd name="csY15" fmla="*/ 9455 h 376924"/>
                <a:gd name="csX16" fmla="*/ 232950 w 1701252"/>
                <a:gd name="csY16" fmla="*/ 35092 h 376924"/>
                <a:gd name="csX17" fmla="*/ 207312 w 1701252"/>
                <a:gd name="csY17" fmla="*/ 43638 h 376924"/>
                <a:gd name="csX18" fmla="*/ 104763 w 1701252"/>
                <a:gd name="csY18" fmla="*/ 35092 h 376924"/>
                <a:gd name="csX19" fmla="*/ 79125 w 1701252"/>
                <a:gd name="csY19" fmla="*/ 26546 h 376924"/>
                <a:gd name="csX20" fmla="*/ 44942 w 1701252"/>
                <a:gd name="csY20" fmla="*/ 18001 h 376924"/>
                <a:gd name="csX21" fmla="*/ 19305 w 1701252"/>
                <a:gd name="csY21" fmla="*/ 35092 h 376924"/>
                <a:gd name="csX22" fmla="*/ 27851 w 1701252"/>
                <a:gd name="csY22" fmla="*/ 60730 h 376924"/>
                <a:gd name="csX23" fmla="*/ 9372 w 1701252"/>
                <a:gd name="csY23" fmla="*/ 196414 h 376924"/>
                <a:gd name="csX24" fmla="*/ 62034 w 1701252"/>
                <a:gd name="csY24" fmla="*/ 206008 h 376924"/>
                <a:gd name="csX25" fmla="*/ 113309 w 1701252"/>
                <a:gd name="csY25" fmla="*/ 223100 h 376924"/>
                <a:gd name="csX26" fmla="*/ 164583 w 1701252"/>
                <a:gd name="csY26" fmla="*/ 240191 h 376924"/>
                <a:gd name="csX27" fmla="*/ 190221 w 1701252"/>
                <a:gd name="csY27" fmla="*/ 248737 h 376924"/>
                <a:gd name="csX28" fmla="*/ 241495 w 1701252"/>
                <a:gd name="csY28" fmla="*/ 257283 h 376924"/>
                <a:gd name="csX29" fmla="*/ 284224 w 1701252"/>
                <a:gd name="csY29" fmla="*/ 265829 h 376924"/>
                <a:gd name="csX30" fmla="*/ 335499 w 1701252"/>
                <a:gd name="csY30" fmla="*/ 282920 h 376924"/>
                <a:gd name="csX31" fmla="*/ 386774 w 1701252"/>
                <a:gd name="csY31" fmla="*/ 317104 h 376924"/>
                <a:gd name="csX32" fmla="*/ 429503 w 1701252"/>
                <a:gd name="csY32" fmla="*/ 351287 h 376924"/>
                <a:gd name="csX33" fmla="*/ 489323 w 1701252"/>
                <a:gd name="csY33" fmla="*/ 376924 h 376924"/>
                <a:gd name="csX34" fmla="*/ 566236 w 1701252"/>
                <a:gd name="csY34" fmla="*/ 368378 h 376924"/>
                <a:gd name="csX35" fmla="*/ 660239 w 1701252"/>
                <a:gd name="csY35" fmla="*/ 359832 h 376924"/>
                <a:gd name="csX36" fmla="*/ 711514 w 1701252"/>
                <a:gd name="csY36" fmla="*/ 342741 h 376924"/>
                <a:gd name="csX37" fmla="*/ 819985 w 1701252"/>
                <a:gd name="csY37" fmla="*/ 340117 h 376924"/>
                <a:gd name="csX38" fmla="*/ 979919 w 1701252"/>
                <a:gd name="csY38" fmla="*/ 340642 h 376924"/>
                <a:gd name="csX39" fmla="*/ 1027709 w 1701252"/>
                <a:gd name="csY39" fmla="*/ 325649 h 376924"/>
                <a:gd name="csX40" fmla="*/ 1061892 w 1701252"/>
                <a:gd name="csY40" fmla="*/ 342741 h 376924"/>
                <a:gd name="csX41" fmla="*/ 1138804 w 1701252"/>
                <a:gd name="csY41" fmla="*/ 368378 h 376924"/>
                <a:gd name="csX42" fmla="*/ 1284082 w 1701252"/>
                <a:gd name="csY42" fmla="*/ 351287 h 376924"/>
                <a:gd name="csX43" fmla="*/ 1318266 w 1701252"/>
                <a:gd name="csY43" fmla="*/ 334195 h 376924"/>
                <a:gd name="csX44" fmla="*/ 1369540 w 1701252"/>
                <a:gd name="csY44" fmla="*/ 300012 h 376924"/>
                <a:gd name="csX45" fmla="*/ 1557548 w 1701252"/>
                <a:gd name="csY45" fmla="*/ 300012 h 376924"/>
                <a:gd name="csX46" fmla="*/ 1625914 w 1701252"/>
                <a:gd name="csY46" fmla="*/ 282920 h 376924"/>
                <a:gd name="csX47" fmla="*/ 1701252 w 1701252"/>
                <a:gd name="csY47" fmla="*/ 249787 h 3769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1701252" h="376924">
                  <a:moveTo>
                    <a:pt x="1682586" y="47649"/>
                  </a:moveTo>
                  <a:cubicBezTo>
                    <a:pt x="1668343" y="50498"/>
                    <a:pt x="1639519" y="2140"/>
                    <a:pt x="1571678" y="47"/>
                  </a:cubicBezTo>
                  <a:cubicBezTo>
                    <a:pt x="1503837" y="-2046"/>
                    <a:pt x="1396512" y="65337"/>
                    <a:pt x="1275537" y="35092"/>
                  </a:cubicBezTo>
                  <a:cubicBezTo>
                    <a:pt x="1266991" y="29395"/>
                    <a:pt x="1259086" y="22594"/>
                    <a:pt x="1249899" y="18001"/>
                  </a:cubicBezTo>
                  <a:cubicBezTo>
                    <a:pt x="1232379" y="9241"/>
                    <a:pt x="1197788" y="4160"/>
                    <a:pt x="1181533" y="909"/>
                  </a:cubicBezTo>
                  <a:cubicBezTo>
                    <a:pt x="1164441" y="3758"/>
                    <a:pt x="1146092" y="2418"/>
                    <a:pt x="1130258" y="9455"/>
                  </a:cubicBezTo>
                  <a:cubicBezTo>
                    <a:pt x="1119214" y="14363"/>
                    <a:pt x="1113905" y="27355"/>
                    <a:pt x="1104621" y="35092"/>
                  </a:cubicBezTo>
                  <a:cubicBezTo>
                    <a:pt x="1096731" y="41667"/>
                    <a:pt x="1087529" y="46487"/>
                    <a:pt x="1078983" y="52184"/>
                  </a:cubicBezTo>
                  <a:cubicBezTo>
                    <a:pt x="1016314" y="49335"/>
                    <a:pt x="953525" y="48450"/>
                    <a:pt x="890976" y="43638"/>
                  </a:cubicBezTo>
                  <a:cubicBezTo>
                    <a:pt x="877027" y="42565"/>
                    <a:pt x="845713" y="31399"/>
                    <a:pt x="831155" y="26546"/>
                  </a:cubicBezTo>
                  <a:cubicBezTo>
                    <a:pt x="740000" y="29395"/>
                    <a:pt x="648265" y="24436"/>
                    <a:pt x="557690" y="35092"/>
                  </a:cubicBezTo>
                  <a:cubicBezTo>
                    <a:pt x="547489" y="36292"/>
                    <a:pt x="547861" y="53467"/>
                    <a:pt x="540598" y="60730"/>
                  </a:cubicBezTo>
                  <a:cubicBezTo>
                    <a:pt x="533336" y="67992"/>
                    <a:pt x="523507" y="72124"/>
                    <a:pt x="514961" y="77821"/>
                  </a:cubicBezTo>
                  <a:cubicBezTo>
                    <a:pt x="508529" y="76749"/>
                    <a:pt x="442248" y="67102"/>
                    <a:pt x="429503" y="60730"/>
                  </a:cubicBezTo>
                  <a:cubicBezTo>
                    <a:pt x="411130" y="51543"/>
                    <a:pt x="395320" y="37941"/>
                    <a:pt x="378228" y="26546"/>
                  </a:cubicBezTo>
                  <a:lnTo>
                    <a:pt x="352591" y="9455"/>
                  </a:lnTo>
                  <a:cubicBezTo>
                    <a:pt x="266348" y="20235"/>
                    <a:pt x="306011" y="10739"/>
                    <a:pt x="232950" y="35092"/>
                  </a:cubicBezTo>
                  <a:lnTo>
                    <a:pt x="207312" y="43638"/>
                  </a:lnTo>
                  <a:cubicBezTo>
                    <a:pt x="173129" y="40789"/>
                    <a:pt x="138764" y="39626"/>
                    <a:pt x="104763" y="35092"/>
                  </a:cubicBezTo>
                  <a:cubicBezTo>
                    <a:pt x="95834" y="33901"/>
                    <a:pt x="87787" y="29021"/>
                    <a:pt x="79125" y="26546"/>
                  </a:cubicBezTo>
                  <a:cubicBezTo>
                    <a:pt x="67832" y="23320"/>
                    <a:pt x="56336" y="20849"/>
                    <a:pt x="44942" y="18001"/>
                  </a:cubicBezTo>
                  <a:cubicBezTo>
                    <a:pt x="36396" y="23698"/>
                    <a:pt x="23119" y="25556"/>
                    <a:pt x="19305" y="35092"/>
                  </a:cubicBezTo>
                  <a:cubicBezTo>
                    <a:pt x="15960" y="43456"/>
                    <a:pt x="29507" y="33843"/>
                    <a:pt x="27851" y="60730"/>
                  </a:cubicBezTo>
                  <a:cubicBezTo>
                    <a:pt x="26196" y="87617"/>
                    <a:pt x="-19090" y="68340"/>
                    <a:pt x="9372" y="196414"/>
                  </a:cubicBezTo>
                  <a:cubicBezTo>
                    <a:pt x="11326" y="205207"/>
                    <a:pt x="44711" y="201560"/>
                    <a:pt x="62034" y="206008"/>
                  </a:cubicBezTo>
                  <a:cubicBezTo>
                    <a:pt x="79357" y="210456"/>
                    <a:pt x="96217" y="217403"/>
                    <a:pt x="113309" y="223100"/>
                  </a:cubicBezTo>
                  <a:lnTo>
                    <a:pt x="164583" y="240191"/>
                  </a:lnTo>
                  <a:cubicBezTo>
                    <a:pt x="173129" y="243040"/>
                    <a:pt x="181335" y="247256"/>
                    <a:pt x="190221" y="248737"/>
                  </a:cubicBezTo>
                  <a:lnTo>
                    <a:pt x="241495" y="257283"/>
                  </a:lnTo>
                  <a:cubicBezTo>
                    <a:pt x="255786" y="259881"/>
                    <a:pt x="270211" y="262007"/>
                    <a:pt x="284224" y="265829"/>
                  </a:cubicBezTo>
                  <a:cubicBezTo>
                    <a:pt x="301605" y="270569"/>
                    <a:pt x="335499" y="282920"/>
                    <a:pt x="335499" y="282920"/>
                  </a:cubicBezTo>
                  <a:cubicBezTo>
                    <a:pt x="352591" y="294315"/>
                    <a:pt x="370734" y="304272"/>
                    <a:pt x="386774" y="317104"/>
                  </a:cubicBezTo>
                  <a:cubicBezTo>
                    <a:pt x="401017" y="328498"/>
                    <a:pt x="414326" y="341169"/>
                    <a:pt x="429503" y="351287"/>
                  </a:cubicBezTo>
                  <a:cubicBezTo>
                    <a:pt x="450621" y="365365"/>
                    <a:pt x="466536" y="369328"/>
                    <a:pt x="489323" y="376924"/>
                  </a:cubicBezTo>
                  <a:lnTo>
                    <a:pt x="566236" y="368378"/>
                  </a:lnTo>
                  <a:cubicBezTo>
                    <a:pt x="597543" y="365247"/>
                    <a:pt x="629254" y="365300"/>
                    <a:pt x="660239" y="359832"/>
                  </a:cubicBezTo>
                  <a:cubicBezTo>
                    <a:pt x="677981" y="356701"/>
                    <a:pt x="684890" y="346027"/>
                    <a:pt x="711514" y="342741"/>
                  </a:cubicBezTo>
                  <a:cubicBezTo>
                    <a:pt x="738138" y="339455"/>
                    <a:pt x="780528" y="366423"/>
                    <a:pt x="819985" y="340117"/>
                  </a:cubicBezTo>
                  <a:cubicBezTo>
                    <a:pt x="882654" y="342966"/>
                    <a:pt x="945298" y="343053"/>
                    <a:pt x="979919" y="340642"/>
                  </a:cubicBezTo>
                  <a:cubicBezTo>
                    <a:pt x="1014540" y="338231"/>
                    <a:pt x="1014047" y="325299"/>
                    <a:pt x="1027709" y="325649"/>
                  </a:cubicBezTo>
                  <a:cubicBezTo>
                    <a:pt x="1041371" y="325999"/>
                    <a:pt x="1050251" y="337567"/>
                    <a:pt x="1061892" y="342741"/>
                  </a:cubicBezTo>
                  <a:cubicBezTo>
                    <a:pt x="1103263" y="361128"/>
                    <a:pt x="1099128" y="358459"/>
                    <a:pt x="1138804" y="368378"/>
                  </a:cubicBezTo>
                  <a:cubicBezTo>
                    <a:pt x="1168482" y="366095"/>
                    <a:pt x="1243316" y="366574"/>
                    <a:pt x="1284082" y="351287"/>
                  </a:cubicBezTo>
                  <a:cubicBezTo>
                    <a:pt x="1296011" y="346814"/>
                    <a:pt x="1307342" y="340750"/>
                    <a:pt x="1318266" y="334195"/>
                  </a:cubicBezTo>
                  <a:cubicBezTo>
                    <a:pt x="1335880" y="323627"/>
                    <a:pt x="1369540" y="300012"/>
                    <a:pt x="1369540" y="300012"/>
                  </a:cubicBezTo>
                  <a:cubicBezTo>
                    <a:pt x="1479892" y="306909"/>
                    <a:pt x="1477799" y="317101"/>
                    <a:pt x="1557548" y="300012"/>
                  </a:cubicBezTo>
                  <a:cubicBezTo>
                    <a:pt x="1580517" y="295090"/>
                    <a:pt x="1603629" y="290348"/>
                    <a:pt x="1625914" y="282920"/>
                  </a:cubicBezTo>
                  <a:lnTo>
                    <a:pt x="1701252" y="249787"/>
                  </a:lnTo>
                </a:path>
              </a:pathLst>
            </a:custGeom>
            <a:solidFill>
              <a:schemeClr val="accent6">
                <a:lumMod val="75000"/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D0F5459-9014-5FD1-11C3-7312532AE353}"/>
                </a:ext>
              </a:extLst>
            </p:cNvPr>
            <p:cNvSpPr/>
            <p:nvPr/>
          </p:nvSpPr>
          <p:spPr>
            <a:xfrm flipH="1">
              <a:off x="1979639" y="209966"/>
              <a:ext cx="1456557" cy="799114"/>
            </a:xfrm>
            <a:custGeom>
              <a:avLst/>
              <a:gdLst>
                <a:gd name="csX0" fmla="*/ 1350236 w 1350236"/>
                <a:gd name="csY0" fmla="*/ 145278 h 777667"/>
                <a:gd name="csX1" fmla="*/ 1239141 w 1350236"/>
                <a:gd name="csY1" fmla="*/ 487110 h 777667"/>
                <a:gd name="csX2" fmla="*/ 922946 w 1350236"/>
                <a:gd name="csY2" fmla="*/ 581114 h 777667"/>
                <a:gd name="csX3" fmla="*/ 675118 w 1350236"/>
                <a:gd name="csY3" fmla="*/ 478564 h 777667"/>
                <a:gd name="csX4" fmla="*/ 640935 w 1350236"/>
                <a:gd name="csY4" fmla="*/ 282011 h 777667"/>
                <a:gd name="csX5" fmla="*/ 769122 w 1350236"/>
                <a:gd name="csY5" fmla="*/ 273465 h 777667"/>
                <a:gd name="csX6" fmla="*/ 863126 w 1350236"/>
                <a:gd name="csY6" fmla="*/ 307648 h 777667"/>
                <a:gd name="csX7" fmla="*/ 957129 w 1350236"/>
                <a:gd name="csY7" fmla="*/ 145278 h 777667"/>
                <a:gd name="csX8" fmla="*/ 623843 w 1350236"/>
                <a:gd name="csY8" fmla="*/ 0 h 777667"/>
                <a:gd name="csX9" fmla="*/ 213645 w 1350236"/>
                <a:gd name="csY9" fmla="*/ 59820 h 777667"/>
                <a:gd name="csX10" fmla="*/ 94004 w 1350236"/>
                <a:gd name="csY10" fmla="*/ 401652 h 777667"/>
                <a:gd name="csX11" fmla="*/ 0 w 1350236"/>
                <a:gd name="csY11" fmla="*/ 777667 h 777667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0236"/>
                <a:gd name="csY0" fmla="*/ 151385 h 783774"/>
                <a:gd name="csX1" fmla="*/ 1239141 w 1350236"/>
                <a:gd name="csY1" fmla="*/ 493217 h 783774"/>
                <a:gd name="csX2" fmla="*/ 922946 w 1350236"/>
                <a:gd name="csY2" fmla="*/ 587221 h 783774"/>
                <a:gd name="csX3" fmla="*/ 675118 w 1350236"/>
                <a:gd name="csY3" fmla="*/ 484671 h 783774"/>
                <a:gd name="csX4" fmla="*/ 640935 w 1350236"/>
                <a:gd name="csY4" fmla="*/ 288118 h 783774"/>
                <a:gd name="csX5" fmla="*/ 769122 w 1350236"/>
                <a:gd name="csY5" fmla="*/ 279572 h 783774"/>
                <a:gd name="csX6" fmla="*/ 863126 w 1350236"/>
                <a:gd name="csY6" fmla="*/ 313755 h 783774"/>
                <a:gd name="csX7" fmla="*/ 957129 w 1350236"/>
                <a:gd name="csY7" fmla="*/ 151385 h 783774"/>
                <a:gd name="csX8" fmla="*/ 623843 w 1350236"/>
                <a:gd name="csY8" fmla="*/ 6107 h 783774"/>
                <a:gd name="csX9" fmla="*/ 213645 w 1350236"/>
                <a:gd name="csY9" fmla="*/ 65927 h 783774"/>
                <a:gd name="csX10" fmla="*/ 94004 w 1350236"/>
                <a:gd name="csY10" fmla="*/ 407759 h 783774"/>
                <a:gd name="csX11" fmla="*/ 0 w 1350236"/>
                <a:gd name="csY11" fmla="*/ 783774 h 783774"/>
                <a:gd name="csX0" fmla="*/ 1350236 w 1356010"/>
                <a:gd name="csY0" fmla="*/ 151385 h 783774"/>
                <a:gd name="csX1" fmla="*/ 1346988 w 1356010"/>
                <a:gd name="csY1" fmla="*/ 151385 h 783774"/>
                <a:gd name="csX2" fmla="*/ 1239141 w 1356010"/>
                <a:gd name="csY2" fmla="*/ 493217 h 783774"/>
                <a:gd name="csX3" fmla="*/ 922946 w 1356010"/>
                <a:gd name="csY3" fmla="*/ 587221 h 783774"/>
                <a:gd name="csX4" fmla="*/ 675118 w 1356010"/>
                <a:gd name="csY4" fmla="*/ 484671 h 783774"/>
                <a:gd name="csX5" fmla="*/ 640935 w 1356010"/>
                <a:gd name="csY5" fmla="*/ 288118 h 783774"/>
                <a:gd name="csX6" fmla="*/ 769122 w 1356010"/>
                <a:gd name="csY6" fmla="*/ 279572 h 783774"/>
                <a:gd name="csX7" fmla="*/ 863126 w 1356010"/>
                <a:gd name="csY7" fmla="*/ 313755 h 783774"/>
                <a:gd name="csX8" fmla="*/ 957129 w 1356010"/>
                <a:gd name="csY8" fmla="*/ 151385 h 783774"/>
                <a:gd name="csX9" fmla="*/ 623843 w 1356010"/>
                <a:gd name="csY9" fmla="*/ 6107 h 783774"/>
                <a:gd name="csX10" fmla="*/ 213645 w 1356010"/>
                <a:gd name="csY10" fmla="*/ 65927 h 783774"/>
                <a:gd name="csX11" fmla="*/ 94004 w 1356010"/>
                <a:gd name="csY11" fmla="*/ 407759 h 783774"/>
                <a:gd name="csX12" fmla="*/ 0 w 1356010"/>
                <a:gd name="csY12" fmla="*/ 783774 h 783774"/>
                <a:gd name="csX0" fmla="*/ 1350236 w 1350236"/>
                <a:gd name="csY0" fmla="*/ 151385 h 783774"/>
                <a:gd name="csX1" fmla="*/ 1252984 w 1350236"/>
                <a:gd name="csY1" fmla="*/ 271026 h 783774"/>
                <a:gd name="csX2" fmla="*/ 1239141 w 1350236"/>
                <a:gd name="csY2" fmla="*/ 493217 h 783774"/>
                <a:gd name="csX3" fmla="*/ 922946 w 1350236"/>
                <a:gd name="csY3" fmla="*/ 587221 h 783774"/>
                <a:gd name="csX4" fmla="*/ 675118 w 1350236"/>
                <a:gd name="csY4" fmla="*/ 484671 h 783774"/>
                <a:gd name="csX5" fmla="*/ 640935 w 1350236"/>
                <a:gd name="csY5" fmla="*/ 288118 h 783774"/>
                <a:gd name="csX6" fmla="*/ 769122 w 1350236"/>
                <a:gd name="csY6" fmla="*/ 279572 h 783774"/>
                <a:gd name="csX7" fmla="*/ 863126 w 1350236"/>
                <a:gd name="csY7" fmla="*/ 313755 h 783774"/>
                <a:gd name="csX8" fmla="*/ 957129 w 1350236"/>
                <a:gd name="csY8" fmla="*/ 151385 h 783774"/>
                <a:gd name="csX9" fmla="*/ 623843 w 1350236"/>
                <a:gd name="csY9" fmla="*/ 6107 h 783774"/>
                <a:gd name="csX10" fmla="*/ 213645 w 1350236"/>
                <a:gd name="csY10" fmla="*/ 65927 h 783774"/>
                <a:gd name="csX11" fmla="*/ 94004 w 1350236"/>
                <a:gd name="csY11" fmla="*/ 407759 h 783774"/>
                <a:gd name="csX12" fmla="*/ 0 w 1350236"/>
                <a:gd name="csY12" fmla="*/ 783774 h 783774"/>
                <a:gd name="csX0" fmla="*/ 1435694 w 1435694"/>
                <a:gd name="csY0" fmla="*/ 151385 h 783774"/>
                <a:gd name="csX1" fmla="*/ 1252984 w 1435694"/>
                <a:gd name="csY1" fmla="*/ 271026 h 783774"/>
                <a:gd name="csX2" fmla="*/ 1239141 w 1435694"/>
                <a:gd name="csY2" fmla="*/ 493217 h 783774"/>
                <a:gd name="csX3" fmla="*/ 922946 w 1435694"/>
                <a:gd name="csY3" fmla="*/ 587221 h 783774"/>
                <a:gd name="csX4" fmla="*/ 675118 w 1435694"/>
                <a:gd name="csY4" fmla="*/ 484671 h 783774"/>
                <a:gd name="csX5" fmla="*/ 640935 w 1435694"/>
                <a:gd name="csY5" fmla="*/ 288118 h 783774"/>
                <a:gd name="csX6" fmla="*/ 769122 w 1435694"/>
                <a:gd name="csY6" fmla="*/ 279572 h 783774"/>
                <a:gd name="csX7" fmla="*/ 863126 w 1435694"/>
                <a:gd name="csY7" fmla="*/ 313755 h 783774"/>
                <a:gd name="csX8" fmla="*/ 957129 w 1435694"/>
                <a:gd name="csY8" fmla="*/ 151385 h 783774"/>
                <a:gd name="csX9" fmla="*/ 623843 w 1435694"/>
                <a:gd name="csY9" fmla="*/ 6107 h 783774"/>
                <a:gd name="csX10" fmla="*/ 213645 w 1435694"/>
                <a:gd name="csY10" fmla="*/ 65927 h 783774"/>
                <a:gd name="csX11" fmla="*/ 94004 w 1435694"/>
                <a:gd name="csY11" fmla="*/ 407759 h 783774"/>
                <a:gd name="csX12" fmla="*/ 0 w 1435694"/>
                <a:gd name="csY12" fmla="*/ 783774 h 783774"/>
                <a:gd name="csX0" fmla="*/ 1435694 w 1448715"/>
                <a:gd name="csY0" fmla="*/ 151385 h 783774"/>
                <a:gd name="csX1" fmla="*/ 1435033 w 1448715"/>
                <a:gd name="csY1" fmla="*/ 149399 h 783774"/>
                <a:gd name="csX2" fmla="*/ 1252984 w 1448715"/>
                <a:gd name="csY2" fmla="*/ 271026 h 783774"/>
                <a:gd name="csX3" fmla="*/ 1239141 w 1448715"/>
                <a:gd name="csY3" fmla="*/ 493217 h 783774"/>
                <a:gd name="csX4" fmla="*/ 922946 w 1448715"/>
                <a:gd name="csY4" fmla="*/ 587221 h 783774"/>
                <a:gd name="csX5" fmla="*/ 675118 w 1448715"/>
                <a:gd name="csY5" fmla="*/ 484671 h 783774"/>
                <a:gd name="csX6" fmla="*/ 640935 w 1448715"/>
                <a:gd name="csY6" fmla="*/ 288118 h 783774"/>
                <a:gd name="csX7" fmla="*/ 769122 w 1448715"/>
                <a:gd name="csY7" fmla="*/ 279572 h 783774"/>
                <a:gd name="csX8" fmla="*/ 863126 w 1448715"/>
                <a:gd name="csY8" fmla="*/ 313755 h 783774"/>
                <a:gd name="csX9" fmla="*/ 957129 w 1448715"/>
                <a:gd name="csY9" fmla="*/ 151385 h 783774"/>
                <a:gd name="csX10" fmla="*/ 623843 w 1448715"/>
                <a:gd name="csY10" fmla="*/ 6107 h 783774"/>
                <a:gd name="csX11" fmla="*/ 213645 w 1448715"/>
                <a:gd name="csY11" fmla="*/ 65927 h 783774"/>
                <a:gd name="csX12" fmla="*/ 94004 w 1448715"/>
                <a:gd name="csY12" fmla="*/ 407759 h 783774"/>
                <a:gd name="csX13" fmla="*/ 0 w 1448715"/>
                <a:gd name="csY13" fmla="*/ 783774 h 783774"/>
                <a:gd name="csX0" fmla="*/ 1435694 w 1435694"/>
                <a:gd name="csY0" fmla="*/ 151385 h 783774"/>
                <a:gd name="csX1" fmla="*/ 1370865 w 1435694"/>
                <a:gd name="csY1" fmla="*/ 277736 h 783774"/>
                <a:gd name="csX2" fmla="*/ 1252984 w 1435694"/>
                <a:gd name="csY2" fmla="*/ 271026 h 783774"/>
                <a:gd name="csX3" fmla="*/ 1239141 w 1435694"/>
                <a:gd name="csY3" fmla="*/ 493217 h 783774"/>
                <a:gd name="csX4" fmla="*/ 922946 w 1435694"/>
                <a:gd name="csY4" fmla="*/ 587221 h 783774"/>
                <a:gd name="csX5" fmla="*/ 675118 w 1435694"/>
                <a:gd name="csY5" fmla="*/ 484671 h 783774"/>
                <a:gd name="csX6" fmla="*/ 640935 w 1435694"/>
                <a:gd name="csY6" fmla="*/ 288118 h 783774"/>
                <a:gd name="csX7" fmla="*/ 769122 w 1435694"/>
                <a:gd name="csY7" fmla="*/ 279572 h 783774"/>
                <a:gd name="csX8" fmla="*/ 863126 w 1435694"/>
                <a:gd name="csY8" fmla="*/ 313755 h 783774"/>
                <a:gd name="csX9" fmla="*/ 957129 w 1435694"/>
                <a:gd name="csY9" fmla="*/ 151385 h 783774"/>
                <a:gd name="csX10" fmla="*/ 623843 w 1435694"/>
                <a:gd name="csY10" fmla="*/ 6107 h 783774"/>
                <a:gd name="csX11" fmla="*/ 213645 w 1435694"/>
                <a:gd name="csY11" fmla="*/ 65927 h 783774"/>
                <a:gd name="csX12" fmla="*/ 94004 w 1435694"/>
                <a:gd name="csY12" fmla="*/ 407759 h 783774"/>
                <a:gd name="csX13" fmla="*/ 0 w 1435694"/>
                <a:gd name="csY13" fmla="*/ 783774 h 783774"/>
                <a:gd name="csX0" fmla="*/ 1411630 w 1411630"/>
                <a:gd name="csY0" fmla="*/ 985574 h 985574"/>
                <a:gd name="csX1" fmla="*/ 1370865 w 1411630"/>
                <a:gd name="csY1" fmla="*/ 277736 h 985574"/>
                <a:gd name="csX2" fmla="*/ 1252984 w 1411630"/>
                <a:gd name="csY2" fmla="*/ 271026 h 985574"/>
                <a:gd name="csX3" fmla="*/ 1239141 w 1411630"/>
                <a:gd name="csY3" fmla="*/ 493217 h 985574"/>
                <a:gd name="csX4" fmla="*/ 922946 w 1411630"/>
                <a:gd name="csY4" fmla="*/ 587221 h 985574"/>
                <a:gd name="csX5" fmla="*/ 675118 w 1411630"/>
                <a:gd name="csY5" fmla="*/ 484671 h 985574"/>
                <a:gd name="csX6" fmla="*/ 640935 w 1411630"/>
                <a:gd name="csY6" fmla="*/ 288118 h 985574"/>
                <a:gd name="csX7" fmla="*/ 769122 w 1411630"/>
                <a:gd name="csY7" fmla="*/ 279572 h 985574"/>
                <a:gd name="csX8" fmla="*/ 863126 w 1411630"/>
                <a:gd name="csY8" fmla="*/ 313755 h 985574"/>
                <a:gd name="csX9" fmla="*/ 957129 w 1411630"/>
                <a:gd name="csY9" fmla="*/ 151385 h 985574"/>
                <a:gd name="csX10" fmla="*/ 623843 w 1411630"/>
                <a:gd name="csY10" fmla="*/ 6107 h 985574"/>
                <a:gd name="csX11" fmla="*/ 213645 w 1411630"/>
                <a:gd name="csY11" fmla="*/ 65927 h 985574"/>
                <a:gd name="csX12" fmla="*/ 94004 w 1411630"/>
                <a:gd name="csY12" fmla="*/ 407759 h 985574"/>
                <a:gd name="csX13" fmla="*/ 0 w 1411630"/>
                <a:gd name="csY13" fmla="*/ 783774 h 985574"/>
                <a:gd name="csX0" fmla="*/ 1411630 w 1411630"/>
                <a:gd name="csY0" fmla="*/ 985574 h 985574"/>
                <a:gd name="csX1" fmla="*/ 1354822 w 1411630"/>
                <a:gd name="csY1" fmla="*/ 141378 h 985574"/>
                <a:gd name="csX2" fmla="*/ 1252984 w 1411630"/>
                <a:gd name="csY2" fmla="*/ 271026 h 985574"/>
                <a:gd name="csX3" fmla="*/ 1239141 w 1411630"/>
                <a:gd name="csY3" fmla="*/ 493217 h 985574"/>
                <a:gd name="csX4" fmla="*/ 922946 w 1411630"/>
                <a:gd name="csY4" fmla="*/ 587221 h 985574"/>
                <a:gd name="csX5" fmla="*/ 675118 w 1411630"/>
                <a:gd name="csY5" fmla="*/ 484671 h 985574"/>
                <a:gd name="csX6" fmla="*/ 640935 w 1411630"/>
                <a:gd name="csY6" fmla="*/ 288118 h 985574"/>
                <a:gd name="csX7" fmla="*/ 769122 w 1411630"/>
                <a:gd name="csY7" fmla="*/ 279572 h 985574"/>
                <a:gd name="csX8" fmla="*/ 863126 w 1411630"/>
                <a:gd name="csY8" fmla="*/ 313755 h 985574"/>
                <a:gd name="csX9" fmla="*/ 957129 w 1411630"/>
                <a:gd name="csY9" fmla="*/ 151385 h 985574"/>
                <a:gd name="csX10" fmla="*/ 623843 w 1411630"/>
                <a:gd name="csY10" fmla="*/ 6107 h 985574"/>
                <a:gd name="csX11" fmla="*/ 213645 w 1411630"/>
                <a:gd name="csY11" fmla="*/ 65927 h 985574"/>
                <a:gd name="csX12" fmla="*/ 94004 w 1411630"/>
                <a:gd name="csY12" fmla="*/ 407759 h 985574"/>
                <a:gd name="csX13" fmla="*/ 0 w 1411630"/>
                <a:gd name="csY13" fmla="*/ 783774 h 985574"/>
                <a:gd name="csX0" fmla="*/ 1411630 w 1411630"/>
                <a:gd name="csY0" fmla="*/ 985574 h 985574"/>
                <a:gd name="csX1" fmla="*/ 1354822 w 1411630"/>
                <a:gd name="csY1" fmla="*/ 141378 h 985574"/>
                <a:gd name="csX2" fmla="*/ 1313142 w 1411630"/>
                <a:gd name="csY2" fmla="*/ 331183 h 985574"/>
                <a:gd name="csX3" fmla="*/ 1239141 w 1411630"/>
                <a:gd name="csY3" fmla="*/ 493217 h 985574"/>
                <a:gd name="csX4" fmla="*/ 922946 w 1411630"/>
                <a:gd name="csY4" fmla="*/ 587221 h 985574"/>
                <a:gd name="csX5" fmla="*/ 675118 w 1411630"/>
                <a:gd name="csY5" fmla="*/ 484671 h 985574"/>
                <a:gd name="csX6" fmla="*/ 640935 w 1411630"/>
                <a:gd name="csY6" fmla="*/ 288118 h 985574"/>
                <a:gd name="csX7" fmla="*/ 769122 w 1411630"/>
                <a:gd name="csY7" fmla="*/ 279572 h 985574"/>
                <a:gd name="csX8" fmla="*/ 863126 w 1411630"/>
                <a:gd name="csY8" fmla="*/ 313755 h 985574"/>
                <a:gd name="csX9" fmla="*/ 957129 w 1411630"/>
                <a:gd name="csY9" fmla="*/ 151385 h 985574"/>
                <a:gd name="csX10" fmla="*/ 623843 w 1411630"/>
                <a:gd name="csY10" fmla="*/ 6107 h 985574"/>
                <a:gd name="csX11" fmla="*/ 213645 w 1411630"/>
                <a:gd name="csY11" fmla="*/ 65927 h 985574"/>
                <a:gd name="csX12" fmla="*/ 94004 w 1411630"/>
                <a:gd name="csY12" fmla="*/ 407759 h 985574"/>
                <a:gd name="csX13" fmla="*/ 0 w 1411630"/>
                <a:gd name="csY13" fmla="*/ 783774 h 985574"/>
                <a:gd name="csX0" fmla="*/ 1411630 w 1411630"/>
                <a:gd name="csY0" fmla="*/ 985574 h 985574"/>
                <a:gd name="csX1" fmla="*/ 1378885 w 1411630"/>
                <a:gd name="csY1" fmla="*/ 329873 h 985574"/>
                <a:gd name="csX2" fmla="*/ 1354822 w 1411630"/>
                <a:gd name="csY2" fmla="*/ 141378 h 985574"/>
                <a:gd name="csX3" fmla="*/ 1313142 w 1411630"/>
                <a:gd name="csY3" fmla="*/ 331183 h 985574"/>
                <a:gd name="csX4" fmla="*/ 1239141 w 1411630"/>
                <a:gd name="csY4" fmla="*/ 493217 h 985574"/>
                <a:gd name="csX5" fmla="*/ 922946 w 1411630"/>
                <a:gd name="csY5" fmla="*/ 587221 h 985574"/>
                <a:gd name="csX6" fmla="*/ 675118 w 1411630"/>
                <a:gd name="csY6" fmla="*/ 484671 h 985574"/>
                <a:gd name="csX7" fmla="*/ 640935 w 1411630"/>
                <a:gd name="csY7" fmla="*/ 288118 h 985574"/>
                <a:gd name="csX8" fmla="*/ 769122 w 1411630"/>
                <a:gd name="csY8" fmla="*/ 279572 h 985574"/>
                <a:gd name="csX9" fmla="*/ 863126 w 1411630"/>
                <a:gd name="csY9" fmla="*/ 313755 h 985574"/>
                <a:gd name="csX10" fmla="*/ 957129 w 1411630"/>
                <a:gd name="csY10" fmla="*/ 151385 h 985574"/>
                <a:gd name="csX11" fmla="*/ 623843 w 1411630"/>
                <a:gd name="csY11" fmla="*/ 6107 h 985574"/>
                <a:gd name="csX12" fmla="*/ 213645 w 1411630"/>
                <a:gd name="csY12" fmla="*/ 65927 h 985574"/>
                <a:gd name="csX13" fmla="*/ 94004 w 1411630"/>
                <a:gd name="csY13" fmla="*/ 407759 h 985574"/>
                <a:gd name="csX14" fmla="*/ 0 w 1411630"/>
                <a:gd name="csY14" fmla="*/ 783774 h 985574"/>
                <a:gd name="csX0" fmla="*/ 1411630 w 1432683"/>
                <a:gd name="csY0" fmla="*/ 985574 h 985574"/>
                <a:gd name="csX1" fmla="*/ 1431022 w 1432683"/>
                <a:gd name="csY1" fmla="*/ 149400 h 985574"/>
                <a:gd name="csX2" fmla="*/ 1354822 w 1432683"/>
                <a:gd name="csY2" fmla="*/ 141378 h 985574"/>
                <a:gd name="csX3" fmla="*/ 1313142 w 1432683"/>
                <a:gd name="csY3" fmla="*/ 331183 h 985574"/>
                <a:gd name="csX4" fmla="*/ 1239141 w 1432683"/>
                <a:gd name="csY4" fmla="*/ 493217 h 985574"/>
                <a:gd name="csX5" fmla="*/ 922946 w 1432683"/>
                <a:gd name="csY5" fmla="*/ 587221 h 985574"/>
                <a:gd name="csX6" fmla="*/ 675118 w 1432683"/>
                <a:gd name="csY6" fmla="*/ 484671 h 985574"/>
                <a:gd name="csX7" fmla="*/ 640935 w 1432683"/>
                <a:gd name="csY7" fmla="*/ 288118 h 985574"/>
                <a:gd name="csX8" fmla="*/ 769122 w 1432683"/>
                <a:gd name="csY8" fmla="*/ 279572 h 985574"/>
                <a:gd name="csX9" fmla="*/ 863126 w 1432683"/>
                <a:gd name="csY9" fmla="*/ 313755 h 985574"/>
                <a:gd name="csX10" fmla="*/ 957129 w 1432683"/>
                <a:gd name="csY10" fmla="*/ 151385 h 985574"/>
                <a:gd name="csX11" fmla="*/ 623843 w 1432683"/>
                <a:gd name="csY11" fmla="*/ 6107 h 985574"/>
                <a:gd name="csX12" fmla="*/ 213645 w 1432683"/>
                <a:gd name="csY12" fmla="*/ 65927 h 985574"/>
                <a:gd name="csX13" fmla="*/ 94004 w 1432683"/>
                <a:gd name="csY13" fmla="*/ 407759 h 985574"/>
                <a:gd name="csX14" fmla="*/ 0 w 1432683"/>
                <a:gd name="csY14" fmla="*/ 783774 h 985574"/>
                <a:gd name="csX0" fmla="*/ 1431022 w 1431022"/>
                <a:gd name="csY0" fmla="*/ 149400 h 783774"/>
                <a:gd name="csX1" fmla="*/ 1354822 w 1431022"/>
                <a:gd name="csY1" fmla="*/ 141378 h 783774"/>
                <a:gd name="csX2" fmla="*/ 1313142 w 1431022"/>
                <a:gd name="csY2" fmla="*/ 331183 h 783774"/>
                <a:gd name="csX3" fmla="*/ 1239141 w 1431022"/>
                <a:gd name="csY3" fmla="*/ 493217 h 783774"/>
                <a:gd name="csX4" fmla="*/ 922946 w 1431022"/>
                <a:gd name="csY4" fmla="*/ 587221 h 783774"/>
                <a:gd name="csX5" fmla="*/ 675118 w 1431022"/>
                <a:gd name="csY5" fmla="*/ 484671 h 783774"/>
                <a:gd name="csX6" fmla="*/ 640935 w 1431022"/>
                <a:gd name="csY6" fmla="*/ 288118 h 783774"/>
                <a:gd name="csX7" fmla="*/ 769122 w 1431022"/>
                <a:gd name="csY7" fmla="*/ 279572 h 783774"/>
                <a:gd name="csX8" fmla="*/ 863126 w 1431022"/>
                <a:gd name="csY8" fmla="*/ 313755 h 783774"/>
                <a:gd name="csX9" fmla="*/ 957129 w 1431022"/>
                <a:gd name="csY9" fmla="*/ 151385 h 783774"/>
                <a:gd name="csX10" fmla="*/ 623843 w 1431022"/>
                <a:gd name="csY10" fmla="*/ 6107 h 783774"/>
                <a:gd name="csX11" fmla="*/ 213645 w 1431022"/>
                <a:gd name="csY11" fmla="*/ 65927 h 783774"/>
                <a:gd name="csX12" fmla="*/ 94004 w 1431022"/>
                <a:gd name="csY12" fmla="*/ 407759 h 783774"/>
                <a:gd name="csX13" fmla="*/ 0 w 1431022"/>
                <a:gd name="csY13" fmla="*/ 783774 h 783774"/>
                <a:gd name="csX0" fmla="*/ 1431022 w 1431022"/>
                <a:gd name="csY0" fmla="*/ 149400 h 783774"/>
                <a:gd name="csX1" fmla="*/ 1354822 w 1431022"/>
                <a:gd name="csY1" fmla="*/ 141378 h 783774"/>
                <a:gd name="csX2" fmla="*/ 1313142 w 1431022"/>
                <a:gd name="csY2" fmla="*/ 331183 h 783774"/>
                <a:gd name="csX3" fmla="*/ 1239141 w 1431022"/>
                <a:gd name="csY3" fmla="*/ 493217 h 783774"/>
                <a:gd name="csX4" fmla="*/ 922946 w 1431022"/>
                <a:gd name="csY4" fmla="*/ 587221 h 783774"/>
                <a:gd name="csX5" fmla="*/ 675118 w 1431022"/>
                <a:gd name="csY5" fmla="*/ 484671 h 783774"/>
                <a:gd name="csX6" fmla="*/ 640935 w 1431022"/>
                <a:gd name="csY6" fmla="*/ 288118 h 783774"/>
                <a:gd name="csX7" fmla="*/ 769122 w 1431022"/>
                <a:gd name="csY7" fmla="*/ 279572 h 783774"/>
                <a:gd name="csX8" fmla="*/ 863126 w 1431022"/>
                <a:gd name="csY8" fmla="*/ 313755 h 783774"/>
                <a:gd name="csX9" fmla="*/ 957129 w 1431022"/>
                <a:gd name="csY9" fmla="*/ 151385 h 783774"/>
                <a:gd name="csX10" fmla="*/ 623843 w 1431022"/>
                <a:gd name="csY10" fmla="*/ 6107 h 783774"/>
                <a:gd name="csX11" fmla="*/ 213645 w 1431022"/>
                <a:gd name="csY11" fmla="*/ 65927 h 783774"/>
                <a:gd name="csX12" fmla="*/ 94004 w 1431022"/>
                <a:gd name="csY12" fmla="*/ 407759 h 783774"/>
                <a:gd name="csX13" fmla="*/ 35359 w 1431022"/>
                <a:gd name="csY13" fmla="*/ 650715 h 783774"/>
                <a:gd name="csX14" fmla="*/ 0 w 1431022"/>
                <a:gd name="csY14" fmla="*/ 783774 h 783774"/>
                <a:gd name="csX0" fmla="*/ 1395663 w 1412441"/>
                <a:gd name="csY0" fmla="*/ 149400 h 775753"/>
                <a:gd name="csX1" fmla="*/ 1319463 w 1412441"/>
                <a:gd name="csY1" fmla="*/ 141378 h 775753"/>
                <a:gd name="csX2" fmla="*/ 1277783 w 1412441"/>
                <a:gd name="csY2" fmla="*/ 331183 h 775753"/>
                <a:gd name="csX3" fmla="*/ 1203782 w 1412441"/>
                <a:gd name="csY3" fmla="*/ 493217 h 775753"/>
                <a:gd name="csX4" fmla="*/ 887587 w 1412441"/>
                <a:gd name="csY4" fmla="*/ 587221 h 775753"/>
                <a:gd name="csX5" fmla="*/ 639759 w 1412441"/>
                <a:gd name="csY5" fmla="*/ 484671 h 775753"/>
                <a:gd name="csX6" fmla="*/ 605576 w 1412441"/>
                <a:gd name="csY6" fmla="*/ 288118 h 775753"/>
                <a:gd name="csX7" fmla="*/ 733763 w 1412441"/>
                <a:gd name="csY7" fmla="*/ 279572 h 775753"/>
                <a:gd name="csX8" fmla="*/ 827767 w 1412441"/>
                <a:gd name="csY8" fmla="*/ 313755 h 775753"/>
                <a:gd name="csX9" fmla="*/ 921770 w 1412441"/>
                <a:gd name="csY9" fmla="*/ 151385 h 775753"/>
                <a:gd name="csX10" fmla="*/ 588484 w 1412441"/>
                <a:gd name="csY10" fmla="*/ 6107 h 775753"/>
                <a:gd name="csX11" fmla="*/ 178286 w 1412441"/>
                <a:gd name="csY11" fmla="*/ 65927 h 775753"/>
                <a:gd name="csX12" fmla="*/ 58645 w 1412441"/>
                <a:gd name="csY12" fmla="*/ 407759 h 775753"/>
                <a:gd name="csX13" fmla="*/ 0 w 1412441"/>
                <a:gd name="csY13" fmla="*/ 650715 h 775753"/>
                <a:gd name="csX14" fmla="*/ 1412441 w 1412441"/>
                <a:gd name="csY14" fmla="*/ 775753 h 775753"/>
                <a:gd name="csX0" fmla="*/ 1403684 w 1420462"/>
                <a:gd name="csY0" fmla="*/ 149400 h 775753"/>
                <a:gd name="csX1" fmla="*/ 1327484 w 1420462"/>
                <a:gd name="csY1" fmla="*/ 141378 h 775753"/>
                <a:gd name="csX2" fmla="*/ 1285804 w 1420462"/>
                <a:gd name="csY2" fmla="*/ 331183 h 775753"/>
                <a:gd name="csX3" fmla="*/ 1211803 w 1420462"/>
                <a:gd name="csY3" fmla="*/ 493217 h 775753"/>
                <a:gd name="csX4" fmla="*/ 895608 w 1420462"/>
                <a:gd name="csY4" fmla="*/ 587221 h 775753"/>
                <a:gd name="csX5" fmla="*/ 647780 w 1420462"/>
                <a:gd name="csY5" fmla="*/ 484671 h 775753"/>
                <a:gd name="csX6" fmla="*/ 613597 w 1420462"/>
                <a:gd name="csY6" fmla="*/ 288118 h 775753"/>
                <a:gd name="csX7" fmla="*/ 741784 w 1420462"/>
                <a:gd name="csY7" fmla="*/ 279572 h 775753"/>
                <a:gd name="csX8" fmla="*/ 835788 w 1420462"/>
                <a:gd name="csY8" fmla="*/ 313755 h 775753"/>
                <a:gd name="csX9" fmla="*/ 929791 w 1420462"/>
                <a:gd name="csY9" fmla="*/ 151385 h 775753"/>
                <a:gd name="csX10" fmla="*/ 596505 w 1420462"/>
                <a:gd name="csY10" fmla="*/ 6107 h 775753"/>
                <a:gd name="csX11" fmla="*/ 186307 w 1420462"/>
                <a:gd name="csY11" fmla="*/ 65927 h 775753"/>
                <a:gd name="csX12" fmla="*/ 66666 w 1420462"/>
                <a:gd name="csY12" fmla="*/ 407759 h 775753"/>
                <a:gd name="csX13" fmla="*/ 0 w 1420462"/>
                <a:gd name="csY13" fmla="*/ 750978 h 775753"/>
                <a:gd name="csX14" fmla="*/ 1420462 w 1420462"/>
                <a:gd name="csY14" fmla="*/ 775753 h 775753"/>
                <a:gd name="csX0" fmla="*/ 1439779 w 1456557"/>
                <a:gd name="csY0" fmla="*/ 149400 h 779051"/>
                <a:gd name="csX1" fmla="*/ 1363579 w 1456557"/>
                <a:gd name="csY1" fmla="*/ 141378 h 779051"/>
                <a:gd name="csX2" fmla="*/ 1321899 w 1456557"/>
                <a:gd name="csY2" fmla="*/ 331183 h 779051"/>
                <a:gd name="csX3" fmla="*/ 1247898 w 1456557"/>
                <a:gd name="csY3" fmla="*/ 493217 h 779051"/>
                <a:gd name="csX4" fmla="*/ 931703 w 1456557"/>
                <a:gd name="csY4" fmla="*/ 587221 h 779051"/>
                <a:gd name="csX5" fmla="*/ 683875 w 1456557"/>
                <a:gd name="csY5" fmla="*/ 484671 h 779051"/>
                <a:gd name="csX6" fmla="*/ 649692 w 1456557"/>
                <a:gd name="csY6" fmla="*/ 288118 h 779051"/>
                <a:gd name="csX7" fmla="*/ 777879 w 1456557"/>
                <a:gd name="csY7" fmla="*/ 279572 h 779051"/>
                <a:gd name="csX8" fmla="*/ 871883 w 1456557"/>
                <a:gd name="csY8" fmla="*/ 313755 h 779051"/>
                <a:gd name="csX9" fmla="*/ 965886 w 1456557"/>
                <a:gd name="csY9" fmla="*/ 151385 h 779051"/>
                <a:gd name="csX10" fmla="*/ 632600 w 1456557"/>
                <a:gd name="csY10" fmla="*/ 6107 h 779051"/>
                <a:gd name="csX11" fmla="*/ 222402 w 1456557"/>
                <a:gd name="csY11" fmla="*/ 65927 h 779051"/>
                <a:gd name="csX12" fmla="*/ 102761 w 1456557"/>
                <a:gd name="csY12" fmla="*/ 407759 h 779051"/>
                <a:gd name="csX13" fmla="*/ 0 w 1456557"/>
                <a:gd name="csY13" fmla="*/ 779051 h 779051"/>
                <a:gd name="csX14" fmla="*/ 1456557 w 1456557"/>
                <a:gd name="csY14" fmla="*/ 775753 h 779051"/>
                <a:gd name="csX0" fmla="*/ 1439779 w 1456557"/>
                <a:gd name="csY0" fmla="*/ 149400 h 779051"/>
                <a:gd name="csX1" fmla="*/ 1363579 w 1456557"/>
                <a:gd name="csY1" fmla="*/ 141378 h 779051"/>
                <a:gd name="csX2" fmla="*/ 1321899 w 1456557"/>
                <a:gd name="csY2" fmla="*/ 331183 h 779051"/>
                <a:gd name="csX3" fmla="*/ 1247898 w 1456557"/>
                <a:gd name="csY3" fmla="*/ 493217 h 779051"/>
                <a:gd name="csX4" fmla="*/ 931703 w 1456557"/>
                <a:gd name="csY4" fmla="*/ 587221 h 779051"/>
                <a:gd name="csX5" fmla="*/ 683875 w 1456557"/>
                <a:gd name="csY5" fmla="*/ 484671 h 779051"/>
                <a:gd name="csX6" fmla="*/ 649692 w 1456557"/>
                <a:gd name="csY6" fmla="*/ 288118 h 779051"/>
                <a:gd name="csX7" fmla="*/ 777879 w 1456557"/>
                <a:gd name="csY7" fmla="*/ 279572 h 779051"/>
                <a:gd name="csX8" fmla="*/ 871883 w 1456557"/>
                <a:gd name="csY8" fmla="*/ 313755 h 779051"/>
                <a:gd name="csX9" fmla="*/ 965886 w 1456557"/>
                <a:gd name="csY9" fmla="*/ 151385 h 779051"/>
                <a:gd name="csX10" fmla="*/ 632600 w 1456557"/>
                <a:gd name="csY10" fmla="*/ 6107 h 779051"/>
                <a:gd name="csX11" fmla="*/ 222402 w 1456557"/>
                <a:gd name="csY11" fmla="*/ 65927 h 779051"/>
                <a:gd name="csX12" fmla="*/ 102761 w 1456557"/>
                <a:gd name="csY12" fmla="*/ 407759 h 779051"/>
                <a:gd name="csX13" fmla="*/ 0 w 1456557"/>
                <a:gd name="csY13" fmla="*/ 779051 h 779051"/>
                <a:gd name="csX14" fmla="*/ 1456557 w 1456557"/>
                <a:gd name="csY14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622178 w 1481166"/>
                <a:gd name="csY14" fmla="*/ 775042 h 779051"/>
                <a:gd name="csX15" fmla="*/ 1481166 w 1481166"/>
                <a:gd name="csY15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1481166 w 1481166"/>
                <a:gd name="csY15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90884 w 1481166"/>
                <a:gd name="csY15" fmla="*/ 763010 h 779051"/>
                <a:gd name="csX16" fmla="*/ 1481166 w 1481166"/>
                <a:gd name="csY16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481166 w 1481166"/>
                <a:gd name="csY16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199694 w 1481166"/>
                <a:gd name="csY16" fmla="*/ 750979 h 779051"/>
                <a:gd name="csX17" fmla="*/ 1481166 w 1481166"/>
                <a:gd name="csY17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239800 w 1481166"/>
                <a:gd name="csY16" fmla="*/ 706863 h 779051"/>
                <a:gd name="csX17" fmla="*/ 1481166 w 1481166"/>
                <a:gd name="csY17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239800 w 1481166"/>
                <a:gd name="csY16" fmla="*/ 706863 h 779051"/>
                <a:gd name="csX17" fmla="*/ 1384178 w 1481166"/>
                <a:gd name="csY17" fmla="*/ 742958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26916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54989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54989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64388 w 1481166"/>
                <a:gd name="csY0" fmla="*/ 149400 h 779051"/>
                <a:gd name="csX1" fmla="*/ 1388188 w 1481166"/>
                <a:gd name="csY1" fmla="*/ 141378 h 779051"/>
                <a:gd name="csX2" fmla="*/ 1346508 w 1481166"/>
                <a:gd name="csY2" fmla="*/ 331183 h 779051"/>
                <a:gd name="csX3" fmla="*/ 1272507 w 1481166"/>
                <a:gd name="csY3" fmla="*/ 493217 h 779051"/>
                <a:gd name="csX4" fmla="*/ 956312 w 1481166"/>
                <a:gd name="csY4" fmla="*/ 587221 h 779051"/>
                <a:gd name="csX5" fmla="*/ 708484 w 1481166"/>
                <a:gd name="csY5" fmla="*/ 484671 h 779051"/>
                <a:gd name="csX6" fmla="*/ 674301 w 1481166"/>
                <a:gd name="csY6" fmla="*/ 288118 h 779051"/>
                <a:gd name="csX7" fmla="*/ 802488 w 1481166"/>
                <a:gd name="csY7" fmla="*/ 279572 h 779051"/>
                <a:gd name="csX8" fmla="*/ 896492 w 1481166"/>
                <a:gd name="csY8" fmla="*/ 313755 h 779051"/>
                <a:gd name="csX9" fmla="*/ 990495 w 1481166"/>
                <a:gd name="csY9" fmla="*/ 151385 h 779051"/>
                <a:gd name="csX10" fmla="*/ 657209 w 1481166"/>
                <a:gd name="csY10" fmla="*/ 6107 h 779051"/>
                <a:gd name="csX11" fmla="*/ 247011 w 1481166"/>
                <a:gd name="csY11" fmla="*/ 65927 h 779051"/>
                <a:gd name="csX12" fmla="*/ 127370 w 1481166"/>
                <a:gd name="csY12" fmla="*/ 407759 h 779051"/>
                <a:gd name="csX13" fmla="*/ 24609 w 1481166"/>
                <a:gd name="csY13" fmla="*/ 779051 h 779051"/>
                <a:gd name="csX14" fmla="*/ 345452 w 1481166"/>
                <a:gd name="csY14" fmla="*/ 754990 h 779051"/>
                <a:gd name="csX15" fmla="*/ 866821 w 1481166"/>
                <a:gd name="csY15" fmla="*/ 754989 h 779051"/>
                <a:gd name="csX16" fmla="*/ 1239800 w 1481166"/>
                <a:gd name="csY16" fmla="*/ 706863 h 779051"/>
                <a:gd name="csX17" fmla="*/ 1344073 w 1481166"/>
                <a:gd name="csY17" fmla="*/ 767021 h 779051"/>
                <a:gd name="csX18" fmla="*/ 1481166 w 1481166"/>
                <a:gd name="csY18" fmla="*/ 775753 h 779051"/>
                <a:gd name="csX0" fmla="*/ 1444444 w 1461222"/>
                <a:gd name="csY0" fmla="*/ 149400 h 779051"/>
                <a:gd name="csX1" fmla="*/ 1368244 w 1461222"/>
                <a:gd name="csY1" fmla="*/ 141378 h 779051"/>
                <a:gd name="csX2" fmla="*/ 1326564 w 1461222"/>
                <a:gd name="csY2" fmla="*/ 331183 h 779051"/>
                <a:gd name="csX3" fmla="*/ 1252563 w 1461222"/>
                <a:gd name="csY3" fmla="*/ 493217 h 779051"/>
                <a:gd name="csX4" fmla="*/ 936368 w 1461222"/>
                <a:gd name="csY4" fmla="*/ 587221 h 779051"/>
                <a:gd name="csX5" fmla="*/ 688540 w 1461222"/>
                <a:gd name="csY5" fmla="*/ 484671 h 779051"/>
                <a:gd name="csX6" fmla="*/ 654357 w 1461222"/>
                <a:gd name="csY6" fmla="*/ 288118 h 779051"/>
                <a:gd name="csX7" fmla="*/ 782544 w 1461222"/>
                <a:gd name="csY7" fmla="*/ 279572 h 779051"/>
                <a:gd name="csX8" fmla="*/ 876548 w 1461222"/>
                <a:gd name="csY8" fmla="*/ 313755 h 779051"/>
                <a:gd name="csX9" fmla="*/ 970551 w 1461222"/>
                <a:gd name="csY9" fmla="*/ 151385 h 779051"/>
                <a:gd name="csX10" fmla="*/ 637265 w 1461222"/>
                <a:gd name="csY10" fmla="*/ 6107 h 779051"/>
                <a:gd name="csX11" fmla="*/ 227067 w 1461222"/>
                <a:gd name="csY11" fmla="*/ 65927 h 779051"/>
                <a:gd name="csX12" fmla="*/ 107426 w 1461222"/>
                <a:gd name="csY12" fmla="*/ 407759 h 779051"/>
                <a:gd name="csX13" fmla="*/ 4665 w 1461222"/>
                <a:gd name="csY13" fmla="*/ 779051 h 779051"/>
                <a:gd name="csX14" fmla="*/ 325508 w 1461222"/>
                <a:gd name="csY14" fmla="*/ 754990 h 779051"/>
                <a:gd name="csX15" fmla="*/ 846877 w 1461222"/>
                <a:gd name="csY15" fmla="*/ 754989 h 779051"/>
                <a:gd name="csX16" fmla="*/ 1219856 w 1461222"/>
                <a:gd name="csY16" fmla="*/ 706863 h 779051"/>
                <a:gd name="csX17" fmla="*/ 1324129 w 1461222"/>
                <a:gd name="csY17" fmla="*/ 767021 h 779051"/>
                <a:gd name="csX18" fmla="*/ 1461222 w 1461222"/>
                <a:gd name="csY18" fmla="*/ 775753 h 779051"/>
                <a:gd name="csX0" fmla="*/ 1444444 w 1461222"/>
                <a:gd name="csY0" fmla="*/ 149400 h 779051"/>
                <a:gd name="csX1" fmla="*/ 1316107 w 1461222"/>
                <a:gd name="csY1" fmla="*/ 157420 h 779051"/>
                <a:gd name="csX2" fmla="*/ 1326564 w 1461222"/>
                <a:gd name="csY2" fmla="*/ 331183 h 779051"/>
                <a:gd name="csX3" fmla="*/ 1252563 w 1461222"/>
                <a:gd name="csY3" fmla="*/ 493217 h 779051"/>
                <a:gd name="csX4" fmla="*/ 936368 w 1461222"/>
                <a:gd name="csY4" fmla="*/ 587221 h 779051"/>
                <a:gd name="csX5" fmla="*/ 688540 w 1461222"/>
                <a:gd name="csY5" fmla="*/ 484671 h 779051"/>
                <a:gd name="csX6" fmla="*/ 654357 w 1461222"/>
                <a:gd name="csY6" fmla="*/ 288118 h 779051"/>
                <a:gd name="csX7" fmla="*/ 782544 w 1461222"/>
                <a:gd name="csY7" fmla="*/ 279572 h 779051"/>
                <a:gd name="csX8" fmla="*/ 876548 w 1461222"/>
                <a:gd name="csY8" fmla="*/ 313755 h 779051"/>
                <a:gd name="csX9" fmla="*/ 970551 w 1461222"/>
                <a:gd name="csY9" fmla="*/ 151385 h 779051"/>
                <a:gd name="csX10" fmla="*/ 637265 w 1461222"/>
                <a:gd name="csY10" fmla="*/ 6107 h 779051"/>
                <a:gd name="csX11" fmla="*/ 227067 w 1461222"/>
                <a:gd name="csY11" fmla="*/ 65927 h 779051"/>
                <a:gd name="csX12" fmla="*/ 107426 w 1461222"/>
                <a:gd name="csY12" fmla="*/ 407759 h 779051"/>
                <a:gd name="csX13" fmla="*/ 4665 w 1461222"/>
                <a:gd name="csY13" fmla="*/ 779051 h 779051"/>
                <a:gd name="csX14" fmla="*/ 325508 w 1461222"/>
                <a:gd name="csY14" fmla="*/ 754990 h 779051"/>
                <a:gd name="csX15" fmla="*/ 846877 w 1461222"/>
                <a:gd name="csY15" fmla="*/ 754989 h 779051"/>
                <a:gd name="csX16" fmla="*/ 1219856 w 1461222"/>
                <a:gd name="csY16" fmla="*/ 706863 h 779051"/>
                <a:gd name="csX17" fmla="*/ 1324129 w 1461222"/>
                <a:gd name="csY17" fmla="*/ 767021 h 779051"/>
                <a:gd name="csX18" fmla="*/ 1461222 w 1461222"/>
                <a:gd name="csY18" fmla="*/ 775753 h 779051"/>
                <a:gd name="csX0" fmla="*/ 1444444 w 1461222"/>
                <a:gd name="csY0" fmla="*/ 149400 h 779051"/>
                <a:gd name="csX1" fmla="*/ 1356212 w 1461222"/>
                <a:gd name="csY1" fmla="*/ 141378 h 779051"/>
                <a:gd name="csX2" fmla="*/ 1326564 w 1461222"/>
                <a:gd name="csY2" fmla="*/ 331183 h 779051"/>
                <a:gd name="csX3" fmla="*/ 1252563 w 1461222"/>
                <a:gd name="csY3" fmla="*/ 493217 h 779051"/>
                <a:gd name="csX4" fmla="*/ 936368 w 1461222"/>
                <a:gd name="csY4" fmla="*/ 587221 h 779051"/>
                <a:gd name="csX5" fmla="*/ 688540 w 1461222"/>
                <a:gd name="csY5" fmla="*/ 484671 h 779051"/>
                <a:gd name="csX6" fmla="*/ 654357 w 1461222"/>
                <a:gd name="csY6" fmla="*/ 288118 h 779051"/>
                <a:gd name="csX7" fmla="*/ 782544 w 1461222"/>
                <a:gd name="csY7" fmla="*/ 279572 h 779051"/>
                <a:gd name="csX8" fmla="*/ 876548 w 1461222"/>
                <a:gd name="csY8" fmla="*/ 313755 h 779051"/>
                <a:gd name="csX9" fmla="*/ 970551 w 1461222"/>
                <a:gd name="csY9" fmla="*/ 151385 h 779051"/>
                <a:gd name="csX10" fmla="*/ 637265 w 1461222"/>
                <a:gd name="csY10" fmla="*/ 6107 h 779051"/>
                <a:gd name="csX11" fmla="*/ 227067 w 1461222"/>
                <a:gd name="csY11" fmla="*/ 65927 h 779051"/>
                <a:gd name="csX12" fmla="*/ 107426 w 1461222"/>
                <a:gd name="csY12" fmla="*/ 407759 h 779051"/>
                <a:gd name="csX13" fmla="*/ 4665 w 1461222"/>
                <a:gd name="csY13" fmla="*/ 779051 h 779051"/>
                <a:gd name="csX14" fmla="*/ 325508 w 1461222"/>
                <a:gd name="csY14" fmla="*/ 754990 h 779051"/>
                <a:gd name="csX15" fmla="*/ 846877 w 1461222"/>
                <a:gd name="csY15" fmla="*/ 754989 h 779051"/>
                <a:gd name="csX16" fmla="*/ 1219856 w 1461222"/>
                <a:gd name="csY16" fmla="*/ 706863 h 779051"/>
                <a:gd name="csX17" fmla="*/ 1324129 w 1461222"/>
                <a:gd name="csY17" fmla="*/ 767021 h 779051"/>
                <a:gd name="csX18" fmla="*/ 1461222 w 1461222"/>
                <a:gd name="csY18" fmla="*/ 775753 h 779051"/>
                <a:gd name="csX0" fmla="*/ 1444444 w 1461222"/>
                <a:gd name="csY0" fmla="*/ 149400 h 779051"/>
                <a:gd name="csX1" fmla="*/ 1356212 w 1461222"/>
                <a:gd name="csY1" fmla="*/ 141378 h 779051"/>
                <a:gd name="csX2" fmla="*/ 1326564 w 1461222"/>
                <a:gd name="csY2" fmla="*/ 331183 h 779051"/>
                <a:gd name="csX3" fmla="*/ 1252563 w 1461222"/>
                <a:gd name="csY3" fmla="*/ 493217 h 779051"/>
                <a:gd name="csX4" fmla="*/ 936368 w 1461222"/>
                <a:gd name="csY4" fmla="*/ 587221 h 779051"/>
                <a:gd name="csX5" fmla="*/ 688540 w 1461222"/>
                <a:gd name="csY5" fmla="*/ 484671 h 779051"/>
                <a:gd name="csX6" fmla="*/ 654357 w 1461222"/>
                <a:gd name="csY6" fmla="*/ 288118 h 779051"/>
                <a:gd name="csX7" fmla="*/ 782544 w 1461222"/>
                <a:gd name="csY7" fmla="*/ 279572 h 779051"/>
                <a:gd name="csX8" fmla="*/ 876548 w 1461222"/>
                <a:gd name="csY8" fmla="*/ 313755 h 779051"/>
                <a:gd name="csX9" fmla="*/ 970551 w 1461222"/>
                <a:gd name="csY9" fmla="*/ 151385 h 779051"/>
                <a:gd name="csX10" fmla="*/ 637265 w 1461222"/>
                <a:gd name="csY10" fmla="*/ 6107 h 779051"/>
                <a:gd name="csX11" fmla="*/ 227067 w 1461222"/>
                <a:gd name="csY11" fmla="*/ 65927 h 779051"/>
                <a:gd name="csX12" fmla="*/ 107426 w 1461222"/>
                <a:gd name="csY12" fmla="*/ 407759 h 779051"/>
                <a:gd name="csX13" fmla="*/ 4665 w 1461222"/>
                <a:gd name="csY13" fmla="*/ 779051 h 779051"/>
                <a:gd name="csX14" fmla="*/ 325508 w 1461222"/>
                <a:gd name="csY14" fmla="*/ 754990 h 779051"/>
                <a:gd name="csX15" fmla="*/ 846877 w 1461222"/>
                <a:gd name="csY15" fmla="*/ 754989 h 779051"/>
                <a:gd name="csX16" fmla="*/ 1219856 w 1461222"/>
                <a:gd name="csY16" fmla="*/ 706863 h 779051"/>
                <a:gd name="csX17" fmla="*/ 1324129 w 1461222"/>
                <a:gd name="csY17" fmla="*/ 767021 h 779051"/>
                <a:gd name="csX18" fmla="*/ 1461222 w 1461222"/>
                <a:gd name="csY18" fmla="*/ 775753 h 779051"/>
                <a:gd name="csX0" fmla="*/ 1452466 w 1461222"/>
                <a:gd name="csY0" fmla="*/ 141379 h 779051"/>
                <a:gd name="csX1" fmla="*/ 1356212 w 1461222"/>
                <a:gd name="csY1" fmla="*/ 141378 h 779051"/>
                <a:gd name="csX2" fmla="*/ 1326564 w 1461222"/>
                <a:gd name="csY2" fmla="*/ 331183 h 779051"/>
                <a:gd name="csX3" fmla="*/ 1252563 w 1461222"/>
                <a:gd name="csY3" fmla="*/ 493217 h 779051"/>
                <a:gd name="csX4" fmla="*/ 936368 w 1461222"/>
                <a:gd name="csY4" fmla="*/ 587221 h 779051"/>
                <a:gd name="csX5" fmla="*/ 688540 w 1461222"/>
                <a:gd name="csY5" fmla="*/ 484671 h 779051"/>
                <a:gd name="csX6" fmla="*/ 654357 w 1461222"/>
                <a:gd name="csY6" fmla="*/ 288118 h 779051"/>
                <a:gd name="csX7" fmla="*/ 782544 w 1461222"/>
                <a:gd name="csY7" fmla="*/ 279572 h 779051"/>
                <a:gd name="csX8" fmla="*/ 876548 w 1461222"/>
                <a:gd name="csY8" fmla="*/ 313755 h 779051"/>
                <a:gd name="csX9" fmla="*/ 970551 w 1461222"/>
                <a:gd name="csY9" fmla="*/ 151385 h 779051"/>
                <a:gd name="csX10" fmla="*/ 637265 w 1461222"/>
                <a:gd name="csY10" fmla="*/ 6107 h 779051"/>
                <a:gd name="csX11" fmla="*/ 227067 w 1461222"/>
                <a:gd name="csY11" fmla="*/ 65927 h 779051"/>
                <a:gd name="csX12" fmla="*/ 107426 w 1461222"/>
                <a:gd name="csY12" fmla="*/ 407759 h 779051"/>
                <a:gd name="csX13" fmla="*/ 4665 w 1461222"/>
                <a:gd name="csY13" fmla="*/ 779051 h 779051"/>
                <a:gd name="csX14" fmla="*/ 325508 w 1461222"/>
                <a:gd name="csY14" fmla="*/ 754990 h 779051"/>
                <a:gd name="csX15" fmla="*/ 846877 w 1461222"/>
                <a:gd name="csY15" fmla="*/ 754989 h 779051"/>
                <a:gd name="csX16" fmla="*/ 1219856 w 1461222"/>
                <a:gd name="csY16" fmla="*/ 706863 h 779051"/>
                <a:gd name="csX17" fmla="*/ 1324129 w 1461222"/>
                <a:gd name="csY17" fmla="*/ 767021 h 779051"/>
                <a:gd name="csX18" fmla="*/ 1461222 w 1461222"/>
                <a:gd name="csY18" fmla="*/ 775753 h 779051"/>
                <a:gd name="csX0" fmla="*/ 1452466 w 1461222"/>
                <a:gd name="csY0" fmla="*/ 141379 h 799201"/>
                <a:gd name="csX1" fmla="*/ 1356212 w 1461222"/>
                <a:gd name="csY1" fmla="*/ 141378 h 799201"/>
                <a:gd name="csX2" fmla="*/ 1326564 w 1461222"/>
                <a:gd name="csY2" fmla="*/ 331183 h 799201"/>
                <a:gd name="csX3" fmla="*/ 1252563 w 1461222"/>
                <a:gd name="csY3" fmla="*/ 493217 h 799201"/>
                <a:gd name="csX4" fmla="*/ 936368 w 1461222"/>
                <a:gd name="csY4" fmla="*/ 587221 h 799201"/>
                <a:gd name="csX5" fmla="*/ 688540 w 1461222"/>
                <a:gd name="csY5" fmla="*/ 484671 h 799201"/>
                <a:gd name="csX6" fmla="*/ 654357 w 1461222"/>
                <a:gd name="csY6" fmla="*/ 288118 h 799201"/>
                <a:gd name="csX7" fmla="*/ 782544 w 1461222"/>
                <a:gd name="csY7" fmla="*/ 279572 h 799201"/>
                <a:gd name="csX8" fmla="*/ 876548 w 1461222"/>
                <a:gd name="csY8" fmla="*/ 313755 h 799201"/>
                <a:gd name="csX9" fmla="*/ 970551 w 1461222"/>
                <a:gd name="csY9" fmla="*/ 151385 h 799201"/>
                <a:gd name="csX10" fmla="*/ 637265 w 1461222"/>
                <a:gd name="csY10" fmla="*/ 6107 h 799201"/>
                <a:gd name="csX11" fmla="*/ 227067 w 1461222"/>
                <a:gd name="csY11" fmla="*/ 65927 h 799201"/>
                <a:gd name="csX12" fmla="*/ 107426 w 1461222"/>
                <a:gd name="csY12" fmla="*/ 407759 h 799201"/>
                <a:gd name="csX13" fmla="*/ 4665 w 1461222"/>
                <a:gd name="csY13" fmla="*/ 779051 h 799201"/>
                <a:gd name="csX14" fmla="*/ 325508 w 1461222"/>
                <a:gd name="csY14" fmla="*/ 754990 h 799201"/>
                <a:gd name="csX15" fmla="*/ 846877 w 1461222"/>
                <a:gd name="csY15" fmla="*/ 754989 h 799201"/>
                <a:gd name="csX16" fmla="*/ 1183761 w 1461222"/>
                <a:gd name="csY16" fmla="*/ 799106 h 799201"/>
                <a:gd name="csX17" fmla="*/ 1324129 w 1461222"/>
                <a:gd name="csY17" fmla="*/ 767021 h 799201"/>
                <a:gd name="csX18" fmla="*/ 1461222 w 1461222"/>
                <a:gd name="csY18" fmla="*/ 775753 h 799201"/>
                <a:gd name="csX0" fmla="*/ 1452466 w 1461222"/>
                <a:gd name="csY0" fmla="*/ 141379 h 799430"/>
                <a:gd name="csX1" fmla="*/ 1356212 w 1461222"/>
                <a:gd name="csY1" fmla="*/ 141378 h 799430"/>
                <a:gd name="csX2" fmla="*/ 1326564 w 1461222"/>
                <a:gd name="csY2" fmla="*/ 331183 h 799430"/>
                <a:gd name="csX3" fmla="*/ 1252563 w 1461222"/>
                <a:gd name="csY3" fmla="*/ 493217 h 799430"/>
                <a:gd name="csX4" fmla="*/ 936368 w 1461222"/>
                <a:gd name="csY4" fmla="*/ 587221 h 799430"/>
                <a:gd name="csX5" fmla="*/ 688540 w 1461222"/>
                <a:gd name="csY5" fmla="*/ 484671 h 799430"/>
                <a:gd name="csX6" fmla="*/ 654357 w 1461222"/>
                <a:gd name="csY6" fmla="*/ 288118 h 799430"/>
                <a:gd name="csX7" fmla="*/ 782544 w 1461222"/>
                <a:gd name="csY7" fmla="*/ 279572 h 799430"/>
                <a:gd name="csX8" fmla="*/ 876548 w 1461222"/>
                <a:gd name="csY8" fmla="*/ 313755 h 799430"/>
                <a:gd name="csX9" fmla="*/ 970551 w 1461222"/>
                <a:gd name="csY9" fmla="*/ 151385 h 799430"/>
                <a:gd name="csX10" fmla="*/ 637265 w 1461222"/>
                <a:gd name="csY10" fmla="*/ 6107 h 799430"/>
                <a:gd name="csX11" fmla="*/ 227067 w 1461222"/>
                <a:gd name="csY11" fmla="*/ 65927 h 799430"/>
                <a:gd name="csX12" fmla="*/ 107426 w 1461222"/>
                <a:gd name="csY12" fmla="*/ 407759 h 799430"/>
                <a:gd name="csX13" fmla="*/ 4665 w 1461222"/>
                <a:gd name="csY13" fmla="*/ 779051 h 799430"/>
                <a:gd name="csX14" fmla="*/ 325508 w 1461222"/>
                <a:gd name="csY14" fmla="*/ 754990 h 799430"/>
                <a:gd name="csX15" fmla="*/ 846877 w 1461222"/>
                <a:gd name="csY15" fmla="*/ 754989 h 799430"/>
                <a:gd name="csX16" fmla="*/ 1183761 w 1461222"/>
                <a:gd name="csY16" fmla="*/ 799106 h 799430"/>
                <a:gd name="csX17" fmla="*/ 1336161 w 1461222"/>
                <a:gd name="csY17" fmla="*/ 775042 h 799430"/>
                <a:gd name="csX18" fmla="*/ 1461222 w 1461222"/>
                <a:gd name="csY18" fmla="*/ 775753 h 799430"/>
                <a:gd name="csX0" fmla="*/ 1452466 w 1461222"/>
                <a:gd name="csY0" fmla="*/ 141379 h 799106"/>
                <a:gd name="csX1" fmla="*/ 1356212 w 1461222"/>
                <a:gd name="csY1" fmla="*/ 141378 h 799106"/>
                <a:gd name="csX2" fmla="*/ 1326564 w 1461222"/>
                <a:gd name="csY2" fmla="*/ 331183 h 799106"/>
                <a:gd name="csX3" fmla="*/ 1252563 w 1461222"/>
                <a:gd name="csY3" fmla="*/ 493217 h 799106"/>
                <a:gd name="csX4" fmla="*/ 936368 w 1461222"/>
                <a:gd name="csY4" fmla="*/ 587221 h 799106"/>
                <a:gd name="csX5" fmla="*/ 688540 w 1461222"/>
                <a:gd name="csY5" fmla="*/ 484671 h 799106"/>
                <a:gd name="csX6" fmla="*/ 654357 w 1461222"/>
                <a:gd name="csY6" fmla="*/ 288118 h 799106"/>
                <a:gd name="csX7" fmla="*/ 782544 w 1461222"/>
                <a:gd name="csY7" fmla="*/ 279572 h 799106"/>
                <a:gd name="csX8" fmla="*/ 876548 w 1461222"/>
                <a:gd name="csY8" fmla="*/ 313755 h 799106"/>
                <a:gd name="csX9" fmla="*/ 970551 w 1461222"/>
                <a:gd name="csY9" fmla="*/ 151385 h 799106"/>
                <a:gd name="csX10" fmla="*/ 637265 w 1461222"/>
                <a:gd name="csY10" fmla="*/ 6107 h 799106"/>
                <a:gd name="csX11" fmla="*/ 227067 w 1461222"/>
                <a:gd name="csY11" fmla="*/ 65927 h 799106"/>
                <a:gd name="csX12" fmla="*/ 107426 w 1461222"/>
                <a:gd name="csY12" fmla="*/ 407759 h 799106"/>
                <a:gd name="csX13" fmla="*/ 4665 w 1461222"/>
                <a:gd name="csY13" fmla="*/ 779051 h 799106"/>
                <a:gd name="csX14" fmla="*/ 325508 w 1461222"/>
                <a:gd name="csY14" fmla="*/ 754990 h 799106"/>
                <a:gd name="csX15" fmla="*/ 842867 w 1461222"/>
                <a:gd name="csY15" fmla="*/ 775042 h 799106"/>
                <a:gd name="csX16" fmla="*/ 1183761 w 1461222"/>
                <a:gd name="csY16" fmla="*/ 799106 h 799106"/>
                <a:gd name="csX17" fmla="*/ 1336161 w 1461222"/>
                <a:gd name="csY17" fmla="*/ 775042 h 799106"/>
                <a:gd name="csX18" fmla="*/ 1461222 w 1461222"/>
                <a:gd name="csY18" fmla="*/ 775753 h 799106"/>
                <a:gd name="csX0" fmla="*/ 1452466 w 1461222"/>
                <a:gd name="csY0" fmla="*/ 141379 h 799117"/>
                <a:gd name="csX1" fmla="*/ 1356212 w 1461222"/>
                <a:gd name="csY1" fmla="*/ 141378 h 799117"/>
                <a:gd name="csX2" fmla="*/ 1326564 w 1461222"/>
                <a:gd name="csY2" fmla="*/ 331183 h 799117"/>
                <a:gd name="csX3" fmla="*/ 1252563 w 1461222"/>
                <a:gd name="csY3" fmla="*/ 493217 h 799117"/>
                <a:gd name="csX4" fmla="*/ 936368 w 1461222"/>
                <a:gd name="csY4" fmla="*/ 587221 h 799117"/>
                <a:gd name="csX5" fmla="*/ 688540 w 1461222"/>
                <a:gd name="csY5" fmla="*/ 484671 h 799117"/>
                <a:gd name="csX6" fmla="*/ 654357 w 1461222"/>
                <a:gd name="csY6" fmla="*/ 288118 h 799117"/>
                <a:gd name="csX7" fmla="*/ 782544 w 1461222"/>
                <a:gd name="csY7" fmla="*/ 279572 h 799117"/>
                <a:gd name="csX8" fmla="*/ 876548 w 1461222"/>
                <a:gd name="csY8" fmla="*/ 313755 h 799117"/>
                <a:gd name="csX9" fmla="*/ 970551 w 1461222"/>
                <a:gd name="csY9" fmla="*/ 151385 h 799117"/>
                <a:gd name="csX10" fmla="*/ 637265 w 1461222"/>
                <a:gd name="csY10" fmla="*/ 6107 h 799117"/>
                <a:gd name="csX11" fmla="*/ 227067 w 1461222"/>
                <a:gd name="csY11" fmla="*/ 65927 h 799117"/>
                <a:gd name="csX12" fmla="*/ 107426 w 1461222"/>
                <a:gd name="csY12" fmla="*/ 407759 h 799117"/>
                <a:gd name="csX13" fmla="*/ 4665 w 1461222"/>
                <a:gd name="csY13" fmla="*/ 779051 h 799117"/>
                <a:gd name="csX14" fmla="*/ 365613 w 1461222"/>
                <a:gd name="csY14" fmla="*/ 799106 h 799117"/>
                <a:gd name="csX15" fmla="*/ 842867 w 1461222"/>
                <a:gd name="csY15" fmla="*/ 775042 h 799117"/>
                <a:gd name="csX16" fmla="*/ 1183761 w 1461222"/>
                <a:gd name="csY16" fmla="*/ 799106 h 799117"/>
                <a:gd name="csX17" fmla="*/ 1336161 w 1461222"/>
                <a:gd name="csY17" fmla="*/ 775042 h 799117"/>
                <a:gd name="csX18" fmla="*/ 1461222 w 1461222"/>
                <a:gd name="csY18" fmla="*/ 775753 h 799117"/>
                <a:gd name="csX0" fmla="*/ 1452466 w 1461222"/>
                <a:gd name="csY0" fmla="*/ 141379 h 799114"/>
                <a:gd name="csX1" fmla="*/ 1356212 w 1461222"/>
                <a:gd name="csY1" fmla="*/ 141378 h 799114"/>
                <a:gd name="csX2" fmla="*/ 1326564 w 1461222"/>
                <a:gd name="csY2" fmla="*/ 331183 h 799114"/>
                <a:gd name="csX3" fmla="*/ 1252563 w 1461222"/>
                <a:gd name="csY3" fmla="*/ 493217 h 799114"/>
                <a:gd name="csX4" fmla="*/ 936368 w 1461222"/>
                <a:gd name="csY4" fmla="*/ 587221 h 799114"/>
                <a:gd name="csX5" fmla="*/ 688540 w 1461222"/>
                <a:gd name="csY5" fmla="*/ 484671 h 799114"/>
                <a:gd name="csX6" fmla="*/ 654357 w 1461222"/>
                <a:gd name="csY6" fmla="*/ 288118 h 799114"/>
                <a:gd name="csX7" fmla="*/ 782544 w 1461222"/>
                <a:gd name="csY7" fmla="*/ 279572 h 799114"/>
                <a:gd name="csX8" fmla="*/ 876548 w 1461222"/>
                <a:gd name="csY8" fmla="*/ 313755 h 799114"/>
                <a:gd name="csX9" fmla="*/ 970551 w 1461222"/>
                <a:gd name="csY9" fmla="*/ 151385 h 799114"/>
                <a:gd name="csX10" fmla="*/ 637265 w 1461222"/>
                <a:gd name="csY10" fmla="*/ 6107 h 799114"/>
                <a:gd name="csX11" fmla="*/ 227067 w 1461222"/>
                <a:gd name="csY11" fmla="*/ 65927 h 799114"/>
                <a:gd name="csX12" fmla="*/ 107426 w 1461222"/>
                <a:gd name="csY12" fmla="*/ 407759 h 799114"/>
                <a:gd name="csX13" fmla="*/ 4665 w 1461222"/>
                <a:gd name="csY13" fmla="*/ 779051 h 799114"/>
                <a:gd name="csX14" fmla="*/ 365613 w 1461222"/>
                <a:gd name="csY14" fmla="*/ 799106 h 799114"/>
                <a:gd name="csX15" fmla="*/ 842867 w 1461222"/>
                <a:gd name="csY15" fmla="*/ 775042 h 799114"/>
                <a:gd name="csX16" fmla="*/ 1183761 w 1461222"/>
                <a:gd name="csY16" fmla="*/ 799106 h 799114"/>
                <a:gd name="csX17" fmla="*/ 1336161 w 1461222"/>
                <a:gd name="csY17" fmla="*/ 775042 h 799114"/>
                <a:gd name="csX18" fmla="*/ 1461222 w 1461222"/>
                <a:gd name="csY18" fmla="*/ 775753 h 799114"/>
                <a:gd name="csX0" fmla="*/ 1447801 w 1456557"/>
                <a:gd name="csY0" fmla="*/ 141379 h 799114"/>
                <a:gd name="csX1" fmla="*/ 1351547 w 1456557"/>
                <a:gd name="csY1" fmla="*/ 141378 h 799114"/>
                <a:gd name="csX2" fmla="*/ 1321899 w 1456557"/>
                <a:gd name="csY2" fmla="*/ 331183 h 799114"/>
                <a:gd name="csX3" fmla="*/ 1247898 w 1456557"/>
                <a:gd name="csY3" fmla="*/ 493217 h 799114"/>
                <a:gd name="csX4" fmla="*/ 931703 w 1456557"/>
                <a:gd name="csY4" fmla="*/ 587221 h 799114"/>
                <a:gd name="csX5" fmla="*/ 683875 w 1456557"/>
                <a:gd name="csY5" fmla="*/ 484671 h 799114"/>
                <a:gd name="csX6" fmla="*/ 649692 w 1456557"/>
                <a:gd name="csY6" fmla="*/ 288118 h 799114"/>
                <a:gd name="csX7" fmla="*/ 777879 w 1456557"/>
                <a:gd name="csY7" fmla="*/ 279572 h 799114"/>
                <a:gd name="csX8" fmla="*/ 871883 w 1456557"/>
                <a:gd name="csY8" fmla="*/ 313755 h 799114"/>
                <a:gd name="csX9" fmla="*/ 965886 w 1456557"/>
                <a:gd name="csY9" fmla="*/ 151385 h 799114"/>
                <a:gd name="csX10" fmla="*/ 632600 w 1456557"/>
                <a:gd name="csY10" fmla="*/ 6107 h 799114"/>
                <a:gd name="csX11" fmla="*/ 222402 w 1456557"/>
                <a:gd name="csY11" fmla="*/ 65927 h 799114"/>
                <a:gd name="csX12" fmla="*/ 102761 w 1456557"/>
                <a:gd name="csY12" fmla="*/ 407759 h 799114"/>
                <a:gd name="csX13" fmla="*/ 0 w 1456557"/>
                <a:gd name="csY13" fmla="*/ 779051 h 799114"/>
                <a:gd name="csX14" fmla="*/ 360948 w 1456557"/>
                <a:gd name="csY14" fmla="*/ 799106 h 799114"/>
                <a:gd name="csX15" fmla="*/ 838202 w 1456557"/>
                <a:gd name="csY15" fmla="*/ 775042 h 799114"/>
                <a:gd name="csX16" fmla="*/ 1179096 w 1456557"/>
                <a:gd name="csY16" fmla="*/ 799106 h 799114"/>
                <a:gd name="csX17" fmla="*/ 1331496 w 1456557"/>
                <a:gd name="csY17" fmla="*/ 775042 h 799114"/>
                <a:gd name="csX18" fmla="*/ 1456557 w 1456557"/>
                <a:gd name="csY18" fmla="*/ 775753 h 7991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456557" h="799114">
                  <a:moveTo>
                    <a:pt x="1447801" y="141379"/>
                  </a:moveTo>
                  <a:cubicBezTo>
                    <a:pt x="1398228" y="145059"/>
                    <a:pt x="1362504" y="141160"/>
                    <a:pt x="1351547" y="141378"/>
                  </a:cubicBezTo>
                  <a:cubicBezTo>
                    <a:pt x="1340590" y="141596"/>
                    <a:pt x="1354548" y="273880"/>
                    <a:pt x="1321899" y="331183"/>
                  </a:cubicBezTo>
                  <a:cubicBezTo>
                    <a:pt x="1289250" y="388486"/>
                    <a:pt x="1312931" y="450544"/>
                    <a:pt x="1247898" y="493217"/>
                  </a:cubicBezTo>
                  <a:cubicBezTo>
                    <a:pt x="1182865" y="535890"/>
                    <a:pt x="1025707" y="588645"/>
                    <a:pt x="931703" y="587221"/>
                  </a:cubicBezTo>
                  <a:cubicBezTo>
                    <a:pt x="837699" y="585797"/>
                    <a:pt x="730877" y="534521"/>
                    <a:pt x="683875" y="484671"/>
                  </a:cubicBezTo>
                  <a:cubicBezTo>
                    <a:pt x="636873" y="434821"/>
                    <a:pt x="634025" y="322301"/>
                    <a:pt x="649692" y="288118"/>
                  </a:cubicBezTo>
                  <a:cubicBezTo>
                    <a:pt x="665359" y="253935"/>
                    <a:pt x="740847" y="275299"/>
                    <a:pt x="777879" y="279572"/>
                  </a:cubicBezTo>
                  <a:lnTo>
                    <a:pt x="871883" y="313755"/>
                  </a:lnTo>
                  <a:cubicBezTo>
                    <a:pt x="903217" y="292391"/>
                    <a:pt x="1005766" y="202660"/>
                    <a:pt x="965886" y="151385"/>
                  </a:cubicBezTo>
                  <a:cubicBezTo>
                    <a:pt x="926006" y="100110"/>
                    <a:pt x="756514" y="20350"/>
                    <a:pt x="632600" y="6107"/>
                  </a:cubicBezTo>
                  <a:cubicBezTo>
                    <a:pt x="508686" y="-8136"/>
                    <a:pt x="310708" y="-1015"/>
                    <a:pt x="222402" y="65927"/>
                  </a:cubicBezTo>
                  <a:cubicBezTo>
                    <a:pt x="134096" y="132869"/>
                    <a:pt x="139828" y="288905"/>
                    <a:pt x="102761" y="407759"/>
                  </a:cubicBezTo>
                  <a:cubicBezTo>
                    <a:pt x="65694" y="526613"/>
                    <a:pt x="1753" y="641638"/>
                    <a:pt x="0" y="779051"/>
                  </a:cubicBezTo>
                  <a:cubicBezTo>
                    <a:pt x="155074" y="758999"/>
                    <a:pt x="221248" y="799774"/>
                    <a:pt x="360948" y="799106"/>
                  </a:cubicBezTo>
                  <a:cubicBezTo>
                    <a:pt x="500648" y="798438"/>
                    <a:pt x="701844" y="775042"/>
                    <a:pt x="838202" y="775042"/>
                  </a:cubicBezTo>
                  <a:cubicBezTo>
                    <a:pt x="974560" y="775042"/>
                    <a:pt x="1096880" y="799106"/>
                    <a:pt x="1179096" y="799106"/>
                  </a:cubicBezTo>
                  <a:cubicBezTo>
                    <a:pt x="1261312" y="799106"/>
                    <a:pt x="1285253" y="778934"/>
                    <a:pt x="1331496" y="775042"/>
                  </a:cubicBezTo>
                  <a:cubicBezTo>
                    <a:pt x="1377739" y="771150"/>
                    <a:pt x="1410859" y="772842"/>
                    <a:pt x="1456557" y="775753"/>
                  </a:cubicBezTo>
                </a:path>
              </a:pathLst>
            </a:custGeom>
            <a:solidFill>
              <a:schemeClr val="accent6">
                <a:lumMod val="75000"/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780F6C1-B379-DFF4-25A1-DD932437E7BE}"/>
                </a:ext>
              </a:extLst>
            </p:cNvPr>
            <p:cNvSpPr/>
            <p:nvPr/>
          </p:nvSpPr>
          <p:spPr>
            <a:xfrm flipH="1">
              <a:off x="4747418" y="931952"/>
              <a:ext cx="1265640" cy="48708"/>
            </a:xfrm>
            <a:custGeom>
              <a:avLst/>
              <a:gdLst>
                <a:gd name="csX0" fmla="*/ 0 w 1213503"/>
                <a:gd name="csY0" fmla="*/ 0 h 188007"/>
                <a:gd name="csX1" fmla="*/ 316194 w 1213503"/>
                <a:gd name="csY1" fmla="*/ 188007 h 188007"/>
                <a:gd name="csX2" fmla="*/ 931492 w 1213503"/>
                <a:gd name="csY2" fmla="*/ 128187 h 188007"/>
                <a:gd name="csX3" fmla="*/ 1213503 w 1213503"/>
                <a:gd name="csY3" fmla="*/ 145278 h 188007"/>
                <a:gd name="csX0" fmla="*/ 0 w 1213503"/>
                <a:gd name="csY0" fmla="*/ 0 h 191862"/>
                <a:gd name="csX1" fmla="*/ 316194 w 1213503"/>
                <a:gd name="csY1" fmla="*/ 188007 h 191862"/>
                <a:gd name="csX2" fmla="*/ 931492 w 1213503"/>
                <a:gd name="csY2" fmla="*/ 128187 h 191862"/>
                <a:gd name="csX3" fmla="*/ 1213503 w 1213503"/>
                <a:gd name="csY3" fmla="*/ 145278 h 191862"/>
                <a:gd name="csX0" fmla="*/ 0 w 1213503"/>
                <a:gd name="csY0" fmla="*/ 0 h 191395"/>
                <a:gd name="csX1" fmla="*/ 316194 w 1213503"/>
                <a:gd name="csY1" fmla="*/ 188007 h 191395"/>
                <a:gd name="csX2" fmla="*/ 931492 w 1213503"/>
                <a:gd name="csY2" fmla="*/ 128187 h 191395"/>
                <a:gd name="csX3" fmla="*/ 1213503 w 1213503"/>
                <a:gd name="csY3" fmla="*/ 145278 h 191395"/>
                <a:gd name="csX0" fmla="*/ 0 w 1265640"/>
                <a:gd name="csY0" fmla="*/ 48673 h 82132"/>
                <a:gd name="csX1" fmla="*/ 368331 w 1265640"/>
                <a:gd name="csY1" fmla="*/ 60217 h 82132"/>
                <a:gd name="csX2" fmla="*/ 983629 w 1265640"/>
                <a:gd name="csY2" fmla="*/ 397 h 82132"/>
                <a:gd name="csX3" fmla="*/ 1265640 w 1265640"/>
                <a:gd name="csY3" fmla="*/ 17488 h 82132"/>
                <a:gd name="csX0" fmla="*/ 0 w 1265640"/>
                <a:gd name="csY0" fmla="*/ 48673 h 61275"/>
                <a:gd name="csX1" fmla="*/ 368331 w 1265640"/>
                <a:gd name="csY1" fmla="*/ 60217 h 61275"/>
                <a:gd name="csX2" fmla="*/ 983629 w 1265640"/>
                <a:gd name="csY2" fmla="*/ 397 h 61275"/>
                <a:gd name="csX3" fmla="*/ 1265640 w 1265640"/>
                <a:gd name="csY3" fmla="*/ 17488 h 61275"/>
                <a:gd name="csX0" fmla="*/ 0 w 1265640"/>
                <a:gd name="csY0" fmla="*/ 48708 h 48708"/>
                <a:gd name="csX1" fmla="*/ 608962 w 1265640"/>
                <a:gd name="csY1" fmla="*/ 36188 h 48708"/>
                <a:gd name="csX2" fmla="*/ 983629 w 1265640"/>
                <a:gd name="csY2" fmla="*/ 432 h 48708"/>
                <a:gd name="csX3" fmla="*/ 1265640 w 1265640"/>
                <a:gd name="csY3" fmla="*/ 17523 h 48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65640" h="48708">
                  <a:moveTo>
                    <a:pt x="0" y="48708"/>
                  </a:moveTo>
                  <a:cubicBezTo>
                    <a:pt x="173577" y="27156"/>
                    <a:pt x="445024" y="44234"/>
                    <a:pt x="608962" y="36188"/>
                  </a:cubicBezTo>
                  <a:cubicBezTo>
                    <a:pt x="772900" y="28142"/>
                    <a:pt x="874183" y="3543"/>
                    <a:pt x="983629" y="432"/>
                  </a:cubicBezTo>
                  <a:cubicBezTo>
                    <a:pt x="1093075" y="-2679"/>
                    <a:pt x="1171636" y="11826"/>
                    <a:pt x="1265640" y="17523"/>
                  </a:cubicBezTo>
                </a:path>
              </a:pathLst>
            </a:custGeom>
            <a:noFill/>
            <a:ln w="317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ight Arrow 36">
              <a:extLst>
                <a:ext uri="{FF2B5EF4-FFF2-40B4-BE49-F238E27FC236}">
                  <a16:creationId xmlns:a16="http://schemas.microsoft.com/office/drawing/2014/main" id="{DEE05E4F-C763-BAE8-D46B-6A966A913CE1}"/>
                </a:ext>
              </a:extLst>
            </p:cNvPr>
            <p:cNvSpPr/>
            <p:nvPr/>
          </p:nvSpPr>
          <p:spPr>
            <a:xfrm>
              <a:off x="8118041" y="194752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A56E9CA-2FDA-ED04-A2EA-A3690A6E13AC}"/>
                </a:ext>
              </a:extLst>
            </p:cNvPr>
            <p:cNvGrpSpPr/>
            <p:nvPr/>
          </p:nvGrpSpPr>
          <p:grpSpPr>
            <a:xfrm>
              <a:off x="179390" y="4153592"/>
              <a:ext cx="8661864" cy="2515858"/>
              <a:chOff x="168716" y="770027"/>
              <a:chExt cx="8661864" cy="251585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9FFACCB-F2D2-0F23-EB2D-B4924A86AFE6}"/>
                  </a:ext>
                </a:extLst>
              </p:cNvPr>
              <p:cNvSpPr/>
              <p:nvPr/>
            </p:nvSpPr>
            <p:spPr>
              <a:xfrm>
                <a:off x="189380" y="1989705"/>
                <a:ext cx="8641200" cy="1296180"/>
              </a:xfrm>
              <a:prstGeom prst="rect">
                <a:avLst/>
              </a:prstGeom>
              <a:gradFill flip="none" rotWithShape="1">
                <a:gsLst>
                  <a:gs pos="0">
                    <a:srgbClr val="FFC000"/>
                  </a:gs>
                  <a:gs pos="100000">
                    <a:srgbClr val="FFFF00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3062B907-0A0F-5D27-0D8E-7C3BDAD70101}"/>
                  </a:ext>
                </a:extLst>
              </p:cNvPr>
              <p:cNvSpPr/>
              <p:nvPr/>
            </p:nvSpPr>
            <p:spPr>
              <a:xfrm>
                <a:off x="168716" y="770027"/>
                <a:ext cx="8639993" cy="1217614"/>
              </a:xfrm>
              <a:custGeom>
                <a:avLst/>
                <a:gdLst>
                  <a:gd name="csX0" fmla="*/ 0 w 8622707"/>
                  <a:gd name="csY0" fmla="*/ 213645 h 316195"/>
                  <a:gd name="csX1" fmla="*/ 470019 w 8622707"/>
                  <a:gd name="csY1" fmla="*/ 213645 h 316195"/>
                  <a:gd name="csX2" fmla="*/ 632389 w 8622707"/>
                  <a:gd name="csY2" fmla="*/ 196554 h 316195"/>
                  <a:gd name="csX3" fmla="*/ 717847 w 8622707"/>
                  <a:gd name="csY3" fmla="*/ 188008 h 316195"/>
                  <a:gd name="csX4" fmla="*/ 803305 w 8622707"/>
                  <a:gd name="csY4" fmla="*/ 179462 h 316195"/>
                  <a:gd name="csX5" fmla="*/ 1452785 w 8622707"/>
                  <a:gd name="csY5" fmla="*/ 162371 h 316195"/>
                  <a:gd name="csX6" fmla="*/ 1546789 w 8622707"/>
                  <a:gd name="csY6" fmla="*/ 145279 h 316195"/>
                  <a:gd name="csX7" fmla="*/ 1580972 w 8622707"/>
                  <a:gd name="csY7" fmla="*/ 136733 h 316195"/>
                  <a:gd name="csX8" fmla="*/ 1615156 w 8622707"/>
                  <a:gd name="csY8" fmla="*/ 145279 h 316195"/>
                  <a:gd name="csX9" fmla="*/ 1640793 w 8622707"/>
                  <a:gd name="csY9" fmla="*/ 162371 h 316195"/>
                  <a:gd name="csX10" fmla="*/ 1700614 w 8622707"/>
                  <a:gd name="csY10" fmla="*/ 188008 h 316195"/>
                  <a:gd name="csX11" fmla="*/ 1862984 w 8622707"/>
                  <a:gd name="csY11" fmla="*/ 205100 h 316195"/>
                  <a:gd name="csX12" fmla="*/ 1922804 w 8622707"/>
                  <a:gd name="csY12" fmla="*/ 213645 h 316195"/>
                  <a:gd name="csX13" fmla="*/ 1956987 w 8622707"/>
                  <a:gd name="csY13" fmla="*/ 222191 h 316195"/>
                  <a:gd name="csX14" fmla="*/ 2076628 w 8622707"/>
                  <a:gd name="csY14" fmla="*/ 230737 h 316195"/>
                  <a:gd name="csX15" fmla="*/ 2281728 w 8622707"/>
                  <a:gd name="csY15" fmla="*/ 222191 h 316195"/>
                  <a:gd name="csX16" fmla="*/ 2444098 w 8622707"/>
                  <a:gd name="csY16" fmla="*/ 213645 h 316195"/>
                  <a:gd name="csX17" fmla="*/ 2709017 w 8622707"/>
                  <a:gd name="csY17" fmla="*/ 222191 h 316195"/>
                  <a:gd name="csX18" fmla="*/ 2820113 w 8622707"/>
                  <a:gd name="csY18" fmla="*/ 230737 h 316195"/>
                  <a:gd name="csX19" fmla="*/ 3050849 w 8622707"/>
                  <a:gd name="csY19" fmla="*/ 213645 h 316195"/>
                  <a:gd name="csX20" fmla="*/ 3085032 w 8622707"/>
                  <a:gd name="csY20" fmla="*/ 205100 h 316195"/>
                  <a:gd name="csX21" fmla="*/ 3418318 w 8622707"/>
                  <a:gd name="csY21" fmla="*/ 188008 h 316195"/>
                  <a:gd name="csX22" fmla="*/ 3512322 w 8622707"/>
                  <a:gd name="csY22" fmla="*/ 162371 h 316195"/>
                  <a:gd name="csX23" fmla="*/ 3683238 w 8622707"/>
                  <a:gd name="csY23" fmla="*/ 170916 h 316195"/>
                  <a:gd name="csX24" fmla="*/ 3717421 w 8622707"/>
                  <a:gd name="csY24" fmla="*/ 179462 h 316195"/>
                  <a:gd name="csX25" fmla="*/ 3828516 w 8622707"/>
                  <a:gd name="csY25" fmla="*/ 205100 h 316195"/>
                  <a:gd name="csX26" fmla="*/ 3999432 w 8622707"/>
                  <a:gd name="csY26" fmla="*/ 196554 h 316195"/>
                  <a:gd name="csX27" fmla="*/ 4025070 w 8622707"/>
                  <a:gd name="csY27" fmla="*/ 188008 h 316195"/>
                  <a:gd name="csX28" fmla="*/ 4076344 w 8622707"/>
                  <a:gd name="csY28" fmla="*/ 179462 h 316195"/>
                  <a:gd name="csX29" fmla="*/ 4101982 w 8622707"/>
                  <a:gd name="csY29" fmla="*/ 170916 h 316195"/>
                  <a:gd name="csX30" fmla="*/ 4153257 w 8622707"/>
                  <a:gd name="csY30" fmla="*/ 162371 h 316195"/>
                  <a:gd name="csX31" fmla="*/ 4298535 w 8622707"/>
                  <a:gd name="csY31" fmla="*/ 145279 h 316195"/>
                  <a:gd name="csX32" fmla="*/ 4469451 w 8622707"/>
                  <a:gd name="csY32" fmla="*/ 153825 h 316195"/>
                  <a:gd name="csX33" fmla="*/ 4503634 w 8622707"/>
                  <a:gd name="csY33" fmla="*/ 162371 h 316195"/>
                  <a:gd name="csX34" fmla="*/ 4546363 w 8622707"/>
                  <a:gd name="csY34" fmla="*/ 170916 h 316195"/>
                  <a:gd name="csX35" fmla="*/ 4640367 w 8622707"/>
                  <a:gd name="csY35" fmla="*/ 179462 h 316195"/>
                  <a:gd name="csX36" fmla="*/ 4666004 w 8622707"/>
                  <a:gd name="csY36" fmla="*/ 188008 h 316195"/>
                  <a:gd name="csX37" fmla="*/ 4700187 w 8622707"/>
                  <a:gd name="csY37" fmla="*/ 205100 h 316195"/>
                  <a:gd name="csX38" fmla="*/ 4734371 w 8622707"/>
                  <a:gd name="csY38" fmla="*/ 213645 h 316195"/>
                  <a:gd name="csX39" fmla="*/ 4777100 w 8622707"/>
                  <a:gd name="csY39" fmla="*/ 230737 h 316195"/>
                  <a:gd name="csX40" fmla="*/ 4862557 w 8622707"/>
                  <a:gd name="csY40" fmla="*/ 247829 h 316195"/>
                  <a:gd name="csX41" fmla="*/ 4905286 w 8622707"/>
                  <a:gd name="csY41" fmla="*/ 256374 h 316195"/>
                  <a:gd name="csX42" fmla="*/ 4948015 w 8622707"/>
                  <a:gd name="csY42" fmla="*/ 273466 h 316195"/>
                  <a:gd name="csX43" fmla="*/ 5033473 w 8622707"/>
                  <a:gd name="csY43" fmla="*/ 290558 h 316195"/>
                  <a:gd name="csX44" fmla="*/ 5153114 w 8622707"/>
                  <a:gd name="csY44" fmla="*/ 307649 h 316195"/>
                  <a:gd name="csX45" fmla="*/ 5580404 w 8622707"/>
                  <a:gd name="csY45" fmla="*/ 299103 h 316195"/>
                  <a:gd name="csX46" fmla="*/ 5640225 w 8622707"/>
                  <a:gd name="csY46" fmla="*/ 282012 h 316195"/>
                  <a:gd name="csX47" fmla="*/ 5708591 w 8622707"/>
                  <a:gd name="csY47" fmla="*/ 264920 h 316195"/>
                  <a:gd name="csX48" fmla="*/ 5776957 w 8622707"/>
                  <a:gd name="csY48" fmla="*/ 247829 h 316195"/>
                  <a:gd name="csX49" fmla="*/ 5922236 w 8622707"/>
                  <a:gd name="csY49" fmla="*/ 230737 h 316195"/>
                  <a:gd name="csX50" fmla="*/ 5990602 w 8622707"/>
                  <a:gd name="csY50" fmla="*/ 222191 h 316195"/>
                  <a:gd name="csX51" fmla="*/ 6041877 w 8622707"/>
                  <a:gd name="csY51" fmla="*/ 188008 h 316195"/>
                  <a:gd name="csX52" fmla="*/ 6076060 w 8622707"/>
                  <a:gd name="csY52" fmla="*/ 162371 h 316195"/>
                  <a:gd name="csX53" fmla="*/ 6101698 w 8622707"/>
                  <a:gd name="csY53" fmla="*/ 136733 h 316195"/>
                  <a:gd name="csX54" fmla="*/ 6161518 w 8622707"/>
                  <a:gd name="csY54" fmla="*/ 119642 h 316195"/>
                  <a:gd name="csX55" fmla="*/ 6306797 w 8622707"/>
                  <a:gd name="csY55" fmla="*/ 136733 h 316195"/>
                  <a:gd name="csX56" fmla="*/ 6332434 w 8622707"/>
                  <a:gd name="csY56" fmla="*/ 145279 h 316195"/>
                  <a:gd name="csX57" fmla="*/ 6409346 w 8622707"/>
                  <a:gd name="csY57" fmla="*/ 162371 h 316195"/>
                  <a:gd name="csX58" fmla="*/ 6460621 w 8622707"/>
                  <a:gd name="csY58" fmla="*/ 179462 h 316195"/>
                  <a:gd name="csX59" fmla="*/ 6511896 w 8622707"/>
                  <a:gd name="csY59" fmla="*/ 188008 h 316195"/>
                  <a:gd name="csX60" fmla="*/ 6631537 w 8622707"/>
                  <a:gd name="csY60" fmla="*/ 213645 h 316195"/>
                  <a:gd name="csX61" fmla="*/ 6716995 w 8622707"/>
                  <a:gd name="csY61" fmla="*/ 222191 h 316195"/>
                  <a:gd name="csX62" fmla="*/ 6759724 w 8622707"/>
                  <a:gd name="csY62" fmla="*/ 230737 h 316195"/>
                  <a:gd name="csX63" fmla="*/ 7169922 w 8622707"/>
                  <a:gd name="csY63" fmla="*/ 247829 h 316195"/>
                  <a:gd name="csX64" fmla="*/ 7187014 w 8622707"/>
                  <a:gd name="csY64" fmla="*/ 273466 h 316195"/>
                  <a:gd name="csX65" fmla="*/ 7298109 w 8622707"/>
                  <a:gd name="csY65" fmla="*/ 247829 h 316195"/>
                  <a:gd name="csX66" fmla="*/ 7323746 w 8622707"/>
                  <a:gd name="csY66" fmla="*/ 222191 h 316195"/>
                  <a:gd name="csX67" fmla="*/ 7417750 w 8622707"/>
                  <a:gd name="csY67" fmla="*/ 102550 h 316195"/>
                  <a:gd name="csX68" fmla="*/ 7469025 w 8622707"/>
                  <a:gd name="csY68" fmla="*/ 34184 h 316195"/>
                  <a:gd name="csX69" fmla="*/ 7528845 w 8622707"/>
                  <a:gd name="csY69" fmla="*/ 0 h 316195"/>
                  <a:gd name="csX70" fmla="*/ 7605757 w 8622707"/>
                  <a:gd name="csY70" fmla="*/ 42729 h 316195"/>
                  <a:gd name="csX71" fmla="*/ 7631395 w 8622707"/>
                  <a:gd name="csY71" fmla="*/ 68367 h 316195"/>
                  <a:gd name="csX72" fmla="*/ 7657032 w 8622707"/>
                  <a:gd name="csY72" fmla="*/ 85458 h 316195"/>
                  <a:gd name="csX73" fmla="*/ 7682670 w 8622707"/>
                  <a:gd name="csY73" fmla="*/ 111096 h 316195"/>
                  <a:gd name="csX74" fmla="*/ 7716853 w 8622707"/>
                  <a:gd name="csY74" fmla="*/ 136733 h 316195"/>
                  <a:gd name="csX75" fmla="*/ 7742490 w 8622707"/>
                  <a:gd name="csY75" fmla="*/ 162371 h 316195"/>
                  <a:gd name="csX76" fmla="*/ 7802311 w 8622707"/>
                  <a:gd name="csY76" fmla="*/ 205100 h 316195"/>
                  <a:gd name="csX77" fmla="*/ 7827948 w 8622707"/>
                  <a:gd name="csY77" fmla="*/ 239283 h 316195"/>
                  <a:gd name="csX78" fmla="*/ 7853585 w 8622707"/>
                  <a:gd name="csY78" fmla="*/ 256374 h 316195"/>
                  <a:gd name="csX79" fmla="*/ 7887769 w 8622707"/>
                  <a:gd name="csY79" fmla="*/ 290558 h 316195"/>
                  <a:gd name="csX80" fmla="*/ 7921952 w 8622707"/>
                  <a:gd name="csY80" fmla="*/ 299103 h 316195"/>
                  <a:gd name="csX81" fmla="*/ 7964681 w 8622707"/>
                  <a:gd name="csY81" fmla="*/ 316195 h 316195"/>
                  <a:gd name="csX82" fmla="*/ 8109959 w 8622707"/>
                  <a:gd name="csY82" fmla="*/ 299103 h 316195"/>
                  <a:gd name="csX83" fmla="*/ 8161234 w 8622707"/>
                  <a:gd name="csY83" fmla="*/ 282012 h 316195"/>
                  <a:gd name="csX84" fmla="*/ 8323604 w 8622707"/>
                  <a:gd name="csY84" fmla="*/ 290558 h 316195"/>
                  <a:gd name="csX85" fmla="*/ 8485974 w 8622707"/>
                  <a:gd name="csY85" fmla="*/ 282012 h 316195"/>
                  <a:gd name="csX86" fmla="*/ 8622707 w 8622707"/>
                  <a:gd name="csY86" fmla="*/ 282012 h 316195"/>
                  <a:gd name="csX0" fmla="*/ 0 w 8635679"/>
                  <a:gd name="csY0" fmla="*/ 213645 h 316195"/>
                  <a:gd name="csX1" fmla="*/ 470019 w 8635679"/>
                  <a:gd name="csY1" fmla="*/ 213645 h 316195"/>
                  <a:gd name="csX2" fmla="*/ 632389 w 8635679"/>
                  <a:gd name="csY2" fmla="*/ 196554 h 316195"/>
                  <a:gd name="csX3" fmla="*/ 717847 w 8635679"/>
                  <a:gd name="csY3" fmla="*/ 188008 h 316195"/>
                  <a:gd name="csX4" fmla="*/ 803305 w 8635679"/>
                  <a:gd name="csY4" fmla="*/ 179462 h 316195"/>
                  <a:gd name="csX5" fmla="*/ 1452785 w 8635679"/>
                  <a:gd name="csY5" fmla="*/ 162371 h 316195"/>
                  <a:gd name="csX6" fmla="*/ 1546789 w 8635679"/>
                  <a:gd name="csY6" fmla="*/ 145279 h 316195"/>
                  <a:gd name="csX7" fmla="*/ 1580972 w 8635679"/>
                  <a:gd name="csY7" fmla="*/ 136733 h 316195"/>
                  <a:gd name="csX8" fmla="*/ 1615156 w 8635679"/>
                  <a:gd name="csY8" fmla="*/ 145279 h 316195"/>
                  <a:gd name="csX9" fmla="*/ 1640793 w 8635679"/>
                  <a:gd name="csY9" fmla="*/ 162371 h 316195"/>
                  <a:gd name="csX10" fmla="*/ 1700614 w 8635679"/>
                  <a:gd name="csY10" fmla="*/ 188008 h 316195"/>
                  <a:gd name="csX11" fmla="*/ 1862984 w 8635679"/>
                  <a:gd name="csY11" fmla="*/ 205100 h 316195"/>
                  <a:gd name="csX12" fmla="*/ 1922804 w 8635679"/>
                  <a:gd name="csY12" fmla="*/ 213645 h 316195"/>
                  <a:gd name="csX13" fmla="*/ 1956987 w 8635679"/>
                  <a:gd name="csY13" fmla="*/ 222191 h 316195"/>
                  <a:gd name="csX14" fmla="*/ 2076628 w 8635679"/>
                  <a:gd name="csY14" fmla="*/ 230737 h 316195"/>
                  <a:gd name="csX15" fmla="*/ 2281728 w 8635679"/>
                  <a:gd name="csY15" fmla="*/ 222191 h 316195"/>
                  <a:gd name="csX16" fmla="*/ 2444098 w 8635679"/>
                  <a:gd name="csY16" fmla="*/ 213645 h 316195"/>
                  <a:gd name="csX17" fmla="*/ 2709017 w 8635679"/>
                  <a:gd name="csY17" fmla="*/ 222191 h 316195"/>
                  <a:gd name="csX18" fmla="*/ 2820113 w 8635679"/>
                  <a:gd name="csY18" fmla="*/ 230737 h 316195"/>
                  <a:gd name="csX19" fmla="*/ 3050849 w 8635679"/>
                  <a:gd name="csY19" fmla="*/ 213645 h 316195"/>
                  <a:gd name="csX20" fmla="*/ 3085032 w 8635679"/>
                  <a:gd name="csY20" fmla="*/ 205100 h 316195"/>
                  <a:gd name="csX21" fmla="*/ 3418318 w 8635679"/>
                  <a:gd name="csY21" fmla="*/ 188008 h 316195"/>
                  <a:gd name="csX22" fmla="*/ 3512322 w 8635679"/>
                  <a:gd name="csY22" fmla="*/ 162371 h 316195"/>
                  <a:gd name="csX23" fmla="*/ 3683238 w 8635679"/>
                  <a:gd name="csY23" fmla="*/ 170916 h 316195"/>
                  <a:gd name="csX24" fmla="*/ 3717421 w 8635679"/>
                  <a:gd name="csY24" fmla="*/ 179462 h 316195"/>
                  <a:gd name="csX25" fmla="*/ 3828516 w 8635679"/>
                  <a:gd name="csY25" fmla="*/ 205100 h 316195"/>
                  <a:gd name="csX26" fmla="*/ 3999432 w 8635679"/>
                  <a:gd name="csY26" fmla="*/ 196554 h 316195"/>
                  <a:gd name="csX27" fmla="*/ 4025070 w 8635679"/>
                  <a:gd name="csY27" fmla="*/ 188008 h 316195"/>
                  <a:gd name="csX28" fmla="*/ 4076344 w 8635679"/>
                  <a:gd name="csY28" fmla="*/ 179462 h 316195"/>
                  <a:gd name="csX29" fmla="*/ 4101982 w 8635679"/>
                  <a:gd name="csY29" fmla="*/ 170916 h 316195"/>
                  <a:gd name="csX30" fmla="*/ 4153257 w 8635679"/>
                  <a:gd name="csY30" fmla="*/ 162371 h 316195"/>
                  <a:gd name="csX31" fmla="*/ 4298535 w 8635679"/>
                  <a:gd name="csY31" fmla="*/ 145279 h 316195"/>
                  <a:gd name="csX32" fmla="*/ 4469451 w 8635679"/>
                  <a:gd name="csY32" fmla="*/ 153825 h 316195"/>
                  <a:gd name="csX33" fmla="*/ 4503634 w 8635679"/>
                  <a:gd name="csY33" fmla="*/ 162371 h 316195"/>
                  <a:gd name="csX34" fmla="*/ 4546363 w 8635679"/>
                  <a:gd name="csY34" fmla="*/ 170916 h 316195"/>
                  <a:gd name="csX35" fmla="*/ 4640367 w 8635679"/>
                  <a:gd name="csY35" fmla="*/ 179462 h 316195"/>
                  <a:gd name="csX36" fmla="*/ 4666004 w 8635679"/>
                  <a:gd name="csY36" fmla="*/ 188008 h 316195"/>
                  <a:gd name="csX37" fmla="*/ 4700187 w 8635679"/>
                  <a:gd name="csY37" fmla="*/ 205100 h 316195"/>
                  <a:gd name="csX38" fmla="*/ 4734371 w 8635679"/>
                  <a:gd name="csY38" fmla="*/ 213645 h 316195"/>
                  <a:gd name="csX39" fmla="*/ 4777100 w 8635679"/>
                  <a:gd name="csY39" fmla="*/ 230737 h 316195"/>
                  <a:gd name="csX40" fmla="*/ 4862557 w 8635679"/>
                  <a:gd name="csY40" fmla="*/ 247829 h 316195"/>
                  <a:gd name="csX41" fmla="*/ 4905286 w 8635679"/>
                  <a:gd name="csY41" fmla="*/ 256374 h 316195"/>
                  <a:gd name="csX42" fmla="*/ 4948015 w 8635679"/>
                  <a:gd name="csY42" fmla="*/ 273466 h 316195"/>
                  <a:gd name="csX43" fmla="*/ 5033473 w 8635679"/>
                  <a:gd name="csY43" fmla="*/ 290558 h 316195"/>
                  <a:gd name="csX44" fmla="*/ 5153114 w 8635679"/>
                  <a:gd name="csY44" fmla="*/ 307649 h 316195"/>
                  <a:gd name="csX45" fmla="*/ 5580404 w 8635679"/>
                  <a:gd name="csY45" fmla="*/ 299103 h 316195"/>
                  <a:gd name="csX46" fmla="*/ 5640225 w 8635679"/>
                  <a:gd name="csY46" fmla="*/ 282012 h 316195"/>
                  <a:gd name="csX47" fmla="*/ 5708591 w 8635679"/>
                  <a:gd name="csY47" fmla="*/ 264920 h 316195"/>
                  <a:gd name="csX48" fmla="*/ 5776957 w 8635679"/>
                  <a:gd name="csY48" fmla="*/ 247829 h 316195"/>
                  <a:gd name="csX49" fmla="*/ 5922236 w 8635679"/>
                  <a:gd name="csY49" fmla="*/ 230737 h 316195"/>
                  <a:gd name="csX50" fmla="*/ 5990602 w 8635679"/>
                  <a:gd name="csY50" fmla="*/ 222191 h 316195"/>
                  <a:gd name="csX51" fmla="*/ 6041877 w 8635679"/>
                  <a:gd name="csY51" fmla="*/ 188008 h 316195"/>
                  <a:gd name="csX52" fmla="*/ 6076060 w 8635679"/>
                  <a:gd name="csY52" fmla="*/ 162371 h 316195"/>
                  <a:gd name="csX53" fmla="*/ 6101698 w 8635679"/>
                  <a:gd name="csY53" fmla="*/ 136733 h 316195"/>
                  <a:gd name="csX54" fmla="*/ 6161518 w 8635679"/>
                  <a:gd name="csY54" fmla="*/ 119642 h 316195"/>
                  <a:gd name="csX55" fmla="*/ 6306797 w 8635679"/>
                  <a:gd name="csY55" fmla="*/ 136733 h 316195"/>
                  <a:gd name="csX56" fmla="*/ 6332434 w 8635679"/>
                  <a:gd name="csY56" fmla="*/ 145279 h 316195"/>
                  <a:gd name="csX57" fmla="*/ 6409346 w 8635679"/>
                  <a:gd name="csY57" fmla="*/ 162371 h 316195"/>
                  <a:gd name="csX58" fmla="*/ 6460621 w 8635679"/>
                  <a:gd name="csY58" fmla="*/ 179462 h 316195"/>
                  <a:gd name="csX59" fmla="*/ 6511896 w 8635679"/>
                  <a:gd name="csY59" fmla="*/ 188008 h 316195"/>
                  <a:gd name="csX60" fmla="*/ 6631537 w 8635679"/>
                  <a:gd name="csY60" fmla="*/ 213645 h 316195"/>
                  <a:gd name="csX61" fmla="*/ 6716995 w 8635679"/>
                  <a:gd name="csY61" fmla="*/ 222191 h 316195"/>
                  <a:gd name="csX62" fmla="*/ 6759724 w 8635679"/>
                  <a:gd name="csY62" fmla="*/ 230737 h 316195"/>
                  <a:gd name="csX63" fmla="*/ 7169922 w 8635679"/>
                  <a:gd name="csY63" fmla="*/ 247829 h 316195"/>
                  <a:gd name="csX64" fmla="*/ 7187014 w 8635679"/>
                  <a:gd name="csY64" fmla="*/ 273466 h 316195"/>
                  <a:gd name="csX65" fmla="*/ 7298109 w 8635679"/>
                  <a:gd name="csY65" fmla="*/ 247829 h 316195"/>
                  <a:gd name="csX66" fmla="*/ 7323746 w 8635679"/>
                  <a:gd name="csY66" fmla="*/ 222191 h 316195"/>
                  <a:gd name="csX67" fmla="*/ 7417750 w 8635679"/>
                  <a:gd name="csY67" fmla="*/ 102550 h 316195"/>
                  <a:gd name="csX68" fmla="*/ 7469025 w 8635679"/>
                  <a:gd name="csY68" fmla="*/ 34184 h 316195"/>
                  <a:gd name="csX69" fmla="*/ 7528845 w 8635679"/>
                  <a:gd name="csY69" fmla="*/ 0 h 316195"/>
                  <a:gd name="csX70" fmla="*/ 7605757 w 8635679"/>
                  <a:gd name="csY70" fmla="*/ 42729 h 316195"/>
                  <a:gd name="csX71" fmla="*/ 7631395 w 8635679"/>
                  <a:gd name="csY71" fmla="*/ 68367 h 316195"/>
                  <a:gd name="csX72" fmla="*/ 7657032 w 8635679"/>
                  <a:gd name="csY72" fmla="*/ 85458 h 316195"/>
                  <a:gd name="csX73" fmla="*/ 7682670 w 8635679"/>
                  <a:gd name="csY73" fmla="*/ 111096 h 316195"/>
                  <a:gd name="csX74" fmla="*/ 7716853 w 8635679"/>
                  <a:gd name="csY74" fmla="*/ 136733 h 316195"/>
                  <a:gd name="csX75" fmla="*/ 7742490 w 8635679"/>
                  <a:gd name="csY75" fmla="*/ 162371 h 316195"/>
                  <a:gd name="csX76" fmla="*/ 7802311 w 8635679"/>
                  <a:gd name="csY76" fmla="*/ 205100 h 316195"/>
                  <a:gd name="csX77" fmla="*/ 7827948 w 8635679"/>
                  <a:gd name="csY77" fmla="*/ 239283 h 316195"/>
                  <a:gd name="csX78" fmla="*/ 7853585 w 8635679"/>
                  <a:gd name="csY78" fmla="*/ 256374 h 316195"/>
                  <a:gd name="csX79" fmla="*/ 7887769 w 8635679"/>
                  <a:gd name="csY79" fmla="*/ 290558 h 316195"/>
                  <a:gd name="csX80" fmla="*/ 7921952 w 8635679"/>
                  <a:gd name="csY80" fmla="*/ 299103 h 316195"/>
                  <a:gd name="csX81" fmla="*/ 7964681 w 8635679"/>
                  <a:gd name="csY81" fmla="*/ 316195 h 316195"/>
                  <a:gd name="csX82" fmla="*/ 8109959 w 8635679"/>
                  <a:gd name="csY82" fmla="*/ 299103 h 316195"/>
                  <a:gd name="csX83" fmla="*/ 8161234 w 8635679"/>
                  <a:gd name="csY83" fmla="*/ 282012 h 316195"/>
                  <a:gd name="csX84" fmla="*/ 8323604 w 8635679"/>
                  <a:gd name="csY84" fmla="*/ 290558 h 316195"/>
                  <a:gd name="csX85" fmla="*/ 8485974 w 8635679"/>
                  <a:gd name="csY85" fmla="*/ 282012 h 316195"/>
                  <a:gd name="csX86" fmla="*/ 8622707 w 8635679"/>
                  <a:gd name="csY86" fmla="*/ 282012 h 316195"/>
                  <a:gd name="csX87" fmla="*/ 8631253 w 8635679"/>
                  <a:gd name="csY87" fmla="*/ 290558 h 316195"/>
                  <a:gd name="csX0" fmla="*/ 0 w 8639993"/>
                  <a:gd name="csY0" fmla="*/ 213645 h 1213503"/>
                  <a:gd name="csX1" fmla="*/ 470019 w 8639993"/>
                  <a:gd name="csY1" fmla="*/ 213645 h 1213503"/>
                  <a:gd name="csX2" fmla="*/ 632389 w 8639993"/>
                  <a:gd name="csY2" fmla="*/ 196554 h 1213503"/>
                  <a:gd name="csX3" fmla="*/ 717847 w 8639993"/>
                  <a:gd name="csY3" fmla="*/ 188008 h 1213503"/>
                  <a:gd name="csX4" fmla="*/ 803305 w 8639993"/>
                  <a:gd name="csY4" fmla="*/ 179462 h 1213503"/>
                  <a:gd name="csX5" fmla="*/ 1452785 w 8639993"/>
                  <a:gd name="csY5" fmla="*/ 162371 h 1213503"/>
                  <a:gd name="csX6" fmla="*/ 1546789 w 8639993"/>
                  <a:gd name="csY6" fmla="*/ 145279 h 1213503"/>
                  <a:gd name="csX7" fmla="*/ 1580972 w 8639993"/>
                  <a:gd name="csY7" fmla="*/ 136733 h 1213503"/>
                  <a:gd name="csX8" fmla="*/ 1615156 w 8639993"/>
                  <a:gd name="csY8" fmla="*/ 145279 h 1213503"/>
                  <a:gd name="csX9" fmla="*/ 1640793 w 8639993"/>
                  <a:gd name="csY9" fmla="*/ 162371 h 1213503"/>
                  <a:gd name="csX10" fmla="*/ 1700614 w 8639993"/>
                  <a:gd name="csY10" fmla="*/ 188008 h 1213503"/>
                  <a:gd name="csX11" fmla="*/ 1862984 w 8639993"/>
                  <a:gd name="csY11" fmla="*/ 205100 h 1213503"/>
                  <a:gd name="csX12" fmla="*/ 1922804 w 8639993"/>
                  <a:gd name="csY12" fmla="*/ 213645 h 1213503"/>
                  <a:gd name="csX13" fmla="*/ 1956987 w 8639993"/>
                  <a:gd name="csY13" fmla="*/ 222191 h 1213503"/>
                  <a:gd name="csX14" fmla="*/ 2076628 w 8639993"/>
                  <a:gd name="csY14" fmla="*/ 230737 h 1213503"/>
                  <a:gd name="csX15" fmla="*/ 2281728 w 8639993"/>
                  <a:gd name="csY15" fmla="*/ 222191 h 1213503"/>
                  <a:gd name="csX16" fmla="*/ 2444098 w 8639993"/>
                  <a:gd name="csY16" fmla="*/ 213645 h 1213503"/>
                  <a:gd name="csX17" fmla="*/ 2709017 w 8639993"/>
                  <a:gd name="csY17" fmla="*/ 222191 h 1213503"/>
                  <a:gd name="csX18" fmla="*/ 2820113 w 8639993"/>
                  <a:gd name="csY18" fmla="*/ 230737 h 1213503"/>
                  <a:gd name="csX19" fmla="*/ 3050849 w 8639993"/>
                  <a:gd name="csY19" fmla="*/ 213645 h 1213503"/>
                  <a:gd name="csX20" fmla="*/ 3085032 w 8639993"/>
                  <a:gd name="csY20" fmla="*/ 205100 h 1213503"/>
                  <a:gd name="csX21" fmla="*/ 3418318 w 8639993"/>
                  <a:gd name="csY21" fmla="*/ 188008 h 1213503"/>
                  <a:gd name="csX22" fmla="*/ 3512322 w 8639993"/>
                  <a:gd name="csY22" fmla="*/ 162371 h 1213503"/>
                  <a:gd name="csX23" fmla="*/ 3683238 w 8639993"/>
                  <a:gd name="csY23" fmla="*/ 170916 h 1213503"/>
                  <a:gd name="csX24" fmla="*/ 3717421 w 8639993"/>
                  <a:gd name="csY24" fmla="*/ 179462 h 1213503"/>
                  <a:gd name="csX25" fmla="*/ 3828516 w 8639993"/>
                  <a:gd name="csY25" fmla="*/ 205100 h 1213503"/>
                  <a:gd name="csX26" fmla="*/ 3999432 w 8639993"/>
                  <a:gd name="csY26" fmla="*/ 196554 h 1213503"/>
                  <a:gd name="csX27" fmla="*/ 4025070 w 8639993"/>
                  <a:gd name="csY27" fmla="*/ 188008 h 1213503"/>
                  <a:gd name="csX28" fmla="*/ 4076344 w 8639993"/>
                  <a:gd name="csY28" fmla="*/ 179462 h 1213503"/>
                  <a:gd name="csX29" fmla="*/ 4101982 w 8639993"/>
                  <a:gd name="csY29" fmla="*/ 170916 h 1213503"/>
                  <a:gd name="csX30" fmla="*/ 4153257 w 8639993"/>
                  <a:gd name="csY30" fmla="*/ 162371 h 1213503"/>
                  <a:gd name="csX31" fmla="*/ 4298535 w 8639993"/>
                  <a:gd name="csY31" fmla="*/ 145279 h 1213503"/>
                  <a:gd name="csX32" fmla="*/ 4469451 w 8639993"/>
                  <a:gd name="csY32" fmla="*/ 153825 h 1213503"/>
                  <a:gd name="csX33" fmla="*/ 4503634 w 8639993"/>
                  <a:gd name="csY33" fmla="*/ 162371 h 1213503"/>
                  <a:gd name="csX34" fmla="*/ 4546363 w 8639993"/>
                  <a:gd name="csY34" fmla="*/ 170916 h 1213503"/>
                  <a:gd name="csX35" fmla="*/ 4640367 w 8639993"/>
                  <a:gd name="csY35" fmla="*/ 179462 h 1213503"/>
                  <a:gd name="csX36" fmla="*/ 4666004 w 8639993"/>
                  <a:gd name="csY36" fmla="*/ 188008 h 1213503"/>
                  <a:gd name="csX37" fmla="*/ 4700187 w 8639993"/>
                  <a:gd name="csY37" fmla="*/ 205100 h 1213503"/>
                  <a:gd name="csX38" fmla="*/ 4734371 w 8639993"/>
                  <a:gd name="csY38" fmla="*/ 213645 h 1213503"/>
                  <a:gd name="csX39" fmla="*/ 4777100 w 8639993"/>
                  <a:gd name="csY39" fmla="*/ 230737 h 1213503"/>
                  <a:gd name="csX40" fmla="*/ 4862557 w 8639993"/>
                  <a:gd name="csY40" fmla="*/ 247829 h 1213503"/>
                  <a:gd name="csX41" fmla="*/ 4905286 w 8639993"/>
                  <a:gd name="csY41" fmla="*/ 256374 h 1213503"/>
                  <a:gd name="csX42" fmla="*/ 4948015 w 8639993"/>
                  <a:gd name="csY42" fmla="*/ 273466 h 1213503"/>
                  <a:gd name="csX43" fmla="*/ 5033473 w 8639993"/>
                  <a:gd name="csY43" fmla="*/ 290558 h 1213503"/>
                  <a:gd name="csX44" fmla="*/ 5153114 w 8639993"/>
                  <a:gd name="csY44" fmla="*/ 307649 h 1213503"/>
                  <a:gd name="csX45" fmla="*/ 5580404 w 8639993"/>
                  <a:gd name="csY45" fmla="*/ 299103 h 1213503"/>
                  <a:gd name="csX46" fmla="*/ 5640225 w 8639993"/>
                  <a:gd name="csY46" fmla="*/ 282012 h 1213503"/>
                  <a:gd name="csX47" fmla="*/ 5708591 w 8639993"/>
                  <a:gd name="csY47" fmla="*/ 264920 h 1213503"/>
                  <a:gd name="csX48" fmla="*/ 5776957 w 8639993"/>
                  <a:gd name="csY48" fmla="*/ 247829 h 1213503"/>
                  <a:gd name="csX49" fmla="*/ 5922236 w 8639993"/>
                  <a:gd name="csY49" fmla="*/ 230737 h 1213503"/>
                  <a:gd name="csX50" fmla="*/ 5990602 w 8639993"/>
                  <a:gd name="csY50" fmla="*/ 222191 h 1213503"/>
                  <a:gd name="csX51" fmla="*/ 6041877 w 8639993"/>
                  <a:gd name="csY51" fmla="*/ 188008 h 1213503"/>
                  <a:gd name="csX52" fmla="*/ 6076060 w 8639993"/>
                  <a:gd name="csY52" fmla="*/ 162371 h 1213503"/>
                  <a:gd name="csX53" fmla="*/ 6101698 w 8639993"/>
                  <a:gd name="csY53" fmla="*/ 136733 h 1213503"/>
                  <a:gd name="csX54" fmla="*/ 6161518 w 8639993"/>
                  <a:gd name="csY54" fmla="*/ 119642 h 1213503"/>
                  <a:gd name="csX55" fmla="*/ 6306797 w 8639993"/>
                  <a:gd name="csY55" fmla="*/ 136733 h 1213503"/>
                  <a:gd name="csX56" fmla="*/ 6332434 w 8639993"/>
                  <a:gd name="csY56" fmla="*/ 145279 h 1213503"/>
                  <a:gd name="csX57" fmla="*/ 6409346 w 8639993"/>
                  <a:gd name="csY57" fmla="*/ 162371 h 1213503"/>
                  <a:gd name="csX58" fmla="*/ 6460621 w 8639993"/>
                  <a:gd name="csY58" fmla="*/ 179462 h 1213503"/>
                  <a:gd name="csX59" fmla="*/ 6511896 w 8639993"/>
                  <a:gd name="csY59" fmla="*/ 188008 h 1213503"/>
                  <a:gd name="csX60" fmla="*/ 6631537 w 8639993"/>
                  <a:gd name="csY60" fmla="*/ 213645 h 1213503"/>
                  <a:gd name="csX61" fmla="*/ 6716995 w 8639993"/>
                  <a:gd name="csY61" fmla="*/ 222191 h 1213503"/>
                  <a:gd name="csX62" fmla="*/ 6759724 w 8639993"/>
                  <a:gd name="csY62" fmla="*/ 230737 h 1213503"/>
                  <a:gd name="csX63" fmla="*/ 7169922 w 8639993"/>
                  <a:gd name="csY63" fmla="*/ 247829 h 1213503"/>
                  <a:gd name="csX64" fmla="*/ 7187014 w 8639993"/>
                  <a:gd name="csY64" fmla="*/ 273466 h 1213503"/>
                  <a:gd name="csX65" fmla="*/ 7298109 w 8639993"/>
                  <a:gd name="csY65" fmla="*/ 247829 h 1213503"/>
                  <a:gd name="csX66" fmla="*/ 7323746 w 8639993"/>
                  <a:gd name="csY66" fmla="*/ 222191 h 1213503"/>
                  <a:gd name="csX67" fmla="*/ 7417750 w 8639993"/>
                  <a:gd name="csY67" fmla="*/ 102550 h 1213503"/>
                  <a:gd name="csX68" fmla="*/ 7469025 w 8639993"/>
                  <a:gd name="csY68" fmla="*/ 34184 h 1213503"/>
                  <a:gd name="csX69" fmla="*/ 7528845 w 8639993"/>
                  <a:gd name="csY69" fmla="*/ 0 h 1213503"/>
                  <a:gd name="csX70" fmla="*/ 7605757 w 8639993"/>
                  <a:gd name="csY70" fmla="*/ 42729 h 1213503"/>
                  <a:gd name="csX71" fmla="*/ 7631395 w 8639993"/>
                  <a:gd name="csY71" fmla="*/ 68367 h 1213503"/>
                  <a:gd name="csX72" fmla="*/ 7657032 w 8639993"/>
                  <a:gd name="csY72" fmla="*/ 85458 h 1213503"/>
                  <a:gd name="csX73" fmla="*/ 7682670 w 8639993"/>
                  <a:gd name="csY73" fmla="*/ 111096 h 1213503"/>
                  <a:gd name="csX74" fmla="*/ 7716853 w 8639993"/>
                  <a:gd name="csY74" fmla="*/ 136733 h 1213503"/>
                  <a:gd name="csX75" fmla="*/ 7742490 w 8639993"/>
                  <a:gd name="csY75" fmla="*/ 162371 h 1213503"/>
                  <a:gd name="csX76" fmla="*/ 7802311 w 8639993"/>
                  <a:gd name="csY76" fmla="*/ 205100 h 1213503"/>
                  <a:gd name="csX77" fmla="*/ 7827948 w 8639993"/>
                  <a:gd name="csY77" fmla="*/ 239283 h 1213503"/>
                  <a:gd name="csX78" fmla="*/ 7853585 w 8639993"/>
                  <a:gd name="csY78" fmla="*/ 256374 h 1213503"/>
                  <a:gd name="csX79" fmla="*/ 7887769 w 8639993"/>
                  <a:gd name="csY79" fmla="*/ 290558 h 1213503"/>
                  <a:gd name="csX80" fmla="*/ 7921952 w 8639993"/>
                  <a:gd name="csY80" fmla="*/ 299103 h 1213503"/>
                  <a:gd name="csX81" fmla="*/ 7964681 w 8639993"/>
                  <a:gd name="csY81" fmla="*/ 316195 h 1213503"/>
                  <a:gd name="csX82" fmla="*/ 8109959 w 8639993"/>
                  <a:gd name="csY82" fmla="*/ 299103 h 1213503"/>
                  <a:gd name="csX83" fmla="*/ 8161234 w 8639993"/>
                  <a:gd name="csY83" fmla="*/ 282012 h 1213503"/>
                  <a:gd name="csX84" fmla="*/ 8323604 w 8639993"/>
                  <a:gd name="csY84" fmla="*/ 290558 h 1213503"/>
                  <a:gd name="csX85" fmla="*/ 8485974 w 8639993"/>
                  <a:gd name="csY85" fmla="*/ 282012 h 1213503"/>
                  <a:gd name="csX86" fmla="*/ 8622707 w 8639993"/>
                  <a:gd name="csY86" fmla="*/ 282012 h 1213503"/>
                  <a:gd name="csX87" fmla="*/ 8639799 w 8639993"/>
                  <a:gd name="csY87" fmla="*/ 1213503 h 1213503"/>
                  <a:gd name="csX0" fmla="*/ 0 w 8639993"/>
                  <a:gd name="csY0" fmla="*/ 213645 h 1277787"/>
                  <a:gd name="csX1" fmla="*/ 470019 w 8639993"/>
                  <a:gd name="csY1" fmla="*/ 213645 h 1277787"/>
                  <a:gd name="csX2" fmla="*/ 632389 w 8639993"/>
                  <a:gd name="csY2" fmla="*/ 196554 h 1277787"/>
                  <a:gd name="csX3" fmla="*/ 717847 w 8639993"/>
                  <a:gd name="csY3" fmla="*/ 188008 h 1277787"/>
                  <a:gd name="csX4" fmla="*/ 803305 w 8639993"/>
                  <a:gd name="csY4" fmla="*/ 179462 h 1277787"/>
                  <a:gd name="csX5" fmla="*/ 1452785 w 8639993"/>
                  <a:gd name="csY5" fmla="*/ 162371 h 1277787"/>
                  <a:gd name="csX6" fmla="*/ 1546789 w 8639993"/>
                  <a:gd name="csY6" fmla="*/ 145279 h 1277787"/>
                  <a:gd name="csX7" fmla="*/ 1580972 w 8639993"/>
                  <a:gd name="csY7" fmla="*/ 136733 h 1277787"/>
                  <a:gd name="csX8" fmla="*/ 1615156 w 8639993"/>
                  <a:gd name="csY8" fmla="*/ 145279 h 1277787"/>
                  <a:gd name="csX9" fmla="*/ 1640793 w 8639993"/>
                  <a:gd name="csY9" fmla="*/ 162371 h 1277787"/>
                  <a:gd name="csX10" fmla="*/ 1700614 w 8639993"/>
                  <a:gd name="csY10" fmla="*/ 188008 h 1277787"/>
                  <a:gd name="csX11" fmla="*/ 1862984 w 8639993"/>
                  <a:gd name="csY11" fmla="*/ 205100 h 1277787"/>
                  <a:gd name="csX12" fmla="*/ 1922804 w 8639993"/>
                  <a:gd name="csY12" fmla="*/ 213645 h 1277787"/>
                  <a:gd name="csX13" fmla="*/ 1956987 w 8639993"/>
                  <a:gd name="csY13" fmla="*/ 222191 h 1277787"/>
                  <a:gd name="csX14" fmla="*/ 2076628 w 8639993"/>
                  <a:gd name="csY14" fmla="*/ 230737 h 1277787"/>
                  <a:gd name="csX15" fmla="*/ 2281728 w 8639993"/>
                  <a:gd name="csY15" fmla="*/ 222191 h 1277787"/>
                  <a:gd name="csX16" fmla="*/ 2444098 w 8639993"/>
                  <a:gd name="csY16" fmla="*/ 213645 h 1277787"/>
                  <a:gd name="csX17" fmla="*/ 2709017 w 8639993"/>
                  <a:gd name="csY17" fmla="*/ 222191 h 1277787"/>
                  <a:gd name="csX18" fmla="*/ 2820113 w 8639993"/>
                  <a:gd name="csY18" fmla="*/ 230737 h 1277787"/>
                  <a:gd name="csX19" fmla="*/ 3050849 w 8639993"/>
                  <a:gd name="csY19" fmla="*/ 213645 h 1277787"/>
                  <a:gd name="csX20" fmla="*/ 3085032 w 8639993"/>
                  <a:gd name="csY20" fmla="*/ 205100 h 1277787"/>
                  <a:gd name="csX21" fmla="*/ 3418318 w 8639993"/>
                  <a:gd name="csY21" fmla="*/ 188008 h 1277787"/>
                  <a:gd name="csX22" fmla="*/ 3512322 w 8639993"/>
                  <a:gd name="csY22" fmla="*/ 162371 h 1277787"/>
                  <a:gd name="csX23" fmla="*/ 3683238 w 8639993"/>
                  <a:gd name="csY23" fmla="*/ 170916 h 1277787"/>
                  <a:gd name="csX24" fmla="*/ 3717421 w 8639993"/>
                  <a:gd name="csY24" fmla="*/ 179462 h 1277787"/>
                  <a:gd name="csX25" fmla="*/ 3828516 w 8639993"/>
                  <a:gd name="csY25" fmla="*/ 205100 h 1277787"/>
                  <a:gd name="csX26" fmla="*/ 3999432 w 8639993"/>
                  <a:gd name="csY26" fmla="*/ 196554 h 1277787"/>
                  <a:gd name="csX27" fmla="*/ 4025070 w 8639993"/>
                  <a:gd name="csY27" fmla="*/ 188008 h 1277787"/>
                  <a:gd name="csX28" fmla="*/ 4076344 w 8639993"/>
                  <a:gd name="csY28" fmla="*/ 179462 h 1277787"/>
                  <a:gd name="csX29" fmla="*/ 4101982 w 8639993"/>
                  <a:gd name="csY29" fmla="*/ 170916 h 1277787"/>
                  <a:gd name="csX30" fmla="*/ 4153257 w 8639993"/>
                  <a:gd name="csY30" fmla="*/ 162371 h 1277787"/>
                  <a:gd name="csX31" fmla="*/ 4298535 w 8639993"/>
                  <a:gd name="csY31" fmla="*/ 145279 h 1277787"/>
                  <a:gd name="csX32" fmla="*/ 4469451 w 8639993"/>
                  <a:gd name="csY32" fmla="*/ 153825 h 1277787"/>
                  <a:gd name="csX33" fmla="*/ 4503634 w 8639993"/>
                  <a:gd name="csY33" fmla="*/ 162371 h 1277787"/>
                  <a:gd name="csX34" fmla="*/ 4546363 w 8639993"/>
                  <a:gd name="csY34" fmla="*/ 170916 h 1277787"/>
                  <a:gd name="csX35" fmla="*/ 4640367 w 8639993"/>
                  <a:gd name="csY35" fmla="*/ 179462 h 1277787"/>
                  <a:gd name="csX36" fmla="*/ 4666004 w 8639993"/>
                  <a:gd name="csY36" fmla="*/ 188008 h 1277787"/>
                  <a:gd name="csX37" fmla="*/ 4700187 w 8639993"/>
                  <a:gd name="csY37" fmla="*/ 205100 h 1277787"/>
                  <a:gd name="csX38" fmla="*/ 4734371 w 8639993"/>
                  <a:gd name="csY38" fmla="*/ 213645 h 1277787"/>
                  <a:gd name="csX39" fmla="*/ 4777100 w 8639993"/>
                  <a:gd name="csY39" fmla="*/ 230737 h 1277787"/>
                  <a:gd name="csX40" fmla="*/ 4862557 w 8639993"/>
                  <a:gd name="csY40" fmla="*/ 247829 h 1277787"/>
                  <a:gd name="csX41" fmla="*/ 4905286 w 8639993"/>
                  <a:gd name="csY41" fmla="*/ 256374 h 1277787"/>
                  <a:gd name="csX42" fmla="*/ 4948015 w 8639993"/>
                  <a:gd name="csY42" fmla="*/ 273466 h 1277787"/>
                  <a:gd name="csX43" fmla="*/ 5033473 w 8639993"/>
                  <a:gd name="csY43" fmla="*/ 290558 h 1277787"/>
                  <a:gd name="csX44" fmla="*/ 5153114 w 8639993"/>
                  <a:gd name="csY44" fmla="*/ 307649 h 1277787"/>
                  <a:gd name="csX45" fmla="*/ 5580404 w 8639993"/>
                  <a:gd name="csY45" fmla="*/ 299103 h 1277787"/>
                  <a:gd name="csX46" fmla="*/ 5640225 w 8639993"/>
                  <a:gd name="csY46" fmla="*/ 282012 h 1277787"/>
                  <a:gd name="csX47" fmla="*/ 5708591 w 8639993"/>
                  <a:gd name="csY47" fmla="*/ 264920 h 1277787"/>
                  <a:gd name="csX48" fmla="*/ 5776957 w 8639993"/>
                  <a:gd name="csY48" fmla="*/ 247829 h 1277787"/>
                  <a:gd name="csX49" fmla="*/ 5922236 w 8639993"/>
                  <a:gd name="csY49" fmla="*/ 230737 h 1277787"/>
                  <a:gd name="csX50" fmla="*/ 5990602 w 8639993"/>
                  <a:gd name="csY50" fmla="*/ 222191 h 1277787"/>
                  <a:gd name="csX51" fmla="*/ 6041877 w 8639993"/>
                  <a:gd name="csY51" fmla="*/ 188008 h 1277787"/>
                  <a:gd name="csX52" fmla="*/ 6076060 w 8639993"/>
                  <a:gd name="csY52" fmla="*/ 162371 h 1277787"/>
                  <a:gd name="csX53" fmla="*/ 6101698 w 8639993"/>
                  <a:gd name="csY53" fmla="*/ 136733 h 1277787"/>
                  <a:gd name="csX54" fmla="*/ 6161518 w 8639993"/>
                  <a:gd name="csY54" fmla="*/ 119642 h 1277787"/>
                  <a:gd name="csX55" fmla="*/ 6306797 w 8639993"/>
                  <a:gd name="csY55" fmla="*/ 136733 h 1277787"/>
                  <a:gd name="csX56" fmla="*/ 6332434 w 8639993"/>
                  <a:gd name="csY56" fmla="*/ 145279 h 1277787"/>
                  <a:gd name="csX57" fmla="*/ 6409346 w 8639993"/>
                  <a:gd name="csY57" fmla="*/ 162371 h 1277787"/>
                  <a:gd name="csX58" fmla="*/ 6460621 w 8639993"/>
                  <a:gd name="csY58" fmla="*/ 179462 h 1277787"/>
                  <a:gd name="csX59" fmla="*/ 6511896 w 8639993"/>
                  <a:gd name="csY59" fmla="*/ 188008 h 1277787"/>
                  <a:gd name="csX60" fmla="*/ 6631537 w 8639993"/>
                  <a:gd name="csY60" fmla="*/ 213645 h 1277787"/>
                  <a:gd name="csX61" fmla="*/ 6716995 w 8639993"/>
                  <a:gd name="csY61" fmla="*/ 222191 h 1277787"/>
                  <a:gd name="csX62" fmla="*/ 6759724 w 8639993"/>
                  <a:gd name="csY62" fmla="*/ 230737 h 1277787"/>
                  <a:gd name="csX63" fmla="*/ 7169922 w 8639993"/>
                  <a:gd name="csY63" fmla="*/ 247829 h 1277787"/>
                  <a:gd name="csX64" fmla="*/ 7187014 w 8639993"/>
                  <a:gd name="csY64" fmla="*/ 273466 h 1277787"/>
                  <a:gd name="csX65" fmla="*/ 7298109 w 8639993"/>
                  <a:gd name="csY65" fmla="*/ 247829 h 1277787"/>
                  <a:gd name="csX66" fmla="*/ 7323746 w 8639993"/>
                  <a:gd name="csY66" fmla="*/ 222191 h 1277787"/>
                  <a:gd name="csX67" fmla="*/ 7417750 w 8639993"/>
                  <a:gd name="csY67" fmla="*/ 102550 h 1277787"/>
                  <a:gd name="csX68" fmla="*/ 7469025 w 8639993"/>
                  <a:gd name="csY68" fmla="*/ 34184 h 1277787"/>
                  <a:gd name="csX69" fmla="*/ 7528845 w 8639993"/>
                  <a:gd name="csY69" fmla="*/ 0 h 1277787"/>
                  <a:gd name="csX70" fmla="*/ 7605757 w 8639993"/>
                  <a:gd name="csY70" fmla="*/ 42729 h 1277787"/>
                  <a:gd name="csX71" fmla="*/ 7631395 w 8639993"/>
                  <a:gd name="csY71" fmla="*/ 68367 h 1277787"/>
                  <a:gd name="csX72" fmla="*/ 7657032 w 8639993"/>
                  <a:gd name="csY72" fmla="*/ 85458 h 1277787"/>
                  <a:gd name="csX73" fmla="*/ 7682670 w 8639993"/>
                  <a:gd name="csY73" fmla="*/ 111096 h 1277787"/>
                  <a:gd name="csX74" fmla="*/ 7716853 w 8639993"/>
                  <a:gd name="csY74" fmla="*/ 136733 h 1277787"/>
                  <a:gd name="csX75" fmla="*/ 7742490 w 8639993"/>
                  <a:gd name="csY75" fmla="*/ 162371 h 1277787"/>
                  <a:gd name="csX76" fmla="*/ 7802311 w 8639993"/>
                  <a:gd name="csY76" fmla="*/ 205100 h 1277787"/>
                  <a:gd name="csX77" fmla="*/ 7827948 w 8639993"/>
                  <a:gd name="csY77" fmla="*/ 239283 h 1277787"/>
                  <a:gd name="csX78" fmla="*/ 7853585 w 8639993"/>
                  <a:gd name="csY78" fmla="*/ 256374 h 1277787"/>
                  <a:gd name="csX79" fmla="*/ 7887769 w 8639993"/>
                  <a:gd name="csY79" fmla="*/ 290558 h 1277787"/>
                  <a:gd name="csX80" fmla="*/ 7921952 w 8639993"/>
                  <a:gd name="csY80" fmla="*/ 299103 h 1277787"/>
                  <a:gd name="csX81" fmla="*/ 7964681 w 8639993"/>
                  <a:gd name="csY81" fmla="*/ 316195 h 1277787"/>
                  <a:gd name="csX82" fmla="*/ 8109959 w 8639993"/>
                  <a:gd name="csY82" fmla="*/ 299103 h 1277787"/>
                  <a:gd name="csX83" fmla="*/ 8161234 w 8639993"/>
                  <a:gd name="csY83" fmla="*/ 282012 h 1277787"/>
                  <a:gd name="csX84" fmla="*/ 8323604 w 8639993"/>
                  <a:gd name="csY84" fmla="*/ 290558 h 1277787"/>
                  <a:gd name="csX85" fmla="*/ 8485974 w 8639993"/>
                  <a:gd name="csY85" fmla="*/ 282012 h 1277787"/>
                  <a:gd name="csX86" fmla="*/ 8622707 w 8639993"/>
                  <a:gd name="csY86" fmla="*/ 282012 h 1277787"/>
                  <a:gd name="csX87" fmla="*/ 8639799 w 8639993"/>
                  <a:gd name="csY87" fmla="*/ 1213503 h 1277787"/>
                  <a:gd name="csX88" fmla="*/ 8631253 w 8639993"/>
                  <a:gd name="csY88" fmla="*/ 1196412 h 1277787"/>
                  <a:gd name="csX0" fmla="*/ 0 w 8639993"/>
                  <a:gd name="csY0" fmla="*/ 213645 h 1262509"/>
                  <a:gd name="csX1" fmla="*/ 470019 w 8639993"/>
                  <a:gd name="csY1" fmla="*/ 213645 h 1262509"/>
                  <a:gd name="csX2" fmla="*/ 632389 w 8639993"/>
                  <a:gd name="csY2" fmla="*/ 196554 h 1262509"/>
                  <a:gd name="csX3" fmla="*/ 717847 w 8639993"/>
                  <a:gd name="csY3" fmla="*/ 188008 h 1262509"/>
                  <a:gd name="csX4" fmla="*/ 803305 w 8639993"/>
                  <a:gd name="csY4" fmla="*/ 179462 h 1262509"/>
                  <a:gd name="csX5" fmla="*/ 1452785 w 8639993"/>
                  <a:gd name="csY5" fmla="*/ 162371 h 1262509"/>
                  <a:gd name="csX6" fmla="*/ 1546789 w 8639993"/>
                  <a:gd name="csY6" fmla="*/ 145279 h 1262509"/>
                  <a:gd name="csX7" fmla="*/ 1580972 w 8639993"/>
                  <a:gd name="csY7" fmla="*/ 136733 h 1262509"/>
                  <a:gd name="csX8" fmla="*/ 1615156 w 8639993"/>
                  <a:gd name="csY8" fmla="*/ 145279 h 1262509"/>
                  <a:gd name="csX9" fmla="*/ 1640793 w 8639993"/>
                  <a:gd name="csY9" fmla="*/ 162371 h 1262509"/>
                  <a:gd name="csX10" fmla="*/ 1700614 w 8639993"/>
                  <a:gd name="csY10" fmla="*/ 188008 h 1262509"/>
                  <a:gd name="csX11" fmla="*/ 1862984 w 8639993"/>
                  <a:gd name="csY11" fmla="*/ 205100 h 1262509"/>
                  <a:gd name="csX12" fmla="*/ 1922804 w 8639993"/>
                  <a:gd name="csY12" fmla="*/ 213645 h 1262509"/>
                  <a:gd name="csX13" fmla="*/ 1956987 w 8639993"/>
                  <a:gd name="csY13" fmla="*/ 222191 h 1262509"/>
                  <a:gd name="csX14" fmla="*/ 2076628 w 8639993"/>
                  <a:gd name="csY14" fmla="*/ 230737 h 1262509"/>
                  <a:gd name="csX15" fmla="*/ 2281728 w 8639993"/>
                  <a:gd name="csY15" fmla="*/ 222191 h 1262509"/>
                  <a:gd name="csX16" fmla="*/ 2444098 w 8639993"/>
                  <a:gd name="csY16" fmla="*/ 213645 h 1262509"/>
                  <a:gd name="csX17" fmla="*/ 2709017 w 8639993"/>
                  <a:gd name="csY17" fmla="*/ 222191 h 1262509"/>
                  <a:gd name="csX18" fmla="*/ 2820113 w 8639993"/>
                  <a:gd name="csY18" fmla="*/ 230737 h 1262509"/>
                  <a:gd name="csX19" fmla="*/ 3050849 w 8639993"/>
                  <a:gd name="csY19" fmla="*/ 213645 h 1262509"/>
                  <a:gd name="csX20" fmla="*/ 3085032 w 8639993"/>
                  <a:gd name="csY20" fmla="*/ 205100 h 1262509"/>
                  <a:gd name="csX21" fmla="*/ 3418318 w 8639993"/>
                  <a:gd name="csY21" fmla="*/ 188008 h 1262509"/>
                  <a:gd name="csX22" fmla="*/ 3512322 w 8639993"/>
                  <a:gd name="csY22" fmla="*/ 162371 h 1262509"/>
                  <a:gd name="csX23" fmla="*/ 3683238 w 8639993"/>
                  <a:gd name="csY23" fmla="*/ 170916 h 1262509"/>
                  <a:gd name="csX24" fmla="*/ 3717421 w 8639993"/>
                  <a:gd name="csY24" fmla="*/ 179462 h 1262509"/>
                  <a:gd name="csX25" fmla="*/ 3828516 w 8639993"/>
                  <a:gd name="csY25" fmla="*/ 205100 h 1262509"/>
                  <a:gd name="csX26" fmla="*/ 3999432 w 8639993"/>
                  <a:gd name="csY26" fmla="*/ 196554 h 1262509"/>
                  <a:gd name="csX27" fmla="*/ 4025070 w 8639993"/>
                  <a:gd name="csY27" fmla="*/ 188008 h 1262509"/>
                  <a:gd name="csX28" fmla="*/ 4076344 w 8639993"/>
                  <a:gd name="csY28" fmla="*/ 179462 h 1262509"/>
                  <a:gd name="csX29" fmla="*/ 4101982 w 8639993"/>
                  <a:gd name="csY29" fmla="*/ 170916 h 1262509"/>
                  <a:gd name="csX30" fmla="*/ 4153257 w 8639993"/>
                  <a:gd name="csY30" fmla="*/ 162371 h 1262509"/>
                  <a:gd name="csX31" fmla="*/ 4298535 w 8639993"/>
                  <a:gd name="csY31" fmla="*/ 145279 h 1262509"/>
                  <a:gd name="csX32" fmla="*/ 4469451 w 8639993"/>
                  <a:gd name="csY32" fmla="*/ 153825 h 1262509"/>
                  <a:gd name="csX33" fmla="*/ 4503634 w 8639993"/>
                  <a:gd name="csY33" fmla="*/ 162371 h 1262509"/>
                  <a:gd name="csX34" fmla="*/ 4546363 w 8639993"/>
                  <a:gd name="csY34" fmla="*/ 170916 h 1262509"/>
                  <a:gd name="csX35" fmla="*/ 4640367 w 8639993"/>
                  <a:gd name="csY35" fmla="*/ 179462 h 1262509"/>
                  <a:gd name="csX36" fmla="*/ 4666004 w 8639993"/>
                  <a:gd name="csY36" fmla="*/ 188008 h 1262509"/>
                  <a:gd name="csX37" fmla="*/ 4700187 w 8639993"/>
                  <a:gd name="csY37" fmla="*/ 205100 h 1262509"/>
                  <a:gd name="csX38" fmla="*/ 4734371 w 8639993"/>
                  <a:gd name="csY38" fmla="*/ 213645 h 1262509"/>
                  <a:gd name="csX39" fmla="*/ 4777100 w 8639993"/>
                  <a:gd name="csY39" fmla="*/ 230737 h 1262509"/>
                  <a:gd name="csX40" fmla="*/ 4862557 w 8639993"/>
                  <a:gd name="csY40" fmla="*/ 247829 h 1262509"/>
                  <a:gd name="csX41" fmla="*/ 4905286 w 8639993"/>
                  <a:gd name="csY41" fmla="*/ 256374 h 1262509"/>
                  <a:gd name="csX42" fmla="*/ 4948015 w 8639993"/>
                  <a:gd name="csY42" fmla="*/ 273466 h 1262509"/>
                  <a:gd name="csX43" fmla="*/ 5033473 w 8639993"/>
                  <a:gd name="csY43" fmla="*/ 290558 h 1262509"/>
                  <a:gd name="csX44" fmla="*/ 5153114 w 8639993"/>
                  <a:gd name="csY44" fmla="*/ 307649 h 1262509"/>
                  <a:gd name="csX45" fmla="*/ 5580404 w 8639993"/>
                  <a:gd name="csY45" fmla="*/ 299103 h 1262509"/>
                  <a:gd name="csX46" fmla="*/ 5640225 w 8639993"/>
                  <a:gd name="csY46" fmla="*/ 282012 h 1262509"/>
                  <a:gd name="csX47" fmla="*/ 5708591 w 8639993"/>
                  <a:gd name="csY47" fmla="*/ 264920 h 1262509"/>
                  <a:gd name="csX48" fmla="*/ 5776957 w 8639993"/>
                  <a:gd name="csY48" fmla="*/ 247829 h 1262509"/>
                  <a:gd name="csX49" fmla="*/ 5922236 w 8639993"/>
                  <a:gd name="csY49" fmla="*/ 230737 h 1262509"/>
                  <a:gd name="csX50" fmla="*/ 5990602 w 8639993"/>
                  <a:gd name="csY50" fmla="*/ 222191 h 1262509"/>
                  <a:gd name="csX51" fmla="*/ 6041877 w 8639993"/>
                  <a:gd name="csY51" fmla="*/ 188008 h 1262509"/>
                  <a:gd name="csX52" fmla="*/ 6076060 w 8639993"/>
                  <a:gd name="csY52" fmla="*/ 162371 h 1262509"/>
                  <a:gd name="csX53" fmla="*/ 6101698 w 8639993"/>
                  <a:gd name="csY53" fmla="*/ 136733 h 1262509"/>
                  <a:gd name="csX54" fmla="*/ 6161518 w 8639993"/>
                  <a:gd name="csY54" fmla="*/ 119642 h 1262509"/>
                  <a:gd name="csX55" fmla="*/ 6306797 w 8639993"/>
                  <a:gd name="csY55" fmla="*/ 136733 h 1262509"/>
                  <a:gd name="csX56" fmla="*/ 6332434 w 8639993"/>
                  <a:gd name="csY56" fmla="*/ 145279 h 1262509"/>
                  <a:gd name="csX57" fmla="*/ 6409346 w 8639993"/>
                  <a:gd name="csY57" fmla="*/ 162371 h 1262509"/>
                  <a:gd name="csX58" fmla="*/ 6460621 w 8639993"/>
                  <a:gd name="csY58" fmla="*/ 179462 h 1262509"/>
                  <a:gd name="csX59" fmla="*/ 6511896 w 8639993"/>
                  <a:gd name="csY59" fmla="*/ 188008 h 1262509"/>
                  <a:gd name="csX60" fmla="*/ 6631537 w 8639993"/>
                  <a:gd name="csY60" fmla="*/ 213645 h 1262509"/>
                  <a:gd name="csX61" fmla="*/ 6716995 w 8639993"/>
                  <a:gd name="csY61" fmla="*/ 222191 h 1262509"/>
                  <a:gd name="csX62" fmla="*/ 6759724 w 8639993"/>
                  <a:gd name="csY62" fmla="*/ 230737 h 1262509"/>
                  <a:gd name="csX63" fmla="*/ 7169922 w 8639993"/>
                  <a:gd name="csY63" fmla="*/ 247829 h 1262509"/>
                  <a:gd name="csX64" fmla="*/ 7187014 w 8639993"/>
                  <a:gd name="csY64" fmla="*/ 273466 h 1262509"/>
                  <a:gd name="csX65" fmla="*/ 7298109 w 8639993"/>
                  <a:gd name="csY65" fmla="*/ 247829 h 1262509"/>
                  <a:gd name="csX66" fmla="*/ 7323746 w 8639993"/>
                  <a:gd name="csY66" fmla="*/ 222191 h 1262509"/>
                  <a:gd name="csX67" fmla="*/ 7417750 w 8639993"/>
                  <a:gd name="csY67" fmla="*/ 102550 h 1262509"/>
                  <a:gd name="csX68" fmla="*/ 7469025 w 8639993"/>
                  <a:gd name="csY68" fmla="*/ 34184 h 1262509"/>
                  <a:gd name="csX69" fmla="*/ 7528845 w 8639993"/>
                  <a:gd name="csY69" fmla="*/ 0 h 1262509"/>
                  <a:gd name="csX70" fmla="*/ 7605757 w 8639993"/>
                  <a:gd name="csY70" fmla="*/ 42729 h 1262509"/>
                  <a:gd name="csX71" fmla="*/ 7631395 w 8639993"/>
                  <a:gd name="csY71" fmla="*/ 68367 h 1262509"/>
                  <a:gd name="csX72" fmla="*/ 7657032 w 8639993"/>
                  <a:gd name="csY72" fmla="*/ 85458 h 1262509"/>
                  <a:gd name="csX73" fmla="*/ 7682670 w 8639993"/>
                  <a:gd name="csY73" fmla="*/ 111096 h 1262509"/>
                  <a:gd name="csX74" fmla="*/ 7716853 w 8639993"/>
                  <a:gd name="csY74" fmla="*/ 136733 h 1262509"/>
                  <a:gd name="csX75" fmla="*/ 7742490 w 8639993"/>
                  <a:gd name="csY75" fmla="*/ 162371 h 1262509"/>
                  <a:gd name="csX76" fmla="*/ 7802311 w 8639993"/>
                  <a:gd name="csY76" fmla="*/ 205100 h 1262509"/>
                  <a:gd name="csX77" fmla="*/ 7827948 w 8639993"/>
                  <a:gd name="csY77" fmla="*/ 239283 h 1262509"/>
                  <a:gd name="csX78" fmla="*/ 7853585 w 8639993"/>
                  <a:gd name="csY78" fmla="*/ 256374 h 1262509"/>
                  <a:gd name="csX79" fmla="*/ 7887769 w 8639993"/>
                  <a:gd name="csY79" fmla="*/ 290558 h 1262509"/>
                  <a:gd name="csX80" fmla="*/ 7921952 w 8639993"/>
                  <a:gd name="csY80" fmla="*/ 299103 h 1262509"/>
                  <a:gd name="csX81" fmla="*/ 7964681 w 8639993"/>
                  <a:gd name="csY81" fmla="*/ 316195 h 1262509"/>
                  <a:gd name="csX82" fmla="*/ 8109959 w 8639993"/>
                  <a:gd name="csY82" fmla="*/ 299103 h 1262509"/>
                  <a:gd name="csX83" fmla="*/ 8161234 w 8639993"/>
                  <a:gd name="csY83" fmla="*/ 282012 h 1262509"/>
                  <a:gd name="csX84" fmla="*/ 8323604 w 8639993"/>
                  <a:gd name="csY84" fmla="*/ 290558 h 1262509"/>
                  <a:gd name="csX85" fmla="*/ 8485974 w 8639993"/>
                  <a:gd name="csY85" fmla="*/ 282012 h 1262509"/>
                  <a:gd name="csX86" fmla="*/ 8622707 w 8639993"/>
                  <a:gd name="csY86" fmla="*/ 282012 h 1262509"/>
                  <a:gd name="csX87" fmla="*/ 8639799 w 8639993"/>
                  <a:gd name="csY87" fmla="*/ 1213503 h 1262509"/>
                  <a:gd name="csX88" fmla="*/ 1093863 w 8639993"/>
                  <a:gd name="csY88" fmla="*/ 1110954 h 1262509"/>
                  <a:gd name="csX0" fmla="*/ 0 w 8639993"/>
                  <a:gd name="csY0" fmla="*/ 213645 h 1282034"/>
                  <a:gd name="csX1" fmla="*/ 470019 w 8639993"/>
                  <a:gd name="csY1" fmla="*/ 213645 h 1282034"/>
                  <a:gd name="csX2" fmla="*/ 632389 w 8639993"/>
                  <a:gd name="csY2" fmla="*/ 196554 h 1282034"/>
                  <a:gd name="csX3" fmla="*/ 717847 w 8639993"/>
                  <a:gd name="csY3" fmla="*/ 188008 h 1282034"/>
                  <a:gd name="csX4" fmla="*/ 803305 w 8639993"/>
                  <a:gd name="csY4" fmla="*/ 179462 h 1282034"/>
                  <a:gd name="csX5" fmla="*/ 1452785 w 8639993"/>
                  <a:gd name="csY5" fmla="*/ 162371 h 1282034"/>
                  <a:gd name="csX6" fmla="*/ 1546789 w 8639993"/>
                  <a:gd name="csY6" fmla="*/ 145279 h 1282034"/>
                  <a:gd name="csX7" fmla="*/ 1580972 w 8639993"/>
                  <a:gd name="csY7" fmla="*/ 136733 h 1282034"/>
                  <a:gd name="csX8" fmla="*/ 1615156 w 8639993"/>
                  <a:gd name="csY8" fmla="*/ 145279 h 1282034"/>
                  <a:gd name="csX9" fmla="*/ 1640793 w 8639993"/>
                  <a:gd name="csY9" fmla="*/ 162371 h 1282034"/>
                  <a:gd name="csX10" fmla="*/ 1700614 w 8639993"/>
                  <a:gd name="csY10" fmla="*/ 188008 h 1282034"/>
                  <a:gd name="csX11" fmla="*/ 1862984 w 8639993"/>
                  <a:gd name="csY11" fmla="*/ 205100 h 1282034"/>
                  <a:gd name="csX12" fmla="*/ 1922804 w 8639993"/>
                  <a:gd name="csY12" fmla="*/ 213645 h 1282034"/>
                  <a:gd name="csX13" fmla="*/ 1956987 w 8639993"/>
                  <a:gd name="csY13" fmla="*/ 222191 h 1282034"/>
                  <a:gd name="csX14" fmla="*/ 2076628 w 8639993"/>
                  <a:gd name="csY14" fmla="*/ 230737 h 1282034"/>
                  <a:gd name="csX15" fmla="*/ 2281728 w 8639993"/>
                  <a:gd name="csY15" fmla="*/ 222191 h 1282034"/>
                  <a:gd name="csX16" fmla="*/ 2444098 w 8639993"/>
                  <a:gd name="csY16" fmla="*/ 213645 h 1282034"/>
                  <a:gd name="csX17" fmla="*/ 2709017 w 8639993"/>
                  <a:gd name="csY17" fmla="*/ 222191 h 1282034"/>
                  <a:gd name="csX18" fmla="*/ 2820113 w 8639993"/>
                  <a:gd name="csY18" fmla="*/ 230737 h 1282034"/>
                  <a:gd name="csX19" fmla="*/ 3050849 w 8639993"/>
                  <a:gd name="csY19" fmla="*/ 213645 h 1282034"/>
                  <a:gd name="csX20" fmla="*/ 3085032 w 8639993"/>
                  <a:gd name="csY20" fmla="*/ 205100 h 1282034"/>
                  <a:gd name="csX21" fmla="*/ 3418318 w 8639993"/>
                  <a:gd name="csY21" fmla="*/ 188008 h 1282034"/>
                  <a:gd name="csX22" fmla="*/ 3512322 w 8639993"/>
                  <a:gd name="csY22" fmla="*/ 162371 h 1282034"/>
                  <a:gd name="csX23" fmla="*/ 3683238 w 8639993"/>
                  <a:gd name="csY23" fmla="*/ 170916 h 1282034"/>
                  <a:gd name="csX24" fmla="*/ 3717421 w 8639993"/>
                  <a:gd name="csY24" fmla="*/ 179462 h 1282034"/>
                  <a:gd name="csX25" fmla="*/ 3828516 w 8639993"/>
                  <a:gd name="csY25" fmla="*/ 205100 h 1282034"/>
                  <a:gd name="csX26" fmla="*/ 3999432 w 8639993"/>
                  <a:gd name="csY26" fmla="*/ 196554 h 1282034"/>
                  <a:gd name="csX27" fmla="*/ 4025070 w 8639993"/>
                  <a:gd name="csY27" fmla="*/ 188008 h 1282034"/>
                  <a:gd name="csX28" fmla="*/ 4076344 w 8639993"/>
                  <a:gd name="csY28" fmla="*/ 179462 h 1282034"/>
                  <a:gd name="csX29" fmla="*/ 4101982 w 8639993"/>
                  <a:gd name="csY29" fmla="*/ 170916 h 1282034"/>
                  <a:gd name="csX30" fmla="*/ 4153257 w 8639993"/>
                  <a:gd name="csY30" fmla="*/ 162371 h 1282034"/>
                  <a:gd name="csX31" fmla="*/ 4298535 w 8639993"/>
                  <a:gd name="csY31" fmla="*/ 145279 h 1282034"/>
                  <a:gd name="csX32" fmla="*/ 4469451 w 8639993"/>
                  <a:gd name="csY32" fmla="*/ 153825 h 1282034"/>
                  <a:gd name="csX33" fmla="*/ 4503634 w 8639993"/>
                  <a:gd name="csY33" fmla="*/ 162371 h 1282034"/>
                  <a:gd name="csX34" fmla="*/ 4546363 w 8639993"/>
                  <a:gd name="csY34" fmla="*/ 170916 h 1282034"/>
                  <a:gd name="csX35" fmla="*/ 4640367 w 8639993"/>
                  <a:gd name="csY35" fmla="*/ 179462 h 1282034"/>
                  <a:gd name="csX36" fmla="*/ 4666004 w 8639993"/>
                  <a:gd name="csY36" fmla="*/ 188008 h 1282034"/>
                  <a:gd name="csX37" fmla="*/ 4700187 w 8639993"/>
                  <a:gd name="csY37" fmla="*/ 205100 h 1282034"/>
                  <a:gd name="csX38" fmla="*/ 4734371 w 8639993"/>
                  <a:gd name="csY38" fmla="*/ 213645 h 1282034"/>
                  <a:gd name="csX39" fmla="*/ 4777100 w 8639993"/>
                  <a:gd name="csY39" fmla="*/ 230737 h 1282034"/>
                  <a:gd name="csX40" fmla="*/ 4862557 w 8639993"/>
                  <a:gd name="csY40" fmla="*/ 247829 h 1282034"/>
                  <a:gd name="csX41" fmla="*/ 4905286 w 8639993"/>
                  <a:gd name="csY41" fmla="*/ 256374 h 1282034"/>
                  <a:gd name="csX42" fmla="*/ 4948015 w 8639993"/>
                  <a:gd name="csY42" fmla="*/ 273466 h 1282034"/>
                  <a:gd name="csX43" fmla="*/ 5033473 w 8639993"/>
                  <a:gd name="csY43" fmla="*/ 290558 h 1282034"/>
                  <a:gd name="csX44" fmla="*/ 5153114 w 8639993"/>
                  <a:gd name="csY44" fmla="*/ 307649 h 1282034"/>
                  <a:gd name="csX45" fmla="*/ 5580404 w 8639993"/>
                  <a:gd name="csY45" fmla="*/ 299103 h 1282034"/>
                  <a:gd name="csX46" fmla="*/ 5640225 w 8639993"/>
                  <a:gd name="csY46" fmla="*/ 282012 h 1282034"/>
                  <a:gd name="csX47" fmla="*/ 5708591 w 8639993"/>
                  <a:gd name="csY47" fmla="*/ 264920 h 1282034"/>
                  <a:gd name="csX48" fmla="*/ 5776957 w 8639993"/>
                  <a:gd name="csY48" fmla="*/ 247829 h 1282034"/>
                  <a:gd name="csX49" fmla="*/ 5922236 w 8639993"/>
                  <a:gd name="csY49" fmla="*/ 230737 h 1282034"/>
                  <a:gd name="csX50" fmla="*/ 5990602 w 8639993"/>
                  <a:gd name="csY50" fmla="*/ 222191 h 1282034"/>
                  <a:gd name="csX51" fmla="*/ 6041877 w 8639993"/>
                  <a:gd name="csY51" fmla="*/ 188008 h 1282034"/>
                  <a:gd name="csX52" fmla="*/ 6076060 w 8639993"/>
                  <a:gd name="csY52" fmla="*/ 162371 h 1282034"/>
                  <a:gd name="csX53" fmla="*/ 6101698 w 8639993"/>
                  <a:gd name="csY53" fmla="*/ 136733 h 1282034"/>
                  <a:gd name="csX54" fmla="*/ 6161518 w 8639993"/>
                  <a:gd name="csY54" fmla="*/ 119642 h 1282034"/>
                  <a:gd name="csX55" fmla="*/ 6306797 w 8639993"/>
                  <a:gd name="csY55" fmla="*/ 136733 h 1282034"/>
                  <a:gd name="csX56" fmla="*/ 6332434 w 8639993"/>
                  <a:gd name="csY56" fmla="*/ 145279 h 1282034"/>
                  <a:gd name="csX57" fmla="*/ 6409346 w 8639993"/>
                  <a:gd name="csY57" fmla="*/ 162371 h 1282034"/>
                  <a:gd name="csX58" fmla="*/ 6460621 w 8639993"/>
                  <a:gd name="csY58" fmla="*/ 179462 h 1282034"/>
                  <a:gd name="csX59" fmla="*/ 6511896 w 8639993"/>
                  <a:gd name="csY59" fmla="*/ 188008 h 1282034"/>
                  <a:gd name="csX60" fmla="*/ 6631537 w 8639993"/>
                  <a:gd name="csY60" fmla="*/ 213645 h 1282034"/>
                  <a:gd name="csX61" fmla="*/ 6716995 w 8639993"/>
                  <a:gd name="csY61" fmla="*/ 222191 h 1282034"/>
                  <a:gd name="csX62" fmla="*/ 6759724 w 8639993"/>
                  <a:gd name="csY62" fmla="*/ 230737 h 1282034"/>
                  <a:gd name="csX63" fmla="*/ 7169922 w 8639993"/>
                  <a:gd name="csY63" fmla="*/ 247829 h 1282034"/>
                  <a:gd name="csX64" fmla="*/ 7187014 w 8639993"/>
                  <a:gd name="csY64" fmla="*/ 273466 h 1282034"/>
                  <a:gd name="csX65" fmla="*/ 7298109 w 8639993"/>
                  <a:gd name="csY65" fmla="*/ 247829 h 1282034"/>
                  <a:gd name="csX66" fmla="*/ 7323746 w 8639993"/>
                  <a:gd name="csY66" fmla="*/ 222191 h 1282034"/>
                  <a:gd name="csX67" fmla="*/ 7417750 w 8639993"/>
                  <a:gd name="csY67" fmla="*/ 102550 h 1282034"/>
                  <a:gd name="csX68" fmla="*/ 7469025 w 8639993"/>
                  <a:gd name="csY68" fmla="*/ 34184 h 1282034"/>
                  <a:gd name="csX69" fmla="*/ 7528845 w 8639993"/>
                  <a:gd name="csY69" fmla="*/ 0 h 1282034"/>
                  <a:gd name="csX70" fmla="*/ 7605757 w 8639993"/>
                  <a:gd name="csY70" fmla="*/ 42729 h 1282034"/>
                  <a:gd name="csX71" fmla="*/ 7631395 w 8639993"/>
                  <a:gd name="csY71" fmla="*/ 68367 h 1282034"/>
                  <a:gd name="csX72" fmla="*/ 7657032 w 8639993"/>
                  <a:gd name="csY72" fmla="*/ 85458 h 1282034"/>
                  <a:gd name="csX73" fmla="*/ 7682670 w 8639993"/>
                  <a:gd name="csY73" fmla="*/ 111096 h 1282034"/>
                  <a:gd name="csX74" fmla="*/ 7716853 w 8639993"/>
                  <a:gd name="csY74" fmla="*/ 136733 h 1282034"/>
                  <a:gd name="csX75" fmla="*/ 7742490 w 8639993"/>
                  <a:gd name="csY75" fmla="*/ 162371 h 1282034"/>
                  <a:gd name="csX76" fmla="*/ 7802311 w 8639993"/>
                  <a:gd name="csY76" fmla="*/ 205100 h 1282034"/>
                  <a:gd name="csX77" fmla="*/ 7827948 w 8639993"/>
                  <a:gd name="csY77" fmla="*/ 239283 h 1282034"/>
                  <a:gd name="csX78" fmla="*/ 7853585 w 8639993"/>
                  <a:gd name="csY78" fmla="*/ 256374 h 1282034"/>
                  <a:gd name="csX79" fmla="*/ 7887769 w 8639993"/>
                  <a:gd name="csY79" fmla="*/ 290558 h 1282034"/>
                  <a:gd name="csX80" fmla="*/ 7921952 w 8639993"/>
                  <a:gd name="csY80" fmla="*/ 299103 h 1282034"/>
                  <a:gd name="csX81" fmla="*/ 7964681 w 8639993"/>
                  <a:gd name="csY81" fmla="*/ 316195 h 1282034"/>
                  <a:gd name="csX82" fmla="*/ 8109959 w 8639993"/>
                  <a:gd name="csY82" fmla="*/ 299103 h 1282034"/>
                  <a:gd name="csX83" fmla="*/ 8161234 w 8639993"/>
                  <a:gd name="csY83" fmla="*/ 282012 h 1282034"/>
                  <a:gd name="csX84" fmla="*/ 8323604 w 8639993"/>
                  <a:gd name="csY84" fmla="*/ 290558 h 1282034"/>
                  <a:gd name="csX85" fmla="*/ 8485974 w 8639993"/>
                  <a:gd name="csY85" fmla="*/ 282012 h 1282034"/>
                  <a:gd name="csX86" fmla="*/ 8622707 w 8639993"/>
                  <a:gd name="csY86" fmla="*/ 282012 h 1282034"/>
                  <a:gd name="csX87" fmla="*/ 8639799 w 8639993"/>
                  <a:gd name="csY87" fmla="*/ 1213503 h 1282034"/>
                  <a:gd name="csX88" fmla="*/ 8547 w 8639993"/>
                  <a:gd name="csY88" fmla="*/ 1213504 h 1282034"/>
                  <a:gd name="csX0" fmla="*/ 625920 w 9265913"/>
                  <a:gd name="csY0" fmla="*/ 213645 h 1282034"/>
                  <a:gd name="csX1" fmla="*/ 1095939 w 9265913"/>
                  <a:gd name="csY1" fmla="*/ 213645 h 1282034"/>
                  <a:gd name="csX2" fmla="*/ 1258309 w 9265913"/>
                  <a:gd name="csY2" fmla="*/ 196554 h 1282034"/>
                  <a:gd name="csX3" fmla="*/ 1343767 w 9265913"/>
                  <a:gd name="csY3" fmla="*/ 188008 h 1282034"/>
                  <a:gd name="csX4" fmla="*/ 1429225 w 9265913"/>
                  <a:gd name="csY4" fmla="*/ 179462 h 1282034"/>
                  <a:gd name="csX5" fmla="*/ 2078705 w 9265913"/>
                  <a:gd name="csY5" fmla="*/ 162371 h 1282034"/>
                  <a:gd name="csX6" fmla="*/ 2172709 w 9265913"/>
                  <a:gd name="csY6" fmla="*/ 145279 h 1282034"/>
                  <a:gd name="csX7" fmla="*/ 2206892 w 9265913"/>
                  <a:gd name="csY7" fmla="*/ 136733 h 1282034"/>
                  <a:gd name="csX8" fmla="*/ 2241076 w 9265913"/>
                  <a:gd name="csY8" fmla="*/ 145279 h 1282034"/>
                  <a:gd name="csX9" fmla="*/ 2266713 w 9265913"/>
                  <a:gd name="csY9" fmla="*/ 162371 h 1282034"/>
                  <a:gd name="csX10" fmla="*/ 2326534 w 9265913"/>
                  <a:gd name="csY10" fmla="*/ 188008 h 1282034"/>
                  <a:gd name="csX11" fmla="*/ 2488904 w 9265913"/>
                  <a:gd name="csY11" fmla="*/ 205100 h 1282034"/>
                  <a:gd name="csX12" fmla="*/ 2548724 w 9265913"/>
                  <a:gd name="csY12" fmla="*/ 213645 h 1282034"/>
                  <a:gd name="csX13" fmla="*/ 2582907 w 9265913"/>
                  <a:gd name="csY13" fmla="*/ 222191 h 1282034"/>
                  <a:gd name="csX14" fmla="*/ 2702548 w 9265913"/>
                  <a:gd name="csY14" fmla="*/ 230737 h 1282034"/>
                  <a:gd name="csX15" fmla="*/ 2907648 w 9265913"/>
                  <a:gd name="csY15" fmla="*/ 222191 h 1282034"/>
                  <a:gd name="csX16" fmla="*/ 3070018 w 9265913"/>
                  <a:gd name="csY16" fmla="*/ 213645 h 1282034"/>
                  <a:gd name="csX17" fmla="*/ 3334937 w 9265913"/>
                  <a:gd name="csY17" fmla="*/ 222191 h 1282034"/>
                  <a:gd name="csX18" fmla="*/ 3446033 w 9265913"/>
                  <a:gd name="csY18" fmla="*/ 230737 h 1282034"/>
                  <a:gd name="csX19" fmla="*/ 3676769 w 9265913"/>
                  <a:gd name="csY19" fmla="*/ 213645 h 1282034"/>
                  <a:gd name="csX20" fmla="*/ 3710952 w 9265913"/>
                  <a:gd name="csY20" fmla="*/ 205100 h 1282034"/>
                  <a:gd name="csX21" fmla="*/ 4044238 w 9265913"/>
                  <a:gd name="csY21" fmla="*/ 188008 h 1282034"/>
                  <a:gd name="csX22" fmla="*/ 4138242 w 9265913"/>
                  <a:gd name="csY22" fmla="*/ 162371 h 1282034"/>
                  <a:gd name="csX23" fmla="*/ 4309158 w 9265913"/>
                  <a:gd name="csY23" fmla="*/ 170916 h 1282034"/>
                  <a:gd name="csX24" fmla="*/ 4343341 w 9265913"/>
                  <a:gd name="csY24" fmla="*/ 179462 h 1282034"/>
                  <a:gd name="csX25" fmla="*/ 4454436 w 9265913"/>
                  <a:gd name="csY25" fmla="*/ 205100 h 1282034"/>
                  <a:gd name="csX26" fmla="*/ 4625352 w 9265913"/>
                  <a:gd name="csY26" fmla="*/ 196554 h 1282034"/>
                  <a:gd name="csX27" fmla="*/ 4650990 w 9265913"/>
                  <a:gd name="csY27" fmla="*/ 188008 h 1282034"/>
                  <a:gd name="csX28" fmla="*/ 4702264 w 9265913"/>
                  <a:gd name="csY28" fmla="*/ 179462 h 1282034"/>
                  <a:gd name="csX29" fmla="*/ 4727902 w 9265913"/>
                  <a:gd name="csY29" fmla="*/ 170916 h 1282034"/>
                  <a:gd name="csX30" fmla="*/ 4779177 w 9265913"/>
                  <a:gd name="csY30" fmla="*/ 162371 h 1282034"/>
                  <a:gd name="csX31" fmla="*/ 4924455 w 9265913"/>
                  <a:gd name="csY31" fmla="*/ 145279 h 1282034"/>
                  <a:gd name="csX32" fmla="*/ 5095371 w 9265913"/>
                  <a:gd name="csY32" fmla="*/ 153825 h 1282034"/>
                  <a:gd name="csX33" fmla="*/ 5129554 w 9265913"/>
                  <a:gd name="csY33" fmla="*/ 162371 h 1282034"/>
                  <a:gd name="csX34" fmla="*/ 5172283 w 9265913"/>
                  <a:gd name="csY34" fmla="*/ 170916 h 1282034"/>
                  <a:gd name="csX35" fmla="*/ 5266287 w 9265913"/>
                  <a:gd name="csY35" fmla="*/ 179462 h 1282034"/>
                  <a:gd name="csX36" fmla="*/ 5291924 w 9265913"/>
                  <a:gd name="csY36" fmla="*/ 188008 h 1282034"/>
                  <a:gd name="csX37" fmla="*/ 5326107 w 9265913"/>
                  <a:gd name="csY37" fmla="*/ 205100 h 1282034"/>
                  <a:gd name="csX38" fmla="*/ 5360291 w 9265913"/>
                  <a:gd name="csY38" fmla="*/ 213645 h 1282034"/>
                  <a:gd name="csX39" fmla="*/ 5403020 w 9265913"/>
                  <a:gd name="csY39" fmla="*/ 230737 h 1282034"/>
                  <a:gd name="csX40" fmla="*/ 5488477 w 9265913"/>
                  <a:gd name="csY40" fmla="*/ 247829 h 1282034"/>
                  <a:gd name="csX41" fmla="*/ 5531206 w 9265913"/>
                  <a:gd name="csY41" fmla="*/ 256374 h 1282034"/>
                  <a:gd name="csX42" fmla="*/ 5573935 w 9265913"/>
                  <a:gd name="csY42" fmla="*/ 273466 h 1282034"/>
                  <a:gd name="csX43" fmla="*/ 5659393 w 9265913"/>
                  <a:gd name="csY43" fmla="*/ 290558 h 1282034"/>
                  <a:gd name="csX44" fmla="*/ 5779034 w 9265913"/>
                  <a:gd name="csY44" fmla="*/ 307649 h 1282034"/>
                  <a:gd name="csX45" fmla="*/ 6206324 w 9265913"/>
                  <a:gd name="csY45" fmla="*/ 299103 h 1282034"/>
                  <a:gd name="csX46" fmla="*/ 6266145 w 9265913"/>
                  <a:gd name="csY46" fmla="*/ 282012 h 1282034"/>
                  <a:gd name="csX47" fmla="*/ 6334511 w 9265913"/>
                  <a:gd name="csY47" fmla="*/ 264920 h 1282034"/>
                  <a:gd name="csX48" fmla="*/ 6402877 w 9265913"/>
                  <a:gd name="csY48" fmla="*/ 247829 h 1282034"/>
                  <a:gd name="csX49" fmla="*/ 6548156 w 9265913"/>
                  <a:gd name="csY49" fmla="*/ 230737 h 1282034"/>
                  <a:gd name="csX50" fmla="*/ 6616522 w 9265913"/>
                  <a:gd name="csY50" fmla="*/ 222191 h 1282034"/>
                  <a:gd name="csX51" fmla="*/ 6667797 w 9265913"/>
                  <a:gd name="csY51" fmla="*/ 188008 h 1282034"/>
                  <a:gd name="csX52" fmla="*/ 6701980 w 9265913"/>
                  <a:gd name="csY52" fmla="*/ 162371 h 1282034"/>
                  <a:gd name="csX53" fmla="*/ 6727618 w 9265913"/>
                  <a:gd name="csY53" fmla="*/ 136733 h 1282034"/>
                  <a:gd name="csX54" fmla="*/ 6787438 w 9265913"/>
                  <a:gd name="csY54" fmla="*/ 119642 h 1282034"/>
                  <a:gd name="csX55" fmla="*/ 6932717 w 9265913"/>
                  <a:gd name="csY55" fmla="*/ 136733 h 1282034"/>
                  <a:gd name="csX56" fmla="*/ 6958354 w 9265913"/>
                  <a:gd name="csY56" fmla="*/ 145279 h 1282034"/>
                  <a:gd name="csX57" fmla="*/ 7035266 w 9265913"/>
                  <a:gd name="csY57" fmla="*/ 162371 h 1282034"/>
                  <a:gd name="csX58" fmla="*/ 7086541 w 9265913"/>
                  <a:gd name="csY58" fmla="*/ 179462 h 1282034"/>
                  <a:gd name="csX59" fmla="*/ 7137816 w 9265913"/>
                  <a:gd name="csY59" fmla="*/ 188008 h 1282034"/>
                  <a:gd name="csX60" fmla="*/ 7257457 w 9265913"/>
                  <a:gd name="csY60" fmla="*/ 213645 h 1282034"/>
                  <a:gd name="csX61" fmla="*/ 7342915 w 9265913"/>
                  <a:gd name="csY61" fmla="*/ 222191 h 1282034"/>
                  <a:gd name="csX62" fmla="*/ 7385644 w 9265913"/>
                  <a:gd name="csY62" fmla="*/ 230737 h 1282034"/>
                  <a:gd name="csX63" fmla="*/ 7795842 w 9265913"/>
                  <a:gd name="csY63" fmla="*/ 247829 h 1282034"/>
                  <a:gd name="csX64" fmla="*/ 7812934 w 9265913"/>
                  <a:gd name="csY64" fmla="*/ 273466 h 1282034"/>
                  <a:gd name="csX65" fmla="*/ 7924029 w 9265913"/>
                  <a:gd name="csY65" fmla="*/ 247829 h 1282034"/>
                  <a:gd name="csX66" fmla="*/ 7949666 w 9265913"/>
                  <a:gd name="csY66" fmla="*/ 222191 h 1282034"/>
                  <a:gd name="csX67" fmla="*/ 8043670 w 9265913"/>
                  <a:gd name="csY67" fmla="*/ 102550 h 1282034"/>
                  <a:gd name="csX68" fmla="*/ 8094945 w 9265913"/>
                  <a:gd name="csY68" fmla="*/ 34184 h 1282034"/>
                  <a:gd name="csX69" fmla="*/ 8154765 w 9265913"/>
                  <a:gd name="csY69" fmla="*/ 0 h 1282034"/>
                  <a:gd name="csX70" fmla="*/ 8231677 w 9265913"/>
                  <a:gd name="csY70" fmla="*/ 42729 h 1282034"/>
                  <a:gd name="csX71" fmla="*/ 8257315 w 9265913"/>
                  <a:gd name="csY71" fmla="*/ 68367 h 1282034"/>
                  <a:gd name="csX72" fmla="*/ 8282952 w 9265913"/>
                  <a:gd name="csY72" fmla="*/ 85458 h 1282034"/>
                  <a:gd name="csX73" fmla="*/ 8308590 w 9265913"/>
                  <a:gd name="csY73" fmla="*/ 111096 h 1282034"/>
                  <a:gd name="csX74" fmla="*/ 8342773 w 9265913"/>
                  <a:gd name="csY74" fmla="*/ 136733 h 1282034"/>
                  <a:gd name="csX75" fmla="*/ 8368410 w 9265913"/>
                  <a:gd name="csY75" fmla="*/ 162371 h 1282034"/>
                  <a:gd name="csX76" fmla="*/ 8428231 w 9265913"/>
                  <a:gd name="csY76" fmla="*/ 205100 h 1282034"/>
                  <a:gd name="csX77" fmla="*/ 8453868 w 9265913"/>
                  <a:gd name="csY77" fmla="*/ 239283 h 1282034"/>
                  <a:gd name="csX78" fmla="*/ 8479505 w 9265913"/>
                  <a:gd name="csY78" fmla="*/ 256374 h 1282034"/>
                  <a:gd name="csX79" fmla="*/ 8513689 w 9265913"/>
                  <a:gd name="csY79" fmla="*/ 290558 h 1282034"/>
                  <a:gd name="csX80" fmla="*/ 8547872 w 9265913"/>
                  <a:gd name="csY80" fmla="*/ 299103 h 1282034"/>
                  <a:gd name="csX81" fmla="*/ 8590601 w 9265913"/>
                  <a:gd name="csY81" fmla="*/ 316195 h 1282034"/>
                  <a:gd name="csX82" fmla="*/ 8735879 w 9265913"/>
                  <a:gd name="csY82" fmla="*/ 299103 h 1282034"/>
                  <a:gd name="csX83" fmla="*/ 8787154 w 9265913"/>
                  <a:gd name="csY83" fmla="*/ 282012 h 1282034"/>
                  <a:gd name="csX84" fmla="*/ 8949524 w 9265913"/>
                  <a:gd name="csY84" fmla="*/ 290558 h 1282034"/>
                  <a:gd name="csX85" fmla="*/ 9111894 w 9265913"/>
                  <a:gd name="csY85" fmla="*/ 282012 h 1282034"/>
                  <a:gd name="csX86" fmla="*/ 9248627 w 9265913"/>
                  <a:gd name="csY86" fmla="*/ 282012 h 1282034"/>
                  <a:gd name="csX87" fmla="*/ 9265719 w 9265913"/>
                  <a:gd name="csY87" fmla="*/ 1213503 h 1282034"/>
                  <a:gd name="csX88" fmla="*/ 634467 w 9265913"/>
                  <a:gd name="csY88" fmla="*/ 1213504 h 1282034"/>
                  <a:gd name="csX89" fmla="*/ 651558 w 9265913"/>
                  <a:gd name="csY89" fmla="*/ 1187865 h 1282034"/>
                  <a:gd name="csX0" fmla="*/ 625920 w 9265913"/>
                  <a:gd name="csY0" fmla="*/ 213645 h 1282034"/>
                  <a:gd name="csX1" fmla="*/ 1095939 w 9265913"/>
                  <a:gd name="csY1" fmla="*/ 213645 h 1282034"/>
                  <a:gd name="csX2" fmla="*/ 1258309 w 9265913"/>
                  <a:gd name="csY2" fmla="*/ 196554 h 1282034"/>
                  <a:gd name="csX3" fmla="*/ 1343767 w 9265913"/>
                  <a:gd name="csY3" fmla="*/ 188008 h 1282034"/>
                  <a:gd name="csX4" fmla="*/ 1429225 w 9265913"/>
                  <a:gd name="csY4" fmla="*/ 179462 h 1282034"/>
                  <a:gd name="csX5" fmla="*/ 2078705 w 9265913"/>
                  <a:gd name="csY5" fmla="*/ 162371 h 1282034"/>
                  <a:gd name="csX6" fmla="*/ 2172709 w 9265913"/>
                  <a:gd name="csY6" fmla="*/ 145279 h 1282034"/>
                  <a:gd name="csX7" fmla="*/ 2206892 w 9265913"/>
                  <a:gd name="csY7" fmla="*/ 136733 h 1282034"/>
                  <a:gd name="csX8" fmla="*/ 2241076 w 9265913"/>
                  <a:gd name="csY8" fmla="*/ 145279 h 1282034"/>
                  <a:gd name="csX9" fmla="*/ 2266713 w 9265913"/>
                  <a:gd name="csY9" fmla="*/ 162371 h 1282034"/>
                  <a:gd name="csX10" fmla="*/ 2326534 w 9265913"/>
                  <a:gd name="csY10" fmla="*/ 188008 h 1282034"/>
                  <a:gd name="csX11" fmla="*/ 2488904 w 9265913"/>
                  <a:gd name="csY11" fmla="*/ 205100 h 1282034"/>
                  <a:gd name="csX12" fmla="*/ 2548724 w 9265913"/>
                  <a:gd name="csY12" fmla="*/ 213645 h 1282034"/>
                  <a:gd name="csX13" fmla="*/ 2582907 w 9265913"/>
                  <a:gd name="csY13" fmla="*/ 222191 h 1282034"/>
                  <a:gd name="csX14" fmla="*/ 2702548 w 9265913"/>
                  <a:gd name="csY14" fmla="*/ 230737 h 1282034"/>
                  <a:gd name="csX15" fmla="*/ 2907648 w 9265913"/>
                  <a:gd name="csY15" fmla="*/ 222191 h 1282034"/>
                  <a:gd name="csX16" fmla="*/ 3070018 w 9265913"/>
                  <a:gd name="csY16" fmla="*/ 213645 h 1282034"/>
                  <a:gd name="csX17" fmla="*/ 3334937 w 9265913"/>
                  <a:gd name="csY17" fmla="*/ 222191 h 1282034"/>
                  <a:gd name="csX18" fmla="*/ 3446033 w 9265913"/>
                  <a:gd name="csY18" fmla="*/ 230737 h 1282034"/>
                  <a:gd name="csX19" fmla="*/ 3676769 w 9265913"/>
                  <a:gd name="csY19" fmla="*/ 213645 h 1282034"/>
                  <a:gd name="csX20" fmla="*/ 3710952 w 9265913"/>
                  <a:gd name="csY20" fmla="*/ 205100 h 1282034"/>
                  <a:gd name="csX21" fmla="*/ 4044238 w 9265913"/>
                  <a:gd name="csY21" fmla="*/ 188008 h 1282034"/>
                  <a:gd name="csX22" fmla="*/ 4138242 w 9265913"/>
                  <a:gd name="csY22" fmla="*/ 162371 h 1282034"/>
                  <a:gd name="csX23" fmla="*/ 4309158 w 9265913"/>
                  <a:gd name="csY23" fmla="*/ 170916 h 1282034"/>
                  <a:gd name="csX24" fmla="*/ 4343341 w 9265913"/>
                  <a:gd name="csY24" fmla="*/ 179462 h 1282034"/>
                  <a:gd name="csX25" fmla="*/ 4454436 w 9265913"/>
                  <a:gd name="csY25" fmla="*/ 205100 h 1282034"/>
                  <a:gd name="csX26" fmla="*/ 4625352 w 9265913"/>
                  <a:gd name="csY26" fmla="*/ 196554 h 1282034"/>
                  <a:gd name="csX27" fmla="*/ 4650990 w 9265913"/>
                  <a:gd name="csY27" fmla="*/ 188008 h 1282034"/>
                  <a:gd name="csX28" fmla="*/ 4702264 w 9265913"/>
                  <a:gd name="csY28" fmla="*/ 179462 h 1282034"/>
                  <a:gd name="csX29" fmla="*/ 4727902 w 9265913"/>
                  <a:gd name="csY29" fmla="*/ 170916 h 1282034"/>
                  <a:gd name="csX30" fmla="*/ 4779177 w 9265913"/>
                  <a:gd name="csY30" fmla="*/ 162371 h 1282034"/>
                  <a:gd name="csX31" fmla="*/ 4924455 w 9265913"/>
                  <a:gd name="csY31" fmla="*/ 145279 h 1282034"/>
                  <a:gd name="csX32" fmla="*/ 5095371 w 9265913"/>
                  <a:gd name="csY32" fmla="*/ 153825 h 1282034"/>
                  <a:gd name="csX33" fmla="*/ 5129554 w 9265913"/>
                  <a:gd name="csY33" fmla="*/ 162371 h 1282034"/>
                  <a:gd name="csX34" fmla="*/ 5172283 w 9265913"/>
                  <a:gd name="csY34" fmla="*/ 170916 h 1282034"/>
                  <a:gd name="csX35" fmla="*/ 5266287 w 9265913"/>
                  <a:gd name="csY35" fmla="*/ 179462 h 1282034"/>
                  <a:gd name="csX36" fmla="*/ 5291924 w 9265913"/>
                  <a:gd name="csY36" fmla="*/ 188008 h 1282034"/>
                  <a:gd name="csX37" fmla="*/ 5326107 w 9265913"/>
                  <a:gd name="csY37" fmla="*/ 205100 h 1282034"/>
                  <a:gd name="csX38" fmla="*/ 5360291 w 9265913"/>
                  <a:gd name="csY38" fmla="*/ 213645 h 1282034"/>
                  <a:gd name="csX39" fmla="*/ 5403020 w 9265913"/>
                  <a:gd name="csY39" fmla="*/ 230737 h 1282034"/>
                  <a:gd name="csX40" fmla="*/ 5488477 w 9265913"/>
                  <a:gd name="csY40" fmla="*/ 247829 h 1282034"/>
                  <a:gd name="csX41" fmla="*/ 5531206 w 9265913"/>
                  <a:gd name="csY41" fmla="*/ 256374 h 1282034"/>
                  <a:gd name="csX42" fmla="*/ 5573935 w 9265913"/>
                  <a:gd name="csY42" fmla="*/ 273466 h 1282034"/>
                  <a:gd name="csX43" fmla="*/ 5659393 w 9265913"/>
                  <a:gd name="csY43" fmla="*/ 290558 h 1282034"/>
                  <a:gd name="csX44" fmla="*/ 5779034 w 9265913"/>
                  <a:gd name="csY44" fmla="*/ 307649 h 1282034"/>
                  <a:gd name="csX45" fmla="*/ 6206324 w 9265913"/>
                  <a:gd name="csY45" fmla="*/ 299103 h 1282034"/>
                  <a:gd name="csX46" fmla="*/ 6266145 w 9265913"/>
                  <a:gd name="csY46" fmla="*/ 282012 h 1282034"/>
                  <a:gd name="csX47" fmla="*/ 6334511 w 9265913"/>
                  <a:gd name="csY47" fmla="*/ 264920 h 1282034"/>
                  <a:gd name="csX48" fmla="*/ 6402877 w 9265913"/>
                  <a:gd name="csY48" fmla="*/ 247829 h 1282034"/>
                  <a:gd name="csX49" fmla="*/ 6548156 w 9265913"/>
                  <a:gd name="csY49" fmla="*/ 230737 h 1282034"/>
                  <a:gd name="csX50" fmla="*/ 6616522 w 9265913"/>
                  <a:gd name="csY50" fmla="*/ 222191 h 1282034"/>
                  <a:gd name="csX51" fmla="*/ 6667797 w 9265913"/>
                  <a:gd name="csY51" fmla="*/ 188008 h 1282034"/>
                  <a:gd name="csX52" fmla="*/ 6701980 w 9265913"/>
                  <a:gd name="csY52" fmla="*/ 162371 h 1282034"/>
                  <a:gd name="csX53" fmla="*/ 6727618 w 9265913"/>
                  <a:gd name="csY53" fmla="*/ 136733 h 1282034"/>
                  <a:gd name="csX54" fmla="*/ 6787438 w 9265913"/>
                  <a:gd name="csY54" fmla="*/ 119642 h 1282034"/>
                  <a:gd name="csX55" fmla="*/ 6932717 w 9265913"/>
                  <a:gd name="csY55" fmla="*/ 136733 h 1282034"/>
                  <a:gd name="csX56" fmla="*/ 6958354 w 9265913"/>
                  <a:gd name="csY56" fmla="*/ 145279 h 1282034"/>
                  <a:gd name="csX57" fmla="*/ 7035266 w 9265913"/>
                  <a:gd name="csY57" fmla="*/ 162371 h 1282034"/>
                  <a:gd name="csX58" fmla="*/ 7086541 w 9265913"/>
                  <a:gd name="csY58" fmla="*/ 179462 h 1282034"/>
                  <a:gd name="csX59" fmla="*/ 7137816 w 9265913"/>
                  <a:gd name="csY59" fmla="*/ 188008 h 1282034"/>
                  <a:gd name="csX60" fmla="*/ 7257457 w 9265913"/>
                  <a:gd name="csY60" fmla="*/ 213645 h 1282034"/>
                  <a:gd name="csX61" fmla="*/ 7342915 w 9265913"/>
                  <a:gd name="csY61" fmla="*/ 222191 h 1282034"/>
                  <a:gd name="csX62" fmla="*/ 7385644 w 9265913"/>
                  <a:gd name="csY62" fmla="*/ 230737 h 1282034"/>
                  <a:gd name="csX63" fmla="*/ 7795842 w 9265913"/>
                  <a:gd name="csY63" fmla="*/ 247829 h 1282034"/>
                  <a:gd name="csX64" fmla="*/ 7812934 w 9265913"/>
                  <a:gd name="csY64" fmla="*/ 273466 h 1282034"/>
                  <a:gd name="csX65" fmla="*/ 7924029 w 9265913"/>
                  <a:gd name="csY65" fmla="*/ 247829 h 1282034"/>
                  <a:gd name="csX66" fmla="*/ 7949666 w 9265913"/>
                  <a:gd name="csY66" fmla="*/ 222191 h 1282034"/>
                  <a:gd name="csX67" fmla="*/ 8043670 w 9265913"/>
                  <a:gd name="csY67" fmla="*/ 102550 h 1282034"/>
                  <a:gd name="csX68" fmla="*/ 8094945 w 9265913"/>
                  <a:gd name="csY68" fmla="*/ 34184 h 1282034"/>
                  <a:gd name="csX69" fmla="*/ 8154765 w 9265913"/>
                  <a:gd name="csY69" fmla="*/ 0 h 1282034"/>
                  <a:gd name="csX70" fmla="*/ 8231677 w 9265913"/>
                  <a:gd name="csY70" fmla="*/ 42729 h 1282034"/>
                  <a:gd name="csX71" fmla="*/ 8257315 w 9265913"/>
                  <a:gd name="csY71" fmla="*/ 68367 h 1282034"/>
                  <a:gd name="csX72" fmla="*/ 8282952 w 9265913"/>
                  <a:gd name="csY72" fmla="*/ 85458 h 1282034"/>
                  <a:gd name="csX73" fmla="*/ 8308590 w 9265913"/>
                  <a:gd name="csY73" fmla="*/ 111096 h 1282034"/>
                  <a:gd name="csX74" fmla="*/ 8342773 w 9265913"/>
                  <a:gd name="csY74" fmla="*/ 136733 h 1282034"/>
                  <a:gd name="csX75" fmla="*/ 8368410 w 9265913"/>
                  <a:gd name="csY75" fmla="*/ 162371 h 1282034"/>
                  <a:gd name="csX76" fmla="*/ 8428231 w 9265913"/>
                  <a:gd name="csY76" fmla="*/ 205100 h 1282034"/>
                  <a:gd name="csX77" fmla="*/ 8453868 w 9265913"/>
                  <a:gd name="csY77" fmla="*/ 239283 h 1282034"/>
                  <a:gd name="csX78" fmla="*/ 8479505 w 9265913"/>
                  <a:gd name="csY78" fmla="*/ 256374 h 1282034"/>
                  <a:gd name="csX79" fmla="*/ 8513689 w 9265913"/>
                  <a:gd name="csY79" fmla="*/ 290558 h 1282034"/>
                  <a:gd name="csX80" fmla="*/ 8547872 w 9265913"/>
                  <a:gd name="csY80" fmla="*/ 299103 h 1282034"/>
                  <a:gd name="csX81" fmla="*/ 8590601 w 9265913"/>
                  <a:gd name="csY81" fmla="*/ 316195 h 1282034"/>
                  <a:gd name="csX82" fmla="*/ 8735879 w 9265913"/>
                  <a:gd name="csY82" fmla="*/ 299103 h 1282034"/>
                  <a:gd name="csX83" fmla="*/ 8787154 w 9265913"/>
                  <a:gd name="csY83" fmla="*/ 282012 h 1282034"/>
                  <a:gd name="csX84" fmla="*/ 8949524 w 9265913"/>
                  <a:gd name="csY84" fmla="*/ 290558 h 1282034"/>
                  <a:gd name="csX85" fmla="*/ 9111894 w 9265913"/>
                  <a:gd name="csY85" fmla="*/ 282012 h 1282034"/>
                  <a:gd name="csX86" fmla="*/ 9248627 w 9265913"/>
                  <a:gd name="csY86" fmla="*/ 282012 h 1282034"/>
                  <a:gd name="csX87" fmla="*/ 9265719 w 9265913"/>
                  <a:gd name="csY87" fmla="*/ 1213503 h 1282034"/>
                  <a:gd name="csX88" fmla="*/ 634467 w 9265913"/>
                  <a:gd name="csY88" fmla="*/ 1213504 h 1282034"/>
                  <a:gd name="csX89" fmla="*/ 651558 w 9265913"/>
                  <a:gd name="csY89" fmla="*/ 230736 h 1282034"/>
                  <a:gd name="csX0" fmla="*/ 630330 w 9270323"/>
                  <a:gd name="csY0" fmla="*/ 213645 h 1282034"/>
                  <a:gd name="csX1" fmla="*/ 1100349 w 9270323"/>
                  <a:gd name="csY1" fmla="*/ 213645 h 1282034"/>
                  <a:gd name="csX2" fmla="*/ 1262719 w 9270323"/>
                  <a:gd name="csY2" fmla="*/ 196554 h 1282034"/>
                  <a:gd name="csX3" fmla="*/ 1348177 w 9270323"/>
                  <a:gd name="csY3" fmla="*/ 188008 h 1282034"/>
                  <a:gd name="csX4" fmla="*/ 1433635 w 9270323"/>
                  <a:gd name="csY4" fmla="*/ 179462 h 1282034"/>
                  <a:gd name="csX5" fmla="*/ 2083115 w 9270323"/>
                  <a:gd name="csY5" fmla="*/ 162371 h 1282034"/>
                  <a:gd name="csX6" fmla="*/ 2177119 w 9270323"/>
                  <a:gd name="csY6" fmla="*/ 145279 h 1282034"/>
                  <a:gd name="csX7" fmla="*/ 2211302 w 9270323"/>
                  <a:gd name="csY7" fmla="*/ 136733 h 1282034"/>
                  <a:gd name="csX8" fmla="*/ 2245486 w 9270323"/>
                  <a:gd name="csY8" fmla="*/ 145279 h 1282034"/>
                  <a:gd name="csX9" fmla="*/ 2271123 w 9270323"/>
                  <a:gd name="csY9" fmla="*/ 162371 h 1282034"/>
                  <a:gd name="csX10" fmla="*/ 2330944 w 9270323"/>
                  <a:gd name="csY10" fmla="*/ 188008 h 1282034"/>
                  <a:gd name="csX11" fmla="*/ 2493314 w 9270323"/>
                  <a:gd name="csY11" fmla="*/ 205100 h 1282034"/>
                  <a:gd name="csX12" fmla="*/ 2553134 w 9270323"/>
                  <a:gd name="csY12" fmla="*/ 213645 h 1282034"/>
                  <a:gd name="csX13" fmla="*/ 2587317 w 9270323"/>
                  <a:gd name="csY13" fmla="*/ 222191 h 1282034"/>
                  <a:gd name="csX14" fmla="*/ 2706958 w 9270323"/>
                  <a:gd name="csY14" fmla="*/ 230737 h 1282034"/>
                  <a:gd name="csX15" fmla="*/ 2912058 w 9270323"/>
                  <a:gd name="csY15" fmla="*/ 222191 h 1282034"/>
                  <a:gd name="csX16" fmla="*/ 3074428 w 9270323"/>
                  <a:gd name="csY16" fmla="*/ 213645 h 1282034"/>
                  <a:gd name="csX17" fmla="*/ 3339347 w 9270323"/>
                  <a:gd name="csY17" fmla="*/ 222191 h 1282034"/>
                  <a:gd name="csX18" fmla="*/ 3450443 w 9270323"/>
                  <a:gd name="csY18" fmla="*/ 230737 h 1282034"/>
                  <a:gd name="csX19" fmla="*/ 3681179 w 9270323"/>
                  <a:gd name="csY19" fmla="*/ 213645 h 1282034"/>
                  <a:gd name="csX20" fmla="*/ 3715362 w 9270323"/>
                  <a:gd name="csY20" fmla="*/ 205100 h 1282034"/>
                  <a:gd name="csX21" fmla="*/ 4048648 w 9270323"/>
                  <a:gd name="csY21" fmla="*/ 188008 h 1282034"/>
                  <a:gd name="csX22" fmla="*/ 4142652 w 9270323"/>
                  <a:gd name="csY22" fmla="*/ 162371 h 1282034"/>
                  <a:gd name="csX23" fmla="*/ 4313568 w 9270323"/>
                  <a:gd name="csY23" fmla="*/ 170916 h 1282034"/>
                  <a:gd name="csX24" fmla="*/ 4347751 w 9270323"/>
                  <a:gd name="csY24" fmla="*/ 179462 h 1282034"/>
                  <a:gd name="csX25" fmla="*/ 4458846 w 9270323"/>
                  <a:gd name="csY25" fmla="*/ 205100 h 1282034"/>
                  <a:gd name="csX26" fmla="*/ 4629762 w 9270323"/>
                  <a:gd name="csY26" fmla="*/ 196554 h 1282034"/>
                  <a:gd name="csX27" fmla="*/ 4655400 w 9270323"/>
                  <a:gd name="csY27" fmla="*/ 188008 h 1282034"/>
                  <a:gd name="csX28" fmla="*/ 4706674 w 9270323"/>
                  <a:gd name="csY28" fmla="*/ 179462 h 1282034"/>
                  <a:gd name="csX29" fmla="*/ 4732312 w 9270323"/>
                  <a:gd name="csY29" fmla="*/ 170916 h 1282034"/>
                  <a:gd name="csX30" fmla="*/ 4783587 w 9270323"/>
                  <a:gd name="csY30" fmla="*/ 162371 h 1282034"/>
                  <a:gd name="csX31" fmla="*/ 4928865 w 9270323"/>
                  <a:gd name="csY31" fmla="*/ 145279 h 1282034"/>
                  <a:gd name="csX32" fmla="*/ 5099781 w 9270323"/>
                  <a:gd name="csY32" fmla="*/ 153825 h 1282034"/>
                  <a:gd name="csX33" fmla="*/ 5133964 w 9270323"/>
                  <a:gd name="csY33" fmla="*/ 162371 h 1282034"/>
                  <a:gd name="csX34" fmla="*/ 5176693 w 9270323"/>
                  <a:gd name="csY34" fmla="*/ 170916 h 1282034"/>
                  <a:gd name="csX35" fmla="*/ 5270697 w 9270323"/>
                  <a:gd name="csY35" fmla="*/ 179462 h 1282034"/>
                  <a:gd name="csX36" fmla="*/ 5296334 w 9270323"/>
                  <a:gd name="csY36" fmla="*/ 188008 h 1282034"/>
                  <a:gd name="csX37" fmla="*/ 5330517 w 9270323"/>
                  <a:gd name="csY37" fmla="*/ 205100 h 1282034"/>
                  <a:gd name="csX38" fmla="*/ 5364701 w 9270323"/>
                  <a:gd name="csY38" fmla="*/ 213645 h 1282034"/>
                  <a:gd name="csX39" fmla="*/ 5407430 w 9270323"/>
                  <a:gd name="csY39" fmla="*/ 230737 h 1282034"/>
                  <a:gd name="csX40" fmla="*/ 5492887 w 9270323"/>
                  <a:gd name="csY40" fmla="*/ 247829 h 1282034"/>
                  <a:gd name="csX41" fmla="*/ 5535616 w 9270323"/>
                  <a:gd name="csY41" fmla="*/ 256374 h 1282034"/>
                  <a:gd name="csX42" fmla="*/ 5578345 w 9270323"/>
                  <a:gd name="csY42" fmla="*/ 273466 h 1282034"/>
                  <a:gd name="csX43" fmla="*/ 5663803 w 9270323"/>
                  <a:gd name="csY43" fmla="*/ 290558 h 1282034"/>
                  <a:gd name="csX44" fmla="*/ 5783444 w 9270323"/>
                  <a:gd name="csY44" fmla="*/ 307649 h 1282034"/>
                  <a:gd name="csX45" fmla="*/ 6210734 w 9270323"/>
                  <a:gd name="csY45" fmla="*/ 299103 h 1282034"/>
                  <a:gd name="csX46" fmla="*/ 6270555 w 9270323"/>
                  <a:gd name="csY46" fmla="*/ 282012 h 1282034"/>
                  <a:gd name="csX47" fmla="*/ 6338921 w 9270323"/>
                  <a:gd name="csY47" fmla="*/ 264920 h 1282034"/>
                  <a:gd name="csX48" fmla="*/ 6407287 w 9270323"/>
                  <a:gd name="csY48" fmla="*/ 247829 h 1282034"/>
                  <a:gd name="csX49" fmla="*/ 6552566 w 9270323"/>
                  <a:gd name="csY49" fmla="*/ 230737 h 1282034"/>
                  <a:gd name="csX50" fmla="*/ 6620932 w 9270323"/>
                  <a:gd name="csY50" fmla="*/ 222191 h 1282034"/>
                  <a:gd name="csX51" fmla="*/ 6672207 w 9270323"/>
                  <a:gd name="csY51" fmla="*/ 188008 h 1282034"/>
                  <a:gd name="csX52" fmla="*/ 6706390 w 9270323"/>
                  <a:gd name="csY52" fmla="*/ 162371 h 1282034"/>
                  <a:gd name="csX53" fmla="*/ 6732028 w 9270323"/>
                  <a:gd name="csY53" fmla="*/ 136733 h 1282034"/>
                  <a:gd name="csX54" fmla="*/ 6791848 w 9270323"/>
                  <a:gd name="csY54" fmla="*/ 119642 h 1282034"/>
                  <a:gd name="csX55" fmla="*/ 6937127 w 9270323"/>
                  <a:gd name="csY55" fmla="*/ 136733 h 1282034"/>
                  <a:gd name="csX56" fmla="*/ 6962764 w 9270323"/>
                  <a:gd name="csY56" fmla="*/ 145279 h 1282034"/>
                  <a:gd name="csX57" fmla="*/ 7039676 w 9270323"/>
                  <a:gd name="csY57" fmla="*/ 162371 h 1282034"/>
                  <a:gd name="csX58" fmla="*/ 7090951 w 9270323"/>
                  <a:gd name="csY58" fmla="*/ 179462 h 1282034"/>
                  <a:gd name="csX59" fmla="*/ 7142226 w 9270323"/>
                  <a:gd name="csY59" fmla="*/ 188008 h 1282034"/>
                  <a:gd name="csX60" fmla="*/ 7261867 w 9270323"/>
                  <a:gd name="csY60" fmla="*/ 213645 h 1282034"/>
                  <a:gd name="csX61" fmla="*/ 7347325 w 9270323"/>
                  <a:gd name="csY61" fmla="*/ 222191 h 1282034"/>
                  <a:gd name="csX62" fmla="*/ 7390054 w 9270323"/>
                  <a:gd name="csY62" fmla="*/ 230737 h 1282034"/>
                  <a:gd name="csX63" fmla="*/ 7800252 w 9270323"/>
                  <a:gd name="csY63" fmla="*/ 247829 h 1282034"/>
                  <a:gd name="csX64" fmla="*/ 7817344 w 9270323"/>
                  <a:gd name="csY64" fmla="*/ 273466 h 1282034"/>
                  <a:gd name="csX65" fmla="*/ 7928439 w 9270323"/>
                  <a:gd name="csY65" fmla="*/ 247829 h 1282034"/>
                  <a:gd name="csX66" fmla="*/ 7954076 w 9270323"/>
                  <a:gd name="csY66" fmla="*/ 222191 h 1282034"/>
                  <a:gd name="csX67" fmla="*/ 8048080 w 9270323"/>
                  <a:gd name="csY67" fmla="*/ 102550 h 1282034"/>
                  <a:gd name="csX68" fmla="*/ 8099355 w 9270323"/>
                  <a:gd name="csY68" fmla="*/ 34184 h 1282034"/>
                  <a:gd name="csX69" fmla="*/ 8159175 w 9270323"/>
                  <a:gd name="csY69" fmla="*/ 0 h 1282034"/>
                  <a:gd name="csX70" fmla="*/ 8236087 w 9270323"/>
                  <a:gd name="csY70" fmla="*/ 42729 h 1282034"/>
                  <a:gd name="csX71" fmla="*/ 8261725 w 9270323"/>
                  <a:gd name="csY71" fmla="*/ 68367 h 1282034"/>
                  <a:gd name="csX72" fmla="*/ 8287362 w 9270323"/>
                  <a:gd name="csY72" fmla="*/ 85458 h 1282034"/>
                  <a:gd name="csX73" fmla="*/ 8313000 w 9270323"/>
                  <a:gd name="csY73" fmla="*/ 111096 h 1282034"/>
                  <a:gd name="csX74" fmla="*/ 8347183 w 9270323"/>
                  <a:gd name="csY74" fmla="*/ 136733 h 1282034"/>
                  <a:gd name="csX75" fmla="*/ 8372820 w 9270323"/>
                  <a:gd name="csY75" fmla="*/ 162371 h 1282034"/>
                  <a:gd name="csX76" fmla="*/ 8432641 w 9270323"/>
                  <a:gd name="csY76" fmla="*/ 205100 h 1282034"/>
                  <a:gd name="csX77" fmla="*/ 8458278 w 9270323"/>
                  <a:gd name="csY77" fmla="*/ 239283 h 1282034"/>
                  <a:gd name="csX78" fmla="*/ 8483915 w 9270323"/>
                  <a:gd name="csY78" fmla="*/ 256374 h 1282034"/>
                  <a:gd name="csX79" fmla="*/ 8518099 w 9270323"/>
                  <a:gd name="csY79" fmla="*/ 290558 h 1282034"/>
                  <a:gd name="csX80" fmla="*/ 8552282 w 9270323"/>
                  <a:gd name="csY80" fmla="*/ 299103 h 1282034"/>
                  <a:gd name="csX81" fmla="*/ 8595011 w 9270323"/>
                  <a:gd name="csY81" fmla="*/ 316195 h 1282034"/>
                  <a:gd name="csX82" fmla="*/ 8740289 w 9270323"/>
                  <a:gd name="csY82" fmla="*/ 299103 h 1282034"/>
                  <a:gd name="csX83" fmla="*/ 8791564 w 9270323"/>
                  <a:gd name="csY83" fmla="*/ 282012 h 1282034"/>
                  <a:gd name="csX84" fmla="*/ 8953934 w 9270323"/>
                  <a:gd name="csY84" fmla="*/ 290558 h 1282034"/>
                  <a:gd name="csX85" fmla="*/ 9116304 w 9270323"/>
                  <a:gd name="csY85" fmla="*/ 282012 h 1282034"/>
                  <a:gd name="csX86" fmla="*/ 9253037 w 9270323"/>
                  <a:gd name="csY86" fmla="*/ 282012 h 1282034"/>
                  <a:gd name="csX87" fmla="*/ 9270129 w 9270323"/>
                  <a:gd name="csY87" fmla="*/ 1213503 h 1282034"/>
                  <a:gd name="csX88" fmla="*/ 638877 w 9270323"/>
                  <a:gd name="csY88" fmla="*/ 1213504 h 1282034"/>
                  <a:gd name="csX89" fmla="*/ 638877 w 9270323"/>
                  <a:gd name="csY89" fmla="*/ 222190 h 1282034"/>
                  <a:gd name="csX0" fmla="*/ 0 w 8639993"/>
                  <a:gd name="csY0" fmla="*/ 213645 h 1282034"/>
                  <a:gd name="csX1" fmla="*/ 470019 w 8639993"/>
                  <a:gd name="csY1" fmla="*/ 213645 h 1282034"/>
                  <a:gd name="csX2" fmla="*/ 632389 w 8639993"/>
                  <a:gd name="csY2" fmla="*/ 196554 h 1282034"/>
                  <a:gd name="csX3" fmla="*/ 717847 w 8639993"/>
                  <a:gd name="csY3" fmla="*/ 188008 h 1282034"/>
                  <a:gd name="csX4" fmla="*/ 803305 w 8639993"/>
                  <a:gd name="csY4" fmla="*/ 179462 h 1282034"/>
                  <a:gd name="csX5" fmla="*/ 1452785 w 8639993"/>
                  <a:gd name="csY5" fmla="*/ 162371 h 1282034"/>
                  <a:gd name="csX6" fmla="*/ 1546789 w 8639993"/>
                  <a:gd name="csY6" fmla="*/ 145279 h 1282034"/>
                  <a:gd name="csX7" fmla="*/ 1580972 w 8639993"/>
                  <a:gd name="csY7" fmla="*/ 136733 h 1282034"/>
                  <a:gd name="csX8" fmla="*/ 1615156 w 8639993"/>
                  <a:gd name="csY8" fmla="*/ 145279 h 1282034"/>
                  <a:gd name="csX9" fmla="*/ 1640793 w 8639993"/>
                  <a:gd name="csY9" fmla="*/ 162371 h 1282034"/>
                  <a:gd name="csX10" fmla="*/ 1700614 w 8639993"/>
                  <a:gd name="csY10" fmla="*/ 188008 h 1282034"/>
                  <a:gd name="csX11" fmla="*/ 1862984 w 8639993"/>
                  <a:gd name="csY11" fmla="*/ 205100 h 1282034"/>
                  <a:gd name="csX12" fmla="*/ 1922804 w 8639993"/>
                  <a:gd name="csY12" fmla="*/ 213645 h 1282034"/>
                  <a:gd name="csX13" fmla="*/ 1956987 w 8639993"/>
                  <a:gd name="csY13" fmla="*/ 222191 h 1282034"/>
                  <a:gd name="csX14" fmla="*/ 2076628 w 8639993"/>
                  <a:gd name="csY14" fmla="*/ 230737 h 1282034"/>
                  <a:gd name="csX15" fmla="*/ 2281728 w 8639993"/>
                  <a:gd name="csY15" fmla="*/ 222191 h 1282034"/>
                  <a:gd name="csX16" fmla="*/ 2444098 w 8639993"/>
                  <a:gd name="csY16" fmla="*/ 213645 h 1282034"/>
                  <a:gd name="csX17" fmla="*/ 2709017 w 8639993"/>
                  <a:gd name="csY17" fmla="*/ 222191 h 1282034"/>
                  <a:gd name="csX18" fmla="*/ 2820113 w 8639993"/>
                  <a:gd name="csY18" fmla="*/ 230737 h 1282034"/>
                  <a:gd name="csX19" fmla="*/ 3050849 w 8639993"/>
                  <a:gd name="csY19" fmla="*/ 213645 h 1282034"/>
                  <a:gd name="csX20" fmla="*/ 3085032 w 8639993"/>
                  <a:gd name="csY20" fmla="*/ 205100 h 1282034"/>
                  <a:gd name="csX21" fmla="*/ 3418318 w 8639993"/>
                  <a:gd name="csY21" fmla="*/ 188008 h 1282034"/>
                  <a:gd name="csX22" fmla="*/ 3512322 w 8639993"/>
                  <a:gd name="csY22" fmla="*/ 162371 h 1282034"/>
                  <a:gd name="csX23" fmla="*/ 3683238 w 8639993"/>
                  <a:gd name="csY23" fmla="*/ 170916 h 1282034"/>
                  <a:gd name="csX24" fmla="*/ 3717421 w 8639993"/>
                  <a:gd name="csY24" fmla="*/ 179462 h 1282034"/>
                  <a:gd name="csX25" fmla="*/ 3828516 w 8639993"/>
                  <a:gd name="csY25" fmla="*/ 205100 h 1282034"/>
                  <a:gd name="csX26" fmla="*/ 3999432 w 8639993"/>
                  <a:gd name="csY26" fmla="*/ 196554 h 1282034"/>
                  <a:gd name="csX27" fmla="*/ 4025070 w 8639993"/>
                  <a:gd name="csY27" fmla="*/ 188008 h 1282034"/>
                  <a:gd name="csX28" fmla="*/ 4076344 w 8639993"/>
                  <a:gd name="csY28" fmla="*/ 179462 h 1282034"/>
                  <a:gd name="csX29" fmla="*/ 4101982 w 8639993"/>
                  <a:gd name="csY29" fmla="*/ 170916 h 1282034"/>
                  <a:gd name="csX30" fmla="*/ 4153257 w 8639993"/>
                  <a:gd name="csY30" fmla="*/ 162371 h 1282034"/>
                  <a:gd name="csX31" fmla="*/ 4298535 w 8639993"/>
                  <a:gd name="csY31" fmla="*/ 145279 h 1282034"/>
                  <a:gd name="csX32" fmla="*/ 4469451 w 8639993"/>
                  <a:gd name="csY32" fmla="*/ 153825 h 1282034"/>
                  <a:gd name="csX33" fmla="*/ 4503634 w 8639993"/>
                  <a:gd name="csY33" fmla="*/ 162371 h 1282034"/>
                  <a:gd name="csX34" fmla="*/ 4546363 w 8639993"/>
                  <a:gd name="csY34" fmla="*/ 170916 h 1282034"/>
                  <a:gd name="csX35" fmla="*/ 4640367 w 8639993"/>
                  <a:gd name="csY35" fmla="*/ 179462 h 1282034"/>
                  <a:gd name="csX36" fmla="*/ 4666004 w 8639993"/>
                  <a:gd name="csY36" fmla="*/ 188008 h 1282034"/>
                  <a:gd name="csX37" fmla="*/ 4700187 w 8639993"/>
                  <a:gd name="csY37" fmla="*/ 205100 h 1282034"/>
                  <a:gd name="csX38" fmla="*/ 4734371 w 8639993"/>
                  <a:gd name="csY38" fmla="*/ 213645 h 1282034"/>
                  <a:gd name="csX39" fmla="*/ 4777100 w 8639993"/>
                  <a:gd name="csY39" fmla="*/ 230737 h 1282034"/>
                  <a:gd name="csX40" fmla="*/ 4862557 w 8639993"/>
                  <a:gd name="csY40" fmla="*/ 247829 h 1282034"/>
                  <a:gd name="csX41" fmla="*/ 4905286 w 8639993"/>
                  <a:gd name="csY41" fmla="*/ 256374 h 1282034"/>
                  <a:gd name="csX42" fmla="*/ 4948015 w 8639993"/>
                  <a:gd name="csY42" fmla="*/ 273466 h 1282034"/>
                  <a:gd name="csX43" fmla="*/ 5033473 w 8639993"/>
                  <a:gd name="csY43" fmla="*/ 290558 h 1282034"/>
                  <a:gd name="csX44" fmla="*/ 5153114 w 8639993"/>
                  <a:gd name="csY44" fmla="*/ 307649 h 1282034"/>
                  <a:gd name="csX45" fmla="*/ 5580404 w 8639993"/>
                  <a:gd name="csY45" fmla="*/ 299103 h 1282034"/>
                  <a:gd name="csX46" fmla="*/ 5640225 w 8639993"/>
                  <a:gd name="csY46" fmla="*/ 282012 h 1282034"/>
                  <a:gd name="csX47" fmla="*/ 5708591 w 8639993"/>
                  <a:gd name="csY47" fmla="*/ 264920 h 1282034"/>
                  <a:gd name="csX48" fmla="*/ 5776957 w 8639993"/>
                  <a:gd name="csY48" fmla="*/ 247829 h 1282034"/>
                  <a:gd name="csX49" fmla="*/ 5922236 w 8639993"/>
                  <a:gd name="csY49" fmla="*/ 230737 h 1282034"/>
                  <a:gd name="csX50" fmla="*/ 5990602 w 8639993"/>
                  <a:gd name="csY50" fmla="*/ 222191 h 1282034"/>
                  <a:gd name="csX51" fmla="*/ 6041877 w 8639993"/>
                  <a:gd name="csY51" fmla="*/ 188008 h 1282034"/>
                  <a:gd name="csX52" fmla="*/ 6076060 w 8639993"/>
                  <a:gd name="csY52" fmla="*/ 162371 h 1282034"/>
                  <a:gd name="csX53" fmla="*/ 6101698 w 8639993"/>
                  <a:gd name="csY53" fmla="*/ 136733 h 1282034"/>
                  <a:gd name="csX54" fmla="*/ 6161518 w 8639993"/>
                  <a:gd name="csY54" fmla="*/ 119642 h 1282034"/>
                  <a:gd name="csX55" fmla="*/ 6306797 w 8639993"/>
                  <a:gd name="csY55" fmla="*/ 136733 h 1282034"/>
                  <a:gd name="csX56" fmla="*/ 6332434 w 8639993"/>
                  <a:gd name="csY56" fmla="*/ 145279 h 1282034"/>
                  <a:gd name="csX57" fmla="*/ 6409346 w 8639993"/>
                  <a:gd name="csY57" fmla="*/ 162371 h 1282034"/>
                  <a:gd name="csX58" fmla="*/ 6460621 w 8639993"/>
                  <a:gd name="csY58" fmla="*/ 179462 h 1282034"/>
                  <a:gd name="csX59" fmla="*/ 6511896 w 8639993"/>
                  <a:gd name="csY59" fmla="*/ 188008 h 1282034"/>
                  <a:gd name="csX60" fmla="*/ 6631537 w 8639993"/>
                  <a:gd name="csY60" fmla="*/ 213645 h 1282034"/>
                  <a:gd name="csX61" fmla="*/ 6716995 w 8639993"/>
                  <a:gd name="csY61" fmla="*/ 222191 h 1282034"/>
                  <a:gd name="csX62" fmla="*/ 6759724 w 8639993"/>
                  <a:gd name="csY62" fmla="*/ 230737 h 1282034"/>
                  <a:gd name="csX63" fmla="*/ 7169922 w 8639993"/>
                  <a:gd name="csY63" fmla="*/ 247829 h 1282034"/>
                  <a:gd name="csX64" fmla="*/ 7187014 w 8639993"/>
                  <a:gd name="csY64" fmla="*/ 273466 h 1282034"/>
                  <a:gd name="csX65" fmla="*/ 7298109 w 8639993"/>
                  <a:gd name="csY65" fmla="*/ 247829 h 1282034"/>
                  <a:gd name="csX66" fmla="*/ 7323746 w 8639993"/>
                  <a:gd name="csY66" fmla="*/ 222191 h 1282034"/>
                  <a:gd name="csX67" fmla="*/ 7417750 w 8639993"/>
                  <a:gd name="csY67" fmla="*/ 102550 h 1282034"/>
                  <a:gd name="csX68" fmla="*/ 7469025 w 8639993"/>
                  <a:gd name="csY68" fmla="*/ 34184 h 1282034"/>
                  <a:gd name="csX69" fmla="*/ 7528845 w 8639993"/>
                  <a:gd name="csY69" fmla="*/ 0 h 1282034"/>
                  <a:gd name="csX70" fmla="*/ 7605757 w 8639993"/>
                  <a:gd name="csY70" fmla="*/ 42729 h 1282034"/>
                  <a:gd name="csX71" fmla="*/ 7631395 w 8639993"/>
                  <a:gd name="csY71" fmla="*/ 68367 h 1282034"/>
                  <a:gd name="csX72" fmla="*/ 7657032 w 8639993"/>
                  <a:gd name="csY72" fmla="*/ 85458 h 1282034"/>
                  <a:gd name="csX73" fmla="*/ 7682670 w 8639993"/>
                  <a:gd name="csY73" fmla="*/ 111096 h 1282034"/>
                  <a:gd name="csX74" fmla="*/ 7716853 w 8639993"/>
                  <a:gd name="csY74" fmla="*/ 136733 h 1282034"/>
                  <a:gd name="csX75" fmla="*/ 7742490 w 8639993"/>
                  <a:gd name="csY75" fmla="*/ 162371 h 1282034"/>
                  <a:gd name="csX76" fmla="*/ 7802311 w 8639993"/>
                  <a:gd name="csY76" fmla="*/ 205100 h 1282034"/>
                  <a:gd name="csX77" fmla="*/ 7827948 w 8639993"/>
                  <a:gd name="csY77" fmla="*/ 239283 h 1282034"/>
                  <a:gd name="csX78" fmla="*/ 7853585 w 8639993"/>
                  <a:gd name="csY78" fmla="*/ 256374 h 1282034"/>
                  <a:gd name="csX79" fmla="*/ 7887769 w 8639993"/>
                  <a:gd name="csY79" fmla="*/ 290558 h 1282034"/>
                  <a:gd name="csX80" fmla="*/ 7921952 w 8639993"/>
                  <a:gd name="csY80" fmla="*/ 299103 h 1282034"/>
                  <a:gd name="csX81" fmla="*/ 7964681 w 8639993"/>
                  <a:gd name="csY81" fmla="*/ 316195 h 1282034"/>
                  <a:gd name="csX82" fmla="*/ 8109959 w 8639993"/>
                  <a:gd name="csY82" fmla="*/ 299103 h 1282034"/>
                  <a:gd name="csX83" fmla="*/ 8161234 w 8639993"/>
                  <a:gd name="csY83" fmla="*/ 282012 h 1282034"/>
                  <a:gd name="csX84" fmla="*/ 8323604 w 8639993"/>
                  <a:gd name="csY84" fmla="*/ 290558 h 1282034"/>
                  <a:gd name="csX85" fmla="*/ 8485974 w 8639993"/>
                  <a:gd name="csY85" fmla="*/ 282012 h 1282034"/>
                  <a:gd name="csX86" fmla="*/ 8622707 w 8639993"/>
                  <a:gd name="csY86" fmla="*/ 282012 h 1282034"/>
                  <a:gd name="csX87" fmla="*/ 8639799 w 8639993"/>
                  <a:gd name="csY87" fmla="*/ 1213503 h 1282034"/>
                  <a:gd name="csX88" fmla="*/ 8547 w 8639993"/>
                  <a:gd name="csY88" fmla="*/ 1213504 h 1282034"/>
                  <a:gd name="csX89" fmla="*/ 8547 w 8639993"/>
                  <a:gd name="csY89" fmla="*/ 222190 h 1282034"/>
                  <a:gd name="csX0" fmla="*/ 0 w 8639993"/>
                  <a:gd name="csY0" fmla="*/ 213645 h 1217614"/>
                  <a:gd name="csX1" fmla="*/ 470019 w 8639993"/>
                  <a:gd name="csY1" fmla="*/ 213645 h 1217614"/>
                  <a:gd name="csX2" fmla="*/ 632389 w 8639993"/>
                  <a:gd name="csY2" fmla="*/ 196554 h 1217614"/>
                  <a:gd name="csX3" fmla="*/ 717847 w 8639993"/>
                  <a:gd name="csY3" fmla="*/ 188008 h 1217614"/>
                  <a:gd name="csX4" fmla="*/ 803305 w 8639993"/>
                  <a:gd name="csY4" fmla="*/ 179462 h 1217614"/>
                  <a:gd name="csX5" fmla="*/ 1452785 w 8639993"/>
                  <a:gd name="csY5" fmla="*/ 162371 h 1217614"/>
                  <a:gd name="csX6" fmla="*/ 1546789 w 8639993"/>
                  <a:gd name="csY6" fmla="*/ 145279 h 1217614"/>
                  <a:gd name="csX7" fmla="*/ 1580972 w 8639993"/>
                  <a:gd name="csY7" fmla="*/ 136733 h 1217614"/>
                  <a:gd name="csX8" fmla="*/ 1615156 w 8639993"/>
                  <a:gd name="csY8" fmla="*/ 145279 h 1217614"/>
                  <a:gd name="csX9" fmla="*/ 1640793 w 8639993"/>
                  <a:gd name="csY9" fmla="*/ 162371 h 1217614"/>
                  <a:gd name="csX10" fmla="*/ 1700614 w 8639993"/>
                  <a:gd name="csY10" fmla="*/ 188008 h 1217614"/>
                  <a:gd name="csX11" fmla="*/ 1862984 w 8639993"/>
                  <a:gd name="csY11" fmla="*/ 205100 h 1217614"/>
                  <a:gd name="csX12" fmla="*/ 1922804 w 8639993"/>
                  <a:gd name="csY12" fmla="*/ 213645 h 1217614"/>
                  <a:gd name="csX13" fmla="*/ 1956987 w 8639993"/>
                  <a:gd name="csY13" fmla="*/ 222191 h 1217614"/>
                  <a:gd name="csX14" fmla="*/ 2076628 w 8639993"/>
                  <a:gd name="csY14" fmla="*/ 230737 h 1217614"/>
                  <a:gd name="csX15" fmla="*/ 2281728 w 8639993"/>
                  <a:gd name="csY15" fmla="*/ 222191 h 1217614"/>
                  <a:gd name="csX16" fmla="*/ 2444098 w 8639993"/>
                  <a:gd name="csY16" fmla="*/ 213645 h 1217614"/>
                  <a:gd name="csX17" fmla="*/ 2709017 w 8639993"/>
                  <a:gd name="csY17" fmla="*/ 222191 h 1217614"/>
                  <a:gd name="csX18" fmla="*/ 2820113 w 8639993"/>
                  <a:gd name="csY18" fmla="*/ 230737 h 1217614"/>
                  <a:gd name="csX19" fmla="*/ 3050849 w 8639993"/>
                  <a:gd name="csY19" fmla="*/ 213645 h 1217614"/>
                  <a:gd name="csX20" fmla="*/ 3085032 w 8639993"/>
                  <a:gd name="csY20" fmla="*/ 205100 h 1217614"/>
                  <a:gd name="csX21" fmla="*/ 3418318 w 8639993"/>
                  <a:gd name="csY21" fmla="*/ 188008 h 1217614"/>
                  <a:gd name="csX22" fmla="*/ 3512322 w 8639993"/>
                  <a:gd name="csY22" fmla="*/ 162371 h 1217614"/>
                  <a:gd name="csX23" fmla="*/ 3683238 w 8639993"/>
                  <a:gd name="csY23" fmla="*/ 170916 h 1217614"/>
                  <a:gd name="csX24" fmla="*/ 3717421 w 8639993"/>
                  <a:gd name="csY24" fmla="*/ 179462 h 1217614"/>
                  <a:gd name="csX25" fmla="*/ 3828516 w 8639993"/>
                  <a:gd name="csY25" fmla="*/ 205100 h 1217614"/>
                  <a:gd name="csX26" fmla="*/ 3999432 w 8639993"/>
                  <a:gd name="csY26" fmla="*/ 196554 h 1217614"/>
                  <a:gd name="csX27" fmla="*/ 4025070 w 8639993"/>
                  <a:gd name="csY27" fmla="*/ 188008 h 1217614"/>
                  <a:gd name="csX28" fmla="*/ 4076344 w 8639993"/>
                  <a:gd name="csY28" fmla="*/ 179462 h 1217614"/>
                  <a:gd name="csX29" fmla="*/ 4101982 w 8639993"/>
                  <a:gd name="csY29" fmla="*/ 170916 h 1217614"/>
                  <a:gd name="csX30" fmla="*/ 4153257 w 8639993"/>
                  <a:gd name="csY30" fmla="*/ 162371 h 1217614"/>
                  <a:gd name="csX31" fmla="*/ 4298535 w 8639993"/>
                  <a:gd name="csY31" fmla="*/ 145279 h 1217614"/>
                  <a:gd name="csX32" fmla="*/ 4469451 w 8639993"/>
                  <a:gd name="csY32" fmla="*/ 153825 h 1217614"/>
                  <a:gd name="csX33" fmla="*/ 4503634 w 8639993"/>
                  <a:gd name="csY33" fmla="*/ 162371 h 1217614"/>
                  <a:gd name="csX34" fmla="*/ 4546363 w 8639993"/>
                  <a:gd name="csY34" fmla="*/ 170916 h 1217614"/>
                  <a:gd name="csX35" fmla="*/ 4640367 w 8639993"/>
                  <a:gd name="csY35" fmla="*/ 179462 h 1217614"/>
                  <a:gd name="csX36" fmla="*/ 4666004 w 8639993"/>
                  <a:gd name="csY36" fmla="*/ 188008 h 1217614"/>
                  <a:gd name="csX37" fmla="*/ 4700187 w 8639993"/>
                  <a:gd name="csY37" fmla="*/ 205100 h 1217614"/>
                  <a:gd name="csX38" fmla="*/ 4734371 w 8639993"/>
                  <a:gd name="csY38" fmla="*/ 213645 h 1217614"/>
                  <a:gd name="csX39" fmla="*/ 4777100 w 8639993"/>
                  <a:gd name="csY39" fmla="*/ 230737 h 1217614"/>
                  <a:gd name="csX40" fmla="*/ 4862557 w 8639993"/>
                  <a:gd name="csY40" fmla="*/ 247829 h 1217614"/>
                  <a:gd name="csX41" fmla="*/ 4905286 w 8639993"/>
                  <a:gd name="csY41" fmla="*/ 256374 h 1217614"/>
                  <a:gd name="csX42" fmla="*/ 4948015 w 8639993"/>
                  <a:gd name="csY42" fmla="*/ 273466 h 1217614"/>
                  <a:gd name="csX43" fmla="*/ 5033473 w 8639993"/>
                  <a:gd name="csY43" fmla="*/ 290558 h 1217614"/>
                  <a:gd name="csX44" fmla="*/ 5153114 w 8639993"/>
                  <a:gd name="csY44" fmla="*/ 307649 h 1217614"/>
                  <a:gd name="csX45" fmla="*/ 5580404 w 8639993"/>
                  <a:gd name="csY45" fmla="*/ 299103 h 1217614"/>
                  <a:gd name="csX46" fmla="*/ 5640225 w 8639993"/>
                  <a:gd name="csY46" fmla="*/ 282012 h 1217614"/>
                  <a:gd name="csX47" fmla="*/ 5708591 w 8639993"/>
                  <a:gd name="csY47" fmla="*/ 264920 h 1217614"/>
                  <a:gd name="csX48" fmla="*/ 5776957 w 8639993"/>
                  <a:gd name="csY48" fmla="*/ 247829 h 1217614"/>
                  <a:gd name="csX49" fmla="*/ 5922236 w 8639993"/>
                  <a:gd name="csY49" fmla="*/ 230737 h 1217614"/>
                  <a:gd name="csX50" fmla="*/ 5990602 w 8639993"/>
                  <a:gd name="csY50" fmla="*/ 222191 h 1217614"/>
                  <a:gd name="csX51" fmla="*/ 6041877 w 8639993"/>
                  <a:gd name="csY51" fmla="*/ 188008 h 1217614"/>
                  <a:gd name="csX52" fmla="*/ 6076060 w 8639993"/>
                  <a:gd name="csY52" fmla="*/ 162371 h 1217614"/>
                  <a:gd name="csX53" fmla="*/ 6101698 w 8639993"/>
                  <a:gd name="csY53" fmla="*/ 136733 h 1217614"/>
                  <a:gd name="csX54" fmla="*/ 6161518 w 8639993"/>
                  <a:gd name="csY54" fmla="*/ 119642 h 1217614"/>
                  <a:gd name="csX55" fmla="*/ 6306797 w 8639993"/>
                  <a:gd name="csY55" fmla="*/ 136733 h 1217614"/>
                  <a:gd name="csX56" fmla="*/ 6332434 w 8639993"/>
                  <a:gd name="csY56" fmla="*/ 145279 h 1217614"/>
                  <a:gd name="csX57" fmla="*/ 6409346 w 8639993"/>
                  <a:gd name="csY57" fmla="*/ 162371 h 1217614"/>
                  <a:gd name="csX58" fmla="*/ 6460621 w 8639993"/>
                  <a:gd name="csY58" fmla="*/ 179462 h 1217614"/>
                  <a:gd name="csX59" fmla="*/ 6511896 w 8639993"/>
                  <a:gd name="csY59" fmla="*/ 188008 h 1217614"/>
                  <a:gd name="csX60" fmla="*/ 6631537 w 8639993"/>
                  <a:gd name="csY60" fmla="*/ 213645 h 1217614"/>
                  <a:gd name="csX61" fmla="*/ 6716995 w 8639993"/>
                  <a:gd name="csY61" fmla="*/ 222191 h 1217614"/>
                  <a:gd name="csX62" fmla="*/ 6759724 w 8639993"/>
                  <a:gd name="csY62" fmla="*/ 230737 h 1217614"/>
                  <a:gd name="csX63" fmla="*/ 7169922 w 8639993"/>
                  <a:gd name="csY63" fmla="*/ 247829 h 1217614"/>
                  <a:gd name="csX64" fmla="*/ 7187014 w 8639993"/>
                  <a:gd name="csY64" fmla="*/ 273466 h 1217614"/>
                  <a:gd name="csX65" fmla="*/ 7298109 w 8639993"/>
                  <a:gd name="csY65" fmla="*/ 247829 h 1217614"/>
                  <a:gd name="csX66" fmla="*/ 7323746 w 8639993"/>
                  <a:gd name="csY66" fmla="*/ 222191 h 1217614"/>
                  <a:gd name="csX67" fmla="*/ 7417750 w 8639993"/>
                  <a:gd name="csY67" fmla="*/ 102550 h 1217614"/>
                  <a:gd name="csX68" fmla="*/ 7469025 w 8639993"/>
                  <a:gd name="csY68" fmla="*/ 34184 h 1217614"/>
                  <a:gd name="csX69" fmla="*/ 7528845 w 8639993"/>
                  <a:gd name="csY69" fmla="*/ 0 h 1217614"/>
                  <a:gd name="csX70" fmla="*/ 7605757 w 8639993"/>
                  <a:gd name="csY70" fmla="*/ 42729 h 1217614"/>
                  <a:gd name="csX71" fmla="*/ 7631395 w 8639993"/>
                  <a:gd name="csY71" fmla="*/ 68367 h 1217614"/>
                  <a:gd name="csX72" fmla="*/ 7657032 w 8639993"/>
                  <a:gd name="csY72" fmla="*/ 85458 h 1217614"/>
                  <a:gd name="csX73" fmla="*/ 7682670 w 8639993"/>
                  <a:gd name="csY73" fmla="*/ 111096 h 1217614"/>
                  <a:gd name="csX74" fmla="*/ 7716853 w 8639993"/>
                  <a:gd name="csY74" fmla="*/ 136733 h 1217614"/>
                  <a:gd name="csX75" fmla="*/ 7742490 w 8639993"/>
                  <a:gd name="csY75" fmla="*/ 162371 h 1217614"/>
                  <a:gd name="csX76" fmla="*/ 7802311 w 8639993"/>
                  <a:gd name="csY76" fmla="*/ 205100 h 1217614"/>
                  <a:gd name="csX77" fmla="*/ 7827948 w 8639993"/>
                  <a:gd name="csY77" fmla="*/ 239283 h 1217614"/>
                  <a:gd name="csX78" fmla="*/ 7853585 w 8639993"/>
                  <a:gd name="csY78" fmla="*/ 256374 h 1217614"/>
                  <a:gd name="csX79" fmla="*/ 7887769 w 8639993"/>
                  <a:gd name="csY79" fmla="*/ 290558 h 1217614"/>
                  <a:gd name="csX80" fmla="*/ 7921952 w 8639993"/>
                  <a:gd name="csY80" fmla="*/ 299103 h 1217614"/>
                  <a:gd name="csX81" fmla="*/ 7964681 w 8639993"/>
                  <a:gd name="csY81" fmla="*/ 316195 h 1217614"/>
                  <a:gd name="csX82" fmla="*/ 8109959 w 8639993"/>
                  <a:gd name="csY82" fmla="*/ 299103 h 1217614"/>
                  <a:gd name="csX83" fmla="*/ 8161234 w 8639993"/>
                  <a:gd name="csY83" fmla="*/ 282012 h 1217614"/>
                  <a:gd name="csX84" fmla="*/ 8323604 w 8639993"/>
                  <a:gd name="csY84" fmla="*/ 290558 h 1217614"/>
                  <a:gd name="csX85" fmla="*/ 8485974 w 8639993"/>
                  <a:gd name="csY85" fmla="*/ 282012 h 1217614"/>
                  <a:gd name="csX86" fmla="*/ 8622707 w 8639993"/>
                  <a:gd name="csY86" fmla="*/ 282012 h 1217614"/>
                  <a:gd name="csX87" fmla="*/ 8639799 w 8639993"/>
                  <a:gd name="csY87" fmla="*/ 1213503 h 1217614"/>
                  <a:gd name="csX88" fmla="*/ 8547 w 8639993"/>
                  <a:gd name="csY88" fmla="*/ 1213504 h 1217614"/>
                  <a:gd name="csX89" fmla="*/ 8547 w 8639993"/>
                  <a:gd name="csY89" fmla="*/ 222190 h 12176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8639993" h="1217614">
                    <a:moveTo>
                      <a:pt x="0" y="213645"/>
                    </a:moveTo>
                    <a:cubicBezTo>
                      <a:pt x="197557" y="233401"/>
                      <a:pt x="126185" y="229762"/>
                      <a:pt x="470019" y="213645"/>
                    </a:cubicBezTo>
                    <a:cubicBezTo>
                      <a:pt x="524382" y="211097"/>
                      <a:pt x="578256" y="202154"/>
                      <a:pt x="632389" y="196554"/>
                    </a:cubicBezTo>
                    <a:lnTo>
                      <a:pt x="717847" y="188008"/>
                    </a:lnTo>
                    <a:cubicBezTo>
                      <a:pt x="746333" y="185159"/>
                      <a:pt x="774706" y="180762"/>
                      <a:pt x="803305" y="179462"/>
                    </a:cubicBezTo>
                    <a:cubicBezTo>
                      <a:pt x="1145005" y="163930"/>
                      <a:pt x="928590" y="172077"/>
                      <a:pt x="1452785" y="162371"/>
                    </a:cubicBezTo>
                    <a:cubicBezTo>
                      <a:pt x="1489891" y="156187"/>
                      <a:pt x="1510957" y="153242"/>
                      <a:pt x="1546789" y="145279"/>
                    </a:cubicBezTo>
                    <a:cubicBezTo>
                      <a:pt x="1558254" y="142731"/>
                      <a:pt x="1569578" y="139582"/>
                      <a:pt x="1580972" y="136733"/>
                    </a:cubicBezTo>
                    <a:cubicBezTo>
                      <a:pt x="1592367" y="139582"/>
                      <a:pt x="1604360" y="140652"/>
                      <a:pt x="1615156" y="145279"/>
                    </a:cubicBezTo>
                    <a:cubicBezTo>
                      <a:pt x="1624596" y="149325"/>
                      <a:pt x="1631876" y="157275"/>
                      <a:pt x="1640793" y="162371"/>
                    </a:cubicBezTo>
                    <a:cubicBezTo>
                      <a:pt x="1663580" y="175392"/>
                      <a:pt x="1676646" y="181160"/>
                      <a:pt x="1700614" y="188008"/>
                    </a:cubicBezTo>
                    <a:cubicBezTo>
                      <a:pt x="1763996" y="206118"/>
                      <a:pt x="1768093" y="198774"/>
                      <a:pt x="1862984" y="205100"/>
                    </a:cubicBezTo>
                    <a:cubicBezTo>
                      <a:pt x="1882924" y="207948"/>
                      <a:pt x="1902986" y="210042"/>
                      <a:pt x="1922804" y="213645"/>
                    </a:cubicBezTo>
                    <a:cubicBezTo>
                      <a:pt x="1934360" y="215746"/>
                      <a:pt x="1945314" y="220894"/>
                      <a:pt x="1956987" y="222191"/>
                    </a:cubicBezTo>
                    <a:cubicBezTo>
                      <a:pt x="1996724" y="226606"/>
                      <a:pt x="2036748" y="227888"/>
                      <a:pt x="2076628" y="230737"/>
                    </a:cubicBezTo>
                    <a:lnTo>
                      <a:pt x="2281728" y="222191"/>
                    </a:lnTo>
                    <a:cubicBezTo>
                      <a:pt x="2335868" y="219673"/>
                      <a:pt x="2389900" y="213645"/>
                      <a:pt x="2444098" y="213645"/>
                    </a:cubicBezTo>
                    <a:cubicBezTo>
                      <a:pt x="2532450" y="213645"/>
                      <a:pt x="2620711" y="219342"/>
                      <a:pt x="2709017" y="222191"/>
                    </a:cubicBezTo>
                    <a:cubicBezTo>
                      <a:pt x="2746049" y="225040"/>
                      <a:pt x="2782972" y="230737"/>
                      <a:pt x="2820113" y="230737"/>
                    </a:cubicBezTo>
                    <a:cubicBezTo>
                      <a:pt x="2909903" y="230737"/>
                      <a:pt x="2967999" y="222851"/>
                      <a:pt x="3050849" y="213645"/>
                    </a:cubicBezTo>
                    <a:cubicBezTo>
                      <a:pt x="3062243" y="210797"/>
                      <a:pt x="3073447" y="207031"/>
                      <a:pt x="3085032" y="205100"/>
                    </a:cubicBezTo>
                    <a:cubicBezTo>
                      <a:pt x="3192705" y="187155"/>
                      <a:pt x="3316504" y="191292"/>
                      <a:pt x="3418318" y="188008"/>
                    </a:cubicBezTo>
                    <a:cubicBezTo>
                      <a:pt x="3495424" y="168731"/>
                      <a:pt x="3464400" y="178344"/>
                      <a:pt x="3512322" y="162371"/>
                    </a:cubicBezTo>
                    <a:cubicBezTo>
                      <a:pt x="3569294" y="165219"/>
                      <a:pt x="3626392" y="166179"/>
                      <a:pt x="3683238" y="170916"/>
                    </a:cubicBezTo>
                    <a:cubicBezTo>
                      <a:pt x="3694942" y="171891"/>
                      <a:pt x="3705937" y="177001"/>
                      <a:pt x="3717421" y="179462"/>
                    </a:cubicBezTo>
                    <a:cubicBezTo>
                      <a:pt x="3823027" y="202092"/>
                      <a:pt x="3771811" y="186198"/>
                      <a:pt x="3828516" y="205100"/>
                    </a:cubicBezTo>
                    <a:cubicBezTo>
                      <a:pt x="3885488" y="202251"/>
                      <a:pt x="3942603" y="201496"/>
                      <a:pt x="3999432" y="196554"/>
                    </a:cubicBezTo>
                    <a:cubicBezTo>
                      <a:pt x="4008406" y="195774"/>
                      <a:pt x="4016276" y="189962"/>
                      <a:pt x="4025070" y="188008"/>
                    </a:cubicBezTo>
                    <a:cubicBezTo>
                      <a:pt x="4041984" y="184249"/>
                      <a:pt x="4059430" y="183221"/>
                      <a:pt x="4076344" y="179462"/>
                    </a:cubicBezTo>
                    <a:cubicBezTo>
                      <a:pt x="4085138" y="177508"/>
                      <a:pt x="4093188" y="172870"/>
                      <a:pt x="4101982" y="170916"/>
                    </a:cubicBezTo>
                    <a:cubicBezTo>
                      <a:pt x="4118897" y="167157"/>
                      <a:pt x="4136131" y="165006"/>
                      <a:pt x="4153257" y="162371"/>
                    </a:cubicBezTo>
                    <a:cubicBezTo>
                      <a:pt x="4223439" y="151574"/>
                      <a:pt x="4218587" y="153274"/>
                      <a:pt x="4298535" y="145279"/>
                    </a:cubicBezTo>
                    <a:cubicBezTo>
                      <a:pt x="4355507" y="148128"/>
                      <a:pt x="4412605" y="149088"/>
                      <a:pt x="4469451" y="153825"/>
                    </a:cubicBezTo>
                    <a:cubicBezTo>
                      <a:pt x="4481155" y="154800"/>
                      <a:pt x="4492169" y="159823"/>
                      <a:pt x="4503634" y="162371"/>
                    </a:cubicBezTo>
                    <a:cubicBezTo>
                      <a:pt x="4517813" y="165522"/>
                      <a:pt x="4531950" y="169114"/>
                      <a:pt x="4546363" y="170916"/>
                    </a:cubicBezTo>
                    <a:cubicBezTo>
                      <a:pt x="4577584" y="174818"/>
                      <a:pt x="4609032" y="176613"/>
                      <a:pt x="4640367" y="179462"/>
                    </a:cubicBezTo>
                    <a:cubicBezTo>
                      <a:pt x="4648913" y="182311"/>
                      <a:pt x="4657724" y="184459"/>
                      <a:pt x="4666004" y="188008"/>
                    </a:cubicBezTo>
                    <a:cubicBezTo>
                      <a:pt x="4677713" y="193026"/>
                      <a:pt x="4688259" y="200627"/>
                      <a:pt x="4700187" y="205100"/>
                    </a:cubicBezTo>
                    <a:cubicBezTo>
                      <a:pt x="4711184" y="209224"/>
                      <a:pt x="4723228" y="209931"/>
                      <a:pt x="4734371" y="213645"/>
                    </a:cubicBezTo>
                    <a:cubicBezTo>
                      <a:pt x="4748924" y="218496"/>
                      <a:pt x="4762278" y="226784"/>
                      <a:pt x="4777100" y="230737"/>
                    </a:cubicBezTo>
                    <a:cubicBezTo>
                      <a:pt x="4805169" y="238222"/>
                      <a:pt x="4834071" y="242132"/>
                      <a:pt x="4862557" y="247829"/>
                    </a:cubicBezTo>
                    <a:lnTo>
                      <a:pt x="4905286" y="256374"/>
                    </a:lnTo>
                    <a:cubicBezTo>
                      <a:pt x="4919529" y="262071"/>
                      <a:pt x="4933193" y="269513"/>
                      <a:pt x="4948015" y="273466"/>
                    </a:cubicBezTo>
                    <a:cubicBezTo>
                      <a:pt x="4976084" y="280951"/>
                      <a:pt x="5004987" y="284861"/>
                      <a:pt x="5033473" y="290558"/>
                    </a:cubicBezTo>
                    <a:cubicBezTo>
                      <a:pt x="5101484" y="304160"/>
                      <a:pt x="5061787" y="297501"/>
                      <a:pt x="5153114" y="307649"/>
                    </a:cubicBezTo>
                    <a:cubicBezTo>
                      <a:pt x="5295544" y="304800"/>
                      <a:pt x="5438142" y="306590"/>
                      <a:pt x="5580404" y="299103"/>
                    </a:cubicBezTo>
                    <a:cubicBezTo>
                      <a:pt x="5601114" y="298013"/>
                      <a:pt x="5620187" y="287355"/>
                      <a:pt x="5640225" y="282012"/>
                    </a:cubicBezTo>
                    <a:cubicBezTo>
                      <a:pt x="5662922" y="275960"/>
                      <a:pt x="5685802" y="270617"/>
                      <a:pt x="5708591" y="264920"/>
                    </a:cubicBezTo>
                    <a:cubicBezTo>
                      <a:pt x="5708617" y="264913"/>
                      <a:pt x="5776930" y="247834"/>
                      <a:pt x="5776957" y="247829"/>
                    </a:cubicBezTo>
                    <a:cubicBezTo>
                      <a:pt x="5861581" y="230904"/>
                      <a:pt x="5785707" y="244390"/>
                      <a:pt x="5922236" y="230737"/>
                    </a:cubicBezTo>
                    <a:cubicBezTo>
                      <a:pt x="5945088" y="228452"/>
                      <a:pt x="5967813" y="225040"/>
                      <a:pt x="5990602" y="222191"/>
                    </a:cubicBezTo>
                    <a:cubicBezTo>
                      <a:pt x="6034212" y="207654"/>
                      <a:pt x="6001141" y="222925"/>
                      <a:pt x="6041877" y="188008"/>
                    </a:cubicBezTo>
                    <a:cubicBezTo>
                      <a:pt x="6052691" y="178739"/>
                      <a:pt x="6065246" y="171640"/>
                      <a:pt x="6076060" y="162371"/>
                    </a:cubicBezTo>
                    <a:cubicBezTo>
                      <a:pt x="6085236" y="154506"/>
                      <a:pt x="6091642" y="143437"/>
                      <a:pt x="6101698" y="136733"/>
                    </a:cubicBezTo>
                    <a:cubicBezTo>
                      <a:pt x="6109056" y="131827"/>
                      <a:pt x="6156956" y="120782"/>
                      <a:pt x="6161518" y="119642"/>
                    </a:cubicBezTo>
                    <a:cubicBezTo>
                      <a:pt x="6224443" y="124885"/>
                      <a:pt x="6253341" y="123369"/>
                      <a:pt x="6306797" y="136733"/>
                    </a:cubicBezTo>
                    <a:cubicBezTo>
                      <a:pt x="6315536" y="138918"/>
                      <a:pt x="6323695" y="143094"/>
                      <a:pt x="6332434" y="145279"/>
                    </a:cubicBezTo>
                    <a:cubicBezTo>
                      <a:pt x="6381241" y="157481"/>
                      <a:pt x="6365470" y="149208"/>
                      <a:pt x="6409346" y="162371"/>
                    </a:cubicBezTo>
                    <a:cubicBezTo>
                      <a:pt x="6426602" y="167548"/>
                      <a:pt x="6442850" y="176500"/>
                      <a:pt x="6460621" y="179462"/>
                    </a:cubicBezTo>
                    <a:cubicBezTo>
                      <a:pt x="6477713" y="182311"/>
                      <a:pt x="6494953" y="184377"/>
                      <a:pt x="6511896" y="188008"/>
                    </a:cubicBezTo>
                    <a:cubicBezTo>
                      <a:pt x="6584062" y="203472"/>
                      <a:pt x="6566689" y="205539"/>
                      <a:pt x="6631537" y="213645"/>
                    </a:cubicBezTo>
                    <a:cubicBezTo>
                      <a:pt x="6659944" y="217196"/>
                      <a:pt x="6688618" y="218407"/>
                      <a:pt x="6716995" y="222191"/>
                    </a:cubicBezTo>
                    <a:cubicBezTo>
                      <a:pt x="6731393" y="224111"/>
                      <a:pt x="6745242" y="229623"/>
                      <a:pt x="6759724" y="230737"/>
                    </a:cubicBezTo>
                    <a:cubicBezTo>
                      <a:pt x="6827733" y="235969"/>
                      <a:pt x="7121369" y="246031"/>
                      <a:pt x="7169922" y="247829"/>
                    </a:cubicBezTo>
                    <a:cubicBezTo>
                      <a:pt x="7175619" y="256375"/>
                      <a:pt x="7176883" y="271778"/>
                      <a:pt x="7187014" y="273466"/>
                    </a:cubicBezTo>
                    <a:cubicBezTo>
                      <a:pt x="7234196" y="281329"/>
                      <a:pt x="7266049" y="274545"/>
                      <a:pt x="7298109" y="247829"/>
                    </a:cubicBezTo>
                    <a:cubicBezTo>
                      <a:pt x="7307393" y="240092"/>
                      <a:pt x="7315939" y="231417"/>
                      <a:pt x="7323746" y="222191"/>
                    </a:cubicBezTo>
                    <a:cubicBezTo>
                      <a:pt x="7366251" y="171957"/>
                      <a:pt x="7383796" y="147822"/>
                      <a:pt x="7417750" y="102550"/>
                    </a:cubicBezTo>
                    <a:cubicBezTo>
                      <a:pt x="7417752" y="102547"/>
                      <a:pt x="7469022" y="34186"/>
                      <a:pt x="7469025" y="34184"/>
                    </a:cubicBezTo>
                    <a:cubicBezTo>
                      <a:pt x="7505262" y="10025"/>
                      <a:pt x="7485476" y="21685"/>
                      <a:pt x="7528845" y="0"/>
                    </a:cubicBezTo>
                    <a:cubicBezTo>
                      <a:pt x="7561084" y="10746"/>
                      <a:pt x="7576372" y="13344"/>
                      <a:pt x="7605757" y="42729"/>
                    </a:cubicBezTo>
                    <a:cubicBezTo>
                      <a:pt x="7614303" y="51275"/>
                      <a:pt x="7622110" y="60630"/>
                      <a:pt x="7631395" y="68367"/>
                    </a:cubicBezTo>
                    <a:cubicBezTo>
                      <a:pt x="7639285" y="74942"/>
                      <a:pt x="7649142" y="78883"/>
                      <a:pt x="7657032" y="85458"/>
                    </a:cubicBezTo>
                    <a:cubicBezTo>
                      <a:pt x="7666317" y="93195"/>
                      <a:pt x="7673494" y="103231"/>
                      <a:pt x="7682670" y="111096"/>
                    </a:cubicBezTo>
                    <a:cubicBezTo>
                      <a:pt x="7693484" y="120365"/>
                      <a:pt x="7706039" y="127464"/>
                      <a:pt x="7716853" y="136733"/>
                    </a:cubicBezTo>
                    <a:cubicBezTo>
                      <a:pt x="7726029" y="144598"/>
                      <a:pt x="7733206" y="154634"/>
                      <a:pt x="7742490" y="162371"/>
                    </a:cubicBezTo>
                    <a:cubicBezTo>
                      <a:pt x="7771616" y="186643"/>
                      <a:pt x="7771509" y="174297"/>
                      <a:pt x="7802311" y="205100"/>
                    </a:cubicBezTo>
                    <a:cubicBezTo>
                      <a:pt x="7812382" y="215171"/>
                      <a:pt x="7817877" y="229212"/>
                      <a:pt x="7827948" y="239283"/>
                    </a:cubicBezTo>
                    <a:cubicBezTo>
                      <a:pt x="7835210" y="246545"/>
                      <a:pt x="7845787" y="249690"/>
                      <a:pt x="7853585" y="256374"/>
                    </a:cubicBezTo>
                    <a:cubicBezTo>
                      <a:pt x="7865820" y="266861"/>
                      <a:pt x="7874104" y="282017"/>
                      <a:pt x="7887769" y="290558"/>
                    </a:cubicBezTo>
                    <a:cubicBezTo>
                      <a:pt x="7897729" y="296783"/>
                      <a:pt x="7910810" y="295389"/>
                      <a:pt x="7921952" y="299103"/>
                    </a:cubicBezTo>
                    <a:cubicBezTo>
                      <a:pt x="7936505" y="303954"/>
                      <a:pt x="7950438" y="310498"/>
                      <a:pt x="7964681" y="316195"/>
                    </a:cubicBezTo>
                    <a:cubicBezTo>
                      <a:pt x="8037729" y="310576"/>
                      <a:pt x="8055478" y="315447"/>
                      <a:pt x="8109959" y="299103"/>
                    </a:cubicBezTo>
                    <a:cubicBezTo>
                      <a:pt x="8127215" y="293926"/>
                      <a:pt x="8161234" y="282012"/>
                      <a:pt x="8161234" y="282012"/>
                    </a:cubicBezTo>
                    <a:cubicBezTo>
                      <a:pt x="8215357" y="284861"/>
                      <a:pt x="8269406" y="290558"/>
                      <a:pt x="8323604" y="290558"/>
                    </a:cubicBezTo>
                    <a:cubicBezTo>
                      <a:pt x="8377802" y="290558"/>
                      <a:pt x="8431798" y="283560"/>
                      <a:pt x="8485974" y="282012"/>
                    </a:cubicBezTo>
                    <a:cubicBezTo>
                      <a:pt x="8531533" y="280710"/>
                      <a:pt x="8577129" y="282012"/>
                      <a:pt x="8622707" y="282012"/>
                    </a:cubicBezTo>
                    <a:cubicBezTo>
                      <a:pt x="8646920" y="283436"/>
                      <a:pt x="8638019" y="1211723"/>
                      <a:pt x="8639799" y="1213503"/>
                    </a:cubicBezTo>
                    <a:cubicBezTo>
                      <a:pt x="7949014" y="1220624"/>
                      <a:pt x="10327" y="1217065"/>
                      <a:pt x="8547" y="1213504"/>
                    </a:cubicBezTo>
                    <a:cubicBezTo>
                      <a:pt x="8548" y="799032"/>
                      <a:pt x="4986" y="227532"/>
                      <a:pt x="8547" y="222190"/>
                    </a:cubicBezTo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6000">
                    <a:srgbClr val="D4D4D4">
                      <a:alpha val="59000"/>
                    </a:srgbClr>
                  </a:gs>
                  <a:gs pos="100000">
                    <a:schemeClr val="bg1">
                      <a:lumMod val="50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EBEA98-9A96-8A94-4432-0B9948841F4A}"/>
                </a:ext>
              </a:extLst>
            </p:cNvPr>
            <p:cNvSpPr txBox="1"/>
            <p:nvPr/>
          </p:nvSpPr>
          <p:spPr>
            <a:xfrm>
              <a:off x="125329" y="3507496"/>
              <a:ext cx="21957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Bentoniet</a:t>
              </a:r>
              <a:r>
                <a:rPr lang="en-US" dirty="0"/>
                <a:t> </a:t>
              </a:r>
              <a:r>
                <a:rPr lang="en-US" dirty="0" err="1"/>
                <a:t>injecteren</a:t>
              </a:r>
              <a:endParaRPr lang="en-US" dirty="0"/>
            </a:p>
            <a:p>
              <a:r>
                <a:rPr lang="en-US" dirty="0"/>
                <a:t> </a:t>
              </a:r>
              <a:r>
                <a:rPr lang="en-US" dirty="0" err="1"/>
                <a:t>onder</a:t>
              </a:r>
              <a:r>
                <a:rPr lang="en-US" dirty="0"/>
                <a:t> het </a:t>
              </a:r>
              <a:r>
                <a:rPr lang="en-US" dirty="0" err="1"/>
                <a:t>slib</a:t>
              </a:r>
              <a:r>
                <a:rPr lang="en-US" dirty="0"/>
                <a:t> ??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6355074-594C-AF9B-9117-6A7E79F37330}"/>
                </a:ext>
              </a:extLst>
            </p:cNvPr>
            <p:cNvSpPr txBox="1"/>
            <p:nvPr/>
          </p:nvSpPr>
          <p:spPr>
            <a:xfrm>
              <a:off x="4757097" y="3459605"/>
              <a:ext cx="362067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Bentoniet</a:t>
              </a:r>
              <a:r>
                <a:rPr lang="en-US" dirty="0"/>
                <a:t> </a:t>
              </a:r>
              <a:r>
                <a:rPr lang="en-US" dirty="0" err="1"/>
                <a:t>injecteren</a:t>
              </a:r>
              <a:r>
                <a:rPr lang="en-US" dirty="0"/>
                <a:t> op </a:t>
              </a:r>
              <a:r>
                <a:rPr lang="en-US" dirty="0" err="1"/>
                <a:t>decmeters</a:t>
              </a:r>
              <a:endParaRPr lang="en-US" dirty="0"/>
            </a:p>
            <a:p>
              <a:r>
                <a:rPr lang="en-US" dirty="0" err="1"/>
                <a:t>onder</a:t>
              </a:r>
              <a:r>
                <a:rPr lang="en-US" dirty="0"/>
                <a:t> de </a:t>
              </a:r>
              <a:r>
                <a:rPr lang="en-US" dirty="0" err="1"/>
                <a:t>zandbodem</a:t>
              </a:r>
              <a:endParaRPr lang="en-US" dirty="0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7BBE8AC-23FD-ACB7-B76C-2B484A4CE3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2219" y="3429000"/>
              <a:ext cx="1255661" cy="19422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79A95B2-8D6C-AB3E-62AB-E6FC64F786CB}"/>
                </a:ext>
              </a:extLst>
            </p:cNvPr>
            <p:cNvGrpSpPr/>
            <p:nvPr/>
          </p:nvGrpSpPr>
          <p:grpSpPr>
            <a:xfrm>
              <a:off x="179389" y="3396343"/>
              <a:ext cx="3543525" cy="2007519"/>
              <a:chOff x="179389" y="3396343"/>
              <a:chExt cx="3543525" cy="2007519"/>
            </a:xfrm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666D5A4-398E-C0D3-4B92-84F9AFAE5527}"/>
                  </a:ext>
                </a:extLst>
              </p:cNvPr>
              <p:cNvSpPr/>
              <p:nvPr/>
            </p:nvSpPr>
            <p:spPr>
              <a:xfrm flipH="1" flipV="1">
                <a:off x="179389" y="4996345"/>
                <a:ext cx="2272829" cy="407517"/>
              </a:xfrm>
              <a:custGeom>
                <a:avLst/>
                <a:gdLst>
                  <a:gd name="csX0" fmla="*/ 1615859 w 1658588"/>
                  <a:gd name="csY0" fmla="*/ 42729 h 376015"/>
                  <a:gd name="csX1" fmla="*/ 1573130 w 1658588"/>
                  <a:gd name="csY1" fmla="*/ 51275 h 376015"/>
                  <a:gd name="csX2" fmla="*/ 1256936 w 1658588"/>
                  <a:gd name="csY2" fmla="*/ 34183 h 376015"/>
                  <a:gd name="csX3" fmla="*/ 1231298 w 1658588"/>
                  <a:gd name="csY3" fmla="*/ 17092 h 376015"/>
                  <a:gd name="csX4" fmla="*/ 1162932 w 1658588"/>
                  <a:gd name="csY4" fmla="*/ 0 h 376015"/>
                  <a:gd name="csX5" fmla="*/ 1111657 w 1658588"/>
                  <a:gd name="csY5" fmla="*/ 8546 h 376015"/>
                  <a:gd name="csX6" fmla="*/ 1086020 w 1658588"/>
                  <a:gd name="csY6" fmla="*/ 34183 h 376015"/>
                  <a:gd name="csX7" fmla="*/ 1060382 w 1658588"/>
                  <a:gd name="csY7" fmla="*/ 51275 h 376015"/>
                  <a:gd name="csX8" fmla="*/ 872375 w 1658588"/>
                  <a:gd name="csY8" fmla="*/ 42729 h 376015"/>
                  <a:gd name="csX9" fmla="*/ 812554 w 1658588"/>
                  <a:gd name="csY9" fmla="*/ 25637 h 376015"/>
                  <a:gd name="csX10" fmla="*/ 539089 w 1658588"/>
                  <a:gd name="csY10" fmla="*/ 34183 h 376015"/>
                  <a:gd name="csX11" fmla="*/ 521997 w 1658588"/>
                  <a:gd name="csY11" fmla="*/ 59821 h 376015"/>
                  <a:gd name="csX12" fmla="*/ 496360 w 1658588"/>
                  <a:gd name="csY12" fmla="*/ 76912 h 376015"/>
                  <a:gd name="csX13" fmla="*/ 410902 w 1658588"/>
                  <a:gd name="csY13" fmla="*/ 59821 h 376015"/>
                  <a:gd name="csX14" fmla="*/ 359627 w 1658588"/>
                  <a:gd name="csY14" fmla="*/ 25637 h 376015"/>
                  <a:gd name="csX15" fmla="*/ 333990 w 1658588"/>
                  <a:gd name="csY15" fmla="*/ 8546 h 376015"/>
                  <a:gd name="csX16" fmla="*/ 214349 w 1658588"/>
                  <a:gd name="csY16" fmla="*/ 34183 h 376015"/>
                  <a:gd name="csX17" fmla="*/ 188711 w 1658588"/>
                  <a:gd name="csY17" fmla="*/ 42729 h 376015"/>
                  <a:gd name="csX18" fmla="*/ 86162 w 1658588"/>
                  <a:gd name="csY18" fmla="*/ 34183 h 376015"/>
                  <a:gd name="csX19" fmla="*/ 60524 w 1658588"/>
                  <a:gd name="csY19" fmla="*/ 25637 h 376015"/>
                  <a:gd name="csX20" fmla="*/ 26341 w 1658588"/>
                  <a:gd name="csY20" fmla="*/ 17092 h 376015"/>
                  <a:gd name="csX21" fmla="*/ 704 w 1658588"/>
                  <a:gd name="csY21" fmla="*/ 34183 h 376015"/>
                  <a:gd name="csX22" fmla="*/ 9250 w 1658588"/>
                  <a:gd name="csY22" fmla="*/ 59821 h 376015"/>
                  <a:gd name="csX23" fmla="*/ 34887 w 1658588"/>
                  <a:gd name="csY23" fmla="*/ 179462 h 376015"/>
                  <a:gd name="csX24" fmla="*/ 43433 w 1658588"/>
                  <a:gd name="csY24" fmla="*/ 205099 h 376015"/>
                  <a:gd name="csX25" fmla="*/ 94708 w 1658588"/>
                  <a:gd name="csY25" fmla="*/ 222191 h 376015"/>
                  <a:gd name="csX26" fmla="*/ 145982 w 1658588"/>
                  <a:gd name="csY26" fmla="*/ 239282 h 376015"/>
                  <a:gd name="csX27" fmla="*/ 171620 w 1658588"/>
                  <a:gd name="csY27" fmla="*/ 247828 h 376015"/>
                  <a:gd name="csX28" fmla="*/ 222894 w 1658588"/>
                  <a:gd name="csY28" fmla="*/ 256374 h 376015"/>
                  <a:gd name="csX29" fmla="*/ 265623 w 1658588"/>
                  <a:gd name="csY29" fmla="*/ 264920 h 376015"/>
                  <a:gd name="csX30" fmla="*/ 316898 w 1658588"/>
                  <a:gd name="csY30" fmla="*/ 282011 h 376015"/>
                  <a:gd name="csX31" fmla="*/ 368173 w 1658588"/>
                  <a:gd name="csY31" fmla="*/ 316195 h 376015"/>
                  <a:gd name="csX32" fmla="*/ 410902 w 1658588"/>
                  <a:gd name="csY32" fmla="*/ 350378 h 376015"/>
                  <a:gd name="csX33" fmla="*/ 470722 w 1658588"/>
                  <a:gd name="csY33" fmla="*/ 376015 h 376015"/>
                  <a:gd name="csX34" fmla="*/ 547635 w 1658588"/>
                  <a:gd name="csY34" fmla="*/ 367469 h 376015"/>
                  <a:gd name="csX35" fmla="*/ 641638 w 1658588"/>
                  <a:gd name="csY35" fmla="*/ 358923 h 376015"/>
                  <a:gd name="csX36" fmla="*/ 692913 w 1658588"/>
                  <a:gd name="csY36" fmla="*/ 341832 h 376015"/>
                  <a:gd name="csX37" fmla="*/ 761279 w 1658588"/>
                  <a:gd name="csY37" fmla="*/ 299103 h 376015"/>
                  <a:gd name="csX38" fmla="*/ 949287 w 1658588"/>
                  <a:gd name="csY38" fmla="*/ 307649 h 376015"/>
                  <a:gd name="csX39" fmla="*/ 1009108 w 1658588"/>
                  <a:gd name="csY39" fmla="*/ 324740 h 376015"/>
                  <a:gd name="csX40" fmla="*/ 1043291 w 1658588"/>
                  <a:gd name="csY40" fmla="*/ 341832 h 376015"/>
                  <a:gd name="csX41" fmla="*/ 1120203 w 1658588"/>
                  <a:gd name="csY41" fmla="*/ 367469 h 376015"/>
                  <a:gd name="csX42" fmla="*/ 1265481 w 1658588"/>
                  <a:gd name="csY42" fmla="*/ 350378 h 376015"/>
                  <a:gd name="csX43" fmla="*/ 1299665 w 1658588"/>
                  <a:gd name="csY43" fmla="*/ 333286 h 376015"/>
                  <a:gd name="csX44" fmla="*/ 1350939 w 1658588"/>
                  <a:gd name="csY44" fmla="*/ 299103 h 376015"/>
                  <a:gd name="csX45" fmla="*/ 1538947 w 1658588"/>
                  <a:gd name="csY45" fmla="*/ 299103 h 376015"/>
                  <a:gd name="csX46" fmla="*/ 1607313 w 1658588"/>
                  <a:gd name="csY46" fmla="*/ 282011 h 376015"/>
                  <a:gd name="csX47" fmla="*/ 1658588 w 1658588"/>
                  <a:gd name="csY47" fmla="*/ 264920 h 376015"/>
                  <a:gd name="csX48" fmla="*/ 1632951 w 1658588"/>
                  <a:gd name="csY48" fmla="*/ 256374 h 376015"/>
                  <a:gd name="csX49" fmla="*/ 1607313 w 1658588"/>
                  <a:gd name="csY49" fmla="*/ 264920 h 376015"/>
                  <a:gd name="csX0" fmla="*/ 1634460 w 1677189"/>
                  <a:gd name="csY0" fmla="*/ 42729 h 376015"/>
                  <a:gd name="csX1" fmla="*/ 1591731 w 1677189"/>
                  <a:gd name="csY1" fmla="*/ 51275 h 376015"/>
                  <a:gd name="csX2" fmla="*/ 1275537 w 1677189"/>
                  <a:gd name="csY2" fmla="*/ 34183 h 376015"/>
                  <a:gd name="csX3" fmla="*/ 1249899 w 1677189"/>
                  <a:gd name="csY3" fmla="*/ 17092 h 376015"/>
                  <a:gd name="csX4" fmla="*/ 1181533 w 1677189"/>
                  <a:gd name="csY4" fmla="*/ 0 h 376015"/>
                  <a:gd name="csX5" fmla="*/ 1130258 w 1677189"/>
                  <a:gd name="csY5" fmla="*/ 8546 h 376015"/>
                  <a:gd name="csX6" fmla="*/ 1104621 w 1677189"/>
                  <a:gd name="csY6" fmla="*/ 34183 h 376015"/>
                  <a:gd name="csX7" fmla="*/ 1078983 w 1677189"/>
                  <a:gd name="csY7" fmla="*/ 51275 h 376015"/>
                  <a:gd name="csX8" fmla="*/ 890976 w 1677189"/>
                  <a:gd name="csY8" fmla="*/ 42729 h 376015"/>
                  <a:gd name="csX9" fmla="*/ 831155 w 1677189"/>
                  <a:gd name="csY9" fmla="*/ 25637 h 376015"/>
                  <a:gd name="csX10" fmla="*/ 557690 w 1677189"/>
                  <a:gd name="csY10" fmla="*/ 34183 h 376015"/>
                  <a:gd name="csX11" fmla="*/ 540598 w 1677189"/>
                  <a:gd name="csY11" fmla="*/ 59821 h 376015"/>
                  <a:gd name="csX12" fmla="*/ 514961 w 1677189"/>
                  <a:gd name="csY12" fmla="*/ 76912 h 376015"/>
                  <a:gd name="csX13" fmla="*/ 429503 w 1677189"/>
                  <a:gd name="csY13" fmla="*/ 59821 h 376015"/>
                  <a:gd name="csX14" fmla="*/ 378228 w 1677189"/>
                  <a:gd name="csY14" fmla="*/ 25637 h 376015"/>
                  <a:gd name="csX15" fmla="*/ 352591 w 1677189"/>
                  <a:gd name="csY15" fmla="*/ 8546 h 376015"/>
                  <a:gd name="csX16" fmla="*/ 232950 w 1677189"/>
                  <a:gd name="csY16" fmla="*/ 34183 h 376015"/>
                  <a:gd name="csX17" fmla="*/ 207312 w 1677189"/>
                  <a:gd name="csY17" fmla="*/ 42729 h 376015"/>
                  <a:gd name="csX18" fmla="*/ 104763 w 1677189"/>
                  <a:gd name="csY18" fmla="*/ 34183 h 376015"/>
                  <a:gd name="csX19" fmla="*/ 79125 w 1677189"/>
                  <a:gd name="csY19" fmla="*/ 25637 h 376015"/>
                  <a:gd name="csX20" fmla="*/ 44942 w 1677189"/>
                  <a:gd name="csY20" fmla="*/ 17092 h 376015"/>
                  <a:gd name="csX21" fmla="*/ 19305 w 1677189"/>
                  <a:gd name="csY21" fmla="*/ 34183 h 376015"/>
                  <a:gd name="csX22" fmla="*/ 27851 w 1677189"/>
                  <a:gd name="csY22" fmla="*/ 59821 h 376015"/>
                  <a:gd name="csX23" fmla="*/ 9372 w 1677189"/>
                  <a:gd name="csY23" fmla="*/ 195505 h 376015"/>
                  <a:gd name="csX24" fmla="*/ 62034 w 1677189"/>
                  <a:gd name="csY24" fmla="*/ 205099 h 376015"/>
                  <a:gd name="csX25" fmla="*/ 113309 w 1677189"/>
                  <a:gd name="csY25" fmla="*/ 222191 h 376015"/>
                  <a:gd name="csX26" fmla="*/ 164583 w 1677189"/>
                  <a:gd name="csY26" fmla="*/ 239282 h 376015"/>
                  <a:gd name="csX27" fmla="*/ 190221 w 1677189"/>
                  <a:gd name="csY27" fmla="*/ 247828 h 376015"/>
                  <a:gd name="csX28" fmla="*/ 241495 w 1677189"/>
                  <a:gd name="csY28" fmla="*/ 256374 h 376015"/>
                  <a:gd name="csX29" fmla="*/ 284224 w 1677189"/>
                  <a:gd name="csY29" fmla="*/ 264920 h 376015"/>
                  <a:gd name="csX30" fmla="*/ 335499 w 1677189"/>
                  <a:gd name="csY30" fmla="*/ 282011 h 376015"/>
                  <a:gd name="csX31" fmla="*/ 386774 w 1677189"/>
                  <a:gd name="csY31" fmla="*/ 316195 h 376015"/>
                  <a:gd name="csX32" fmla="*/ 429503 w 1677189"/>
                  <a:gd name="csY32" fmla="*/ 350378 h 376015"/>
                  <a:gd name="csX33" fmla="*/ 489323 w 1677189"/>
                  <a:gd name="csY33" fmla="*/ 376015 h 376015"/>
                  <a:gd name="csX34" fmla="*/ 566236 w 1677189"/>
                  <a:gd name="csY34" fmla="*/ 367469 h 376015"/>
                  <a:gd name="csX35" fmla="*/ 660239 w 1677189"/>
                  <a:gd name="csY35" fmla="*/ 358923 h 376015"/>
                  <a:gd name="csX36" fmla="*/ 711514 w 1677189"/>
                  <a:gd name="csY36" fmla="*/ 341832 h 376015"/>
                  <a:gd name="csX37" fmla="*/ 779880 w 1677189"/>
                  <a:gd name="csY37" fmla="*/ 299103 h 376015"/>
                  <a:gd name="csX38" fmla="*/ 967888 w 1677189"/>
                  <a:gd name="csY38" fmla="*/ 307649 h 376015"/>
                  <a:gd name="csX39" fmla="*/ 1027709 w 1677189"/>
                  <a:gd name="csY39" fmla="*/ 324740 h 376015"/>
                  <a:gd name="csX40" fmla="*/ 1061892 w 1677189"/>
                  <a:gd name="csY40" fmla="*/ 341832 h 376015"/>
                  <a:gd name="csX41" fmla="*/ 1138804 w 1677189"/>
                  <a:gd name="csY41" fmla="*/ 367469 h 376015"/>
                  <a:gd name="csX42" fmla="*/ 1284082 w 1677189"/>
                  <a:gd name="csY42" fmla="*/ 350378 h 376015"/>
                  <a:gd name="csX43" fmla="*/ 1318266 w 1677189"/>
                  <a:gd name="csY43" fmla="*/ 333286 h 376015"/>
                  <a:gd name="csX44" fmla="*/ 1369540 w 1677189"/>
                  <a:gd name="csY44" fmla="*/ 299103 h 376015"/>
                  <a:gd name="csX45" fmla="*/ 1557548 w 1677189"/>
                  <a:gd name="csY45" fmla="*/ 299103 h 376015"/>
                  <a:gd name="csX46" fmla="*/ 1625914 w 1677189"/>
                  <a:gd name="csY46" fmla="*/ 282011 h 376015"/>
                  <a:gd name="csX47" fmla="*/ 1677189 w 1677189"/>
                  <a:gd name="csY47" fmla="*/ 264920 h 376015"/>
                  <a:gd name="csX48" fmla="*/ 1651552 w 1677189"/>
                  <a:gd name="csY48" fmla="*/ 256374 h 376015"/>
                  <a:gd name="csX49" fmla="*/ 1625914 w 1677189"/>
                  <a:gd name="csY49" fmla="*/ 264920 h 376015"/>
                  <a:gd name="csX0" fmla="*/ 1634460 w 1677189"/>
                  <a:gd name="csY0" fmla="*/ 43591 h 376877"/>
                  <a:gd name="csX1" fmla="*/ 1571678 w 1677189"/>
                  <a:gd name="csY1" fmla="*/ 0 h 376877"/>
                  <a:gd name="csX2" fmla="*/ 1275537 w 1677189"/>
                  <a:gd name="csY2" fmla="*/ 35045 h 376877"/>
                  <a:gd name="csX3" fmla="*/ 1249899 w 1677189"/>
                  <a:gd name="csY3" fmla="*/ 17954 h 376877"/>
                  <a:gd name="csX4" fmla="*/ 1181533 w 1677189"/>
                  <a:gd name="csY4" fmla="*/ 862 h 376877"/>
                  <a:gd name="csX5" fmla="*/ 1130258 w 1677189"/>
                  <a:gd name="csY5" fmla="*/ 9408 h 376877"/>
                  <a:gd name="csX6" fmla="*/ 1104621 w 1677189"/>
                  <a:gd name="csY6" fmla="*/ 35045 h 376877"/>
                  <a:gd name="csX7" fmla="*/ 1078983 w 1677189"/>
                  <a:gd name="csY7" fmla="*/ 52137 h 376877"/>
                  <a:gd name="csX8" fmla="*/ 890976 w 1677189"/>
                  <a:gd name="csY8" fmla="*/ 43591 h 376877"/>
                  <a:gd name="csX9" fmla="*/ 831155 w 1677189"/>
                  <a:gd name="csY9" fmla="*/ 26499 h 376877"/>
                  <a:gd name="csX10" fmla="*/ 557690 w 1677189"/>
                  <a:gd name="csY10" fmla="*/ 35045 h 376877"/>
                  <a:gd name="csX11" fmla="*/ 540598 w 1677189"/>
                  <a:gd name="csY11" fmla="*/ 60683 h 376877"/>
                  <a:gd name="csX12" fmla="*/ 514961 w 1677189"/>
                  <a:gd name="csY12" fmla="*/ 77774 h 376877"/>
                  <a:gd name="csX13" fmla="*/ 429503 w 1677189"/>
                  <a:gd name="csY13" fmla="*/ 60683 h 376877"/>
                  <a:gd name="csX14" fmla="*/ 378228 w 1677189"/>
                  <a:gd name="csY14" fmla="*/ 26499 h 376877"/>
                  <a:gd name="csX15" fmla="*/ 352591 w 1677189"/>
                  <a:gd name="csY15" fmla="*/ 9408 h 376877"/>
                  <a:gd name="csX16" fmla="*/ 232950 w 1677189"/>
                  <a:gd name="csY16" fmla="*/ 35045 h 376877"/>
                  <a:gd name="csX17" fmla="*/ 207312 w 1677189"/>
                  <a:gd name="csY17" fmla="*/ 43591 h 376877"/>
                  <a:gd name="csX18" fmla="*/ 104763 w 1677189"/>
                  <a:gd name="csY18" fmla="*/ 35045 h 376877"/>
                  <a:gd name="csX19" fmla="*/ 79125 w 1677189"/>
                  <a:gd name="csY19" fmla="*/ 26499 h 376877"/>
                  <a:gd name="csX20" fmla="*/ 44942 w 1677189"/>
                  <a:gd name="csY20" fmla="*/ 17954 h 376877"/>
                  <a:gd name="csX21" fmla="*/ 19305 w 1677189"/>
                  <a:gd name="csY21" fmla="*/ 35045 h 376877"/>
                  <a:gd name="csX22" fmla="*/ 27851 w 1677189"/>
                  <a:gd name="csY22" fmla="*/ 60683 h 376877"/>
                  <a:gd name="csX23" fmla="*/ 9372 w 1677189"/>
                  <a:gd name="csY23" fmla="*/ 196367 h 376877"/>
                  <a:gd name="csX24" fmla="*/ 62034 w 1677189"/>
                  <a:gd name="csY24" fmla="*/ 205961 h 376877"/>
                  <a:gd name="csX25" fmla="*/ 113309 w 1677189"/>
                  <a:gd name="csY25" fmla="*/ 223053 h 376877"/>
                  <a:gd name="csX26" fmla="*/ 164583 w 1677189"/>
                  <a:gd name="csY26" fmla="*/ 240144 h 376877"/>
                  <a:gd name="csX27" fmla="*/ 190221 w 1677189"/>
                  <a:gd name="csY27" fmla="*/ 248690 h 376877"/>
                  <a:gd name="csX28" fmla="*/ 241495 w 1677189"/>
                  <a:gd name="csY28" fmla="*/ 257236 h 376877"/>
                  <a:gd name="csX29" fmla="*/ 284224 w 1677189"/>
                  <a:gd name="csY29" fmla="*/ 265782 h 376877"/>
                  <a:gd name="csX30" fmla="*/ 335499 w 1677189"/>
                  <a:gd name="csY30" fmla="*/ 282873 h 376877"/>
                  <a:gd name="csX31" fmla="*/ 386774 w 1677189"/>
                  <a:gd name="csY31" fmla="*/ 317057 h 376877"/>
                  <a:gd name="csX32" fmla="*/ 429503 w 1677189"/>
                  <a:gd name="csY32" fmla="*/ 351240 h 376877"/>
                  <a:gd name="csX33" fmla="*/ 489323 w 1677189"/>
                  <a:gd name="csY33" fmla="*/ 376877 h 376877"/>
                  <a:gd name="csX34" fmla="*/ 566236 w 1677189"/>
                  <a:gd name="csY34" fmla="*/ 368331 h 376877"/>
                  <a:gd name="csX35" fmla="*/ 660239 w 1677189"/>
                  <a:gd name="csY35" fmla="*/ 359785 h 376877"/>
                  <a:gd name="csX36" fmla="*/ 711514 w 1677189"/>
                  <a:gd name="csY36" fmla="*/ 342694 h 376877"/>
                  <a:gd name="csX37" fmla="*/ 779880 w 1677189"/>
                  <a:gd name="csY37" fmla="*/ 299965 h 376877"/>
                  <a:gd name="csX38" fmla="*/ 967888 w 1677189"/>
                  <a:gd name="csY38" fmla="*/ 308511 h 376877"/>
                  <a:gd name="csX39" fmla="*/ 1027709 w 1677189"/>
                  <a:gd name="csY39" fmla="*/ 325602 h 376877"/>
                  <a:gd name="csX40" fmla="*/ 1061892 w 1677189"/>
                  <a:gd name="csY40" fmla="*/ 342694 h 376877"/>
                  <a:gd name="csX41" fmla="*/ 1138804 w 1677189"/>
                  <a:gd name="csY41" fmla="*/ 368331 h 376877"/>
                  <a:gd name="csX42" fmla="*/ 1284082 w 1677189"/>
                  <a:gd name="csY42" fmla="*/ 351240 h 376877"/>
                  <a:gd name="csX43" fmla="*/ 1318266 w 1677189"/>
                  <a:gd name="csY43" fmla="*/ 334148 h 376877"/>
                  <a:gd name="csX44" fmla="*/ 1369540 w 1677189"/>
                  <a:gd name="csY44" fmla="*/ 299965 h 376877"/>
                  <a:gd name="csX45" fmla="*/ 1557548 w 1677189"/>
                  <a:gd name="csY45" fmla="*/ 299965 h 376877"/>
                  <a:gd name="csX46" fmla="*/ 1625914 w 1677189"/>
                  <a:gd name="csY46" fmla="*/ 282873 h 376877"/>
                  <a:gd name="csX47" fmla="*/ 1677189 w 1677189"/>
                  <a:gd name="csY47" fmla="*/ 265782 h 376877"/>
                  <a:gd name="csX48" fmla="*/ 1651552 w 1677189"/>
                  <a:gd name="csY48" fmla="*/ 257236 h 376877"/>
                  <a:gd name="csX49" fmla="*/ 1625914 w 1677189"/>
                  <a:gd name="csY49" fmla="*/ 265782 h 376877"/>
                  <a:gd name="csX0" fmla="*/ 1682586 w 1682586"/>
                  <a:gd name="csY0" fmla="*/ 47649 h 376924"/>
                  <a:gd name="csX1" fmla="*/ 1571678 w 1682586"/>
                  <a:gd name="csY1" fmla="*/ 47 h 376924"/>
                  <a:gd name="csX2" fmla="*/ 1275537 w 1682586"/>
                  <a:gd name="csY2" fmla="*/ 35092 h 376924"/>
                  <a:gd name="csX3" fmla="*/ 1249899 w 1682586"/>
                  <a:gd name="csY3" fmla="*/ 18001 h 376924"/>
                  <a:gd name="csX4" fmla="*/ 1181533 w 1682586"/>
                  <a:gd name="csY4" fmla="*/ 909 h 376924"/>
                  <a:gd name="csX5" fmla="*/ 1130258 w 1682586"/>
                  <a:gd name="csY5" fmla="*/ 9455 h 376924"/>
                  <a:gd name="csX6" fmla="*/ 1104621 w 1682586"/>
                  <a:gd name="csY6" fmla="*/ 35092 h 376924"/>
                  <a:gd name="csX7" fmla="*/ 1078983 w 1682586"/>
                  <a:gd name="csY7" fmla="*/ 52184 h 376924"/>
                  <a:gd name="csX8" fmla="*/ 890976 w 1682586"/>
                  <a:gd name="csY8" fmla="*/ 43638 h 376924"/>
                  <a:gd name="csX9" fmla="*/ 831155 w 1682586"/>
                  <a:gd name="csY9" fmla="*/ 26546 h 376924"/>
                  <a:gd name="csX10" fmla="*/ 557690 w 1682586"/>
                  <a:gd name="csY10" fmla="*/ 35092 h 376924"/>
                  <a:gd name="csX11" fmla="*/ 540598 w 1682586"/>
                  <a:gd name="csY11" fmla="*/ 60730 h 376924"/>
                  <a:gd name="csX12" fmla="*/ 514961 w 1682586"/>
                  <a:gd name="csY12" fmla="*/ 77821 h 376924"/>
                  <a:gd name="csX13" fmla="*/ 429503 w 1682586"/>
                  <a:gd name="csY13" fmla="*/ 60730 h 376924"/>
                  <a:gd name="csX14" fmla="*/ 378228 w 1682586"/>
                  <a:gd name="csY14" fmla="*/ 26546 h 376924"/>
                  <a:gd name="csX15" fmla="*/ 352591 w 1682586"/>
                  <a:gd name="csY15" fmla="*/ 9455 h 376924"/>
                  <a:gd name="csX16" fmla="*/ 232950 w 1682586"/>
                  <a:gd name="csY16" fmla="*/ 35092 h 376924"/>
                  <a:gd name="csX17" fmla="*/ 207312 w 1682586"/>
                  <a:gd name="csY17" fmla="*/ 43638 h 376924"/>
                  <a:gd name="csX18" fmla="*/ 104763 w 1682586"/>
                  <a:gd name="csY18" fmla="*/ 35092 h 376924"/>
                  <a:gd name="csX19" fmla="*/ 79125 w 1682586"/>
                  <a:gd name="csY19" fmla="*/ 26546 h 376924"/>
                  <a:gd name="csX20" fmla="*/ 44942 w 1682586"/>
                  <a:gd name="csY20" fmla="*/ 18001 h 376924"/>
                  <a:gd name="csX21" fmla="*/ 19305 w 1682586"/>
                  <a:gd name="csY21" fmla="*/ 35092 h 376924"/>
                  <a:gd name="csX22" fmla="*/ 27851 w 1682586"/>
                  <a:gd name="csY22" fmla="*/ 60730 h 376924"/>
                  <a:gd name="csX23" fmla="*/ 9372 w 1682586"/>
                  <a:gd name="csY23" fmla="*/ 196414 h 376924"/>
                  <a:gd name="csX24" fmla="*/ 62034 w 1682586"/>
                  <a:gd name="csY24" fmla="*/ 206008 h 376924"/>
                  <a:gd name="csX25" fmla="*/ 113309 w 1682586"/>
                  <a:gd name="csY25" fmla="*/ 223100 h 376924"/>
                  <a:gd name="csX26" fmla="*/ 164583 w 1682586"/>
                  <a:gd name="csY26" fmla="*/ 240191 h 376924"/>
                  <a:gd name="csX27" fmla="*/ 190221 w 1682586"/>
                  <a:gd name="csY27" fmla="*/ 248737 h 376924"/>
                  <a:gd name="csX28" fmla="*/ 241495 w 1682586"/>
                  <a:gd name="csY28" fmla="*/ 257283 h 376924"/>
                  <a:gd name="csX29" fmla="*/ 284224 w 1682586"/>
                  <a:gd name="csY29" fmla="*/ 265829 h 376924"/>
                  <a:gd name="csX30" fmla="*/ 335499 w 1682586"/>
                  <a:gd name="csY30" fmla="*/ 282920 h 376924"/>
                  <a:gd name="csX31" fmla="*/ 386774 w 1682586"/>
                  <a:gd name="csY31" fmla="*/ 317104 h 376924"/>
                  <a:gd name="csX32" fmla="*/ 429503 w 1682586"/>
                  <a:gd name="csY32" fmla="*/ 351287 h 376924"/>
                  <a:gd name="csX33" fmla="*/ 489323 w 1682586"/>
                  <a:gd name="csY33" fmla="*/ 376924 h 376924"/>
                  <a:gd name="csX34" fmla="*/ 566236 w 1682586"/>
                  <a:gd name="csY34" fmla="*/ 368378 h 376924"/>
                  <a:gd name="csX35" fmla="*/ 660239 w 1682586"/>
                  <a:gd name="csY35" fmla="*/ 359832 h 376924"/>
                  <a:gd name="csX36" fmla="*/ 711514 w 1682586"/>
                  <a:gd name="csY36" fmla="*/ 342741 h 376924"/>
                  <a:gd name="csX37" fmla="*/ 779880 w 1682586"/>
                  <a:gd name="csY37" fmla="*/ 300012 h 376924"/>
                  <a:gd name="csX38" fmla="*/ 967888 w 1682586"/>
                  <a:gd name="csY38" fmla="*/ 308558 h 376924"/>
                  <a:gd name="csX39" fmla="*/ 1027709 w 1682586"/>
                  <a:gd name="csY39" fmla="*/ 325649 h 376924"/>
                  <a:gd name="csX40" fmla="*/ 1061892 w 1682586"/>
                  <a:gd name="csY40" fmla="*/ 342741 h 376924"/>
                  <a:gd name="csX41" fmla="*/ 1138804 w 1682586"/>
                  <a:gd name="csY41" fmla="*/ 368378 h 376924"/>
                  <a:gd name="csX42" fmla="*/ 1284082 w 1682586"/>
                  <a:gd name="csY42" fmla="*/ 351287 h 376924"/>
                  <a:gd name="csX43" fmla="*/ 1318266 w 1682586"/>
                  <a:gd name="csY43" fmla="*/ 334195 h 376924"/>
                  <a:gd name="csX44" fmla="*/ 1369540 w 1682586"/>
                  <a:gd name="csY44" fmla="*/ 300012 h 376924"/>
                  <a:gd name="csX45" fmla="*/ 1557548 w 1682586"/>
                  <a:gd name="csY45" fmla="*/ 300012 h 376924"/>
                  <a:gd name="csX46" fmla="*/ 1625914 w 1682586"/>
                  <a:gd name="csY46" fmla="*/ 282920 h 376924"/>
                  <a:gd name="csX47" fmla="*/ 1677189 w 1682586"/>
                  <a:gd name="csY47" fmla="*/ 265829 h 376924"/>
                  <a:gd name="csX48" fmla="*/ 1651552 w 1682586"/>
                  <a:gd name="csY48" fmla="*/ 257283 h 376924"/>
                  <a:gd name="csX49" fmla="*/ 1625914 w 1682586"/>
                  <a:gd name="csY49" fmla="*/ 265829 h 376924"/>
                  <a:gd name="csX0" fmla="*/ 1682586 w 1682586"/>
                  <a:gd name="csY0" fmla="*/ 47649 h 376924"/>
                  <a:gd name="csX1" fmla="*/ 1571678 w 1682586"/>
                  <a:gd name="csY1" fmla="*/ 47 h 376924"/>
                  <a:gd name="csX2" fmla="*/ 1275537 w 1682586"/>
                  <a:gd name="csY2" fmla="*/ 35092 h 376924"/>
                  <a:gd name="csX3" fmla="*/ 1249899 w 1682586"/>
                  <a:gd name="csY3" fmla="*/ 18001 h 376924"/>
                  <a:gd name="csX4" fmla="*/ 1181533 w 1682586"/>
                  <a:gd name="csY4" fmla="*/ 909 h 376924"/>
                  <a:gd name="csX5" fmla="*/ 1130258 w 1682586"/>
                  <a:gd name="csY5" fmla="*/ 9455 h 376924"/>
                  <a:gd name="csX6" fmla="*/ 1104621 w 1682586"/>
                  <a:gd name="csY6" fmla="*/ 35092 h 376924"/>
                  <a:gd name="csX7" fmla="*/ 1078983 w 1682586"/>
                  <a:gd name="csY7" fmla="*/ 52184 h 376924"/>
                  <a:gd name="csX8" fmla="*/ 890976 w 1682586"/>
                  <a:gd name="csY8" fmla="*/ 43638 h 376924"/>
                  <a:gd name="csX9" fmla="*/ 831155 w 1682586"/>
                  <a:gd name="csY9" fmla="*/ 26546 h 376924"/>
                  <a:gd name="csX10" fmla="*/ 557690 w 1682586"/>
                  <a:gd name="csY10" fmla="*/ 35092 h 376924"/>
                  <a:gd name="csX11" fmla="*/ 540598 w 1682586"/>
                  <a:gd name="csY11" fmla="*/ 60730 h 376924"/>
                  <a:gd name="csX12" fmla="*/ 514961 w 1682586"/>
                  <a:gd name="csY12" fmla="*/ 77821 h 376924"/>
                  <a:gd name="csX13" fmla="*/ 429503 w 1682586"/>
                  <a:gd name="csY13" fmla="*/ 60730 h 376924"/>
                  <a:gd name="csX14" fmla="*/ 378228 w 1682586"/>
                  <a:gd name="csY14" fmla="*/ 26546 h 376924"/>
                  <a:gd name="csX15" fmla="*/ 352591 w 1682586"/>
                  <a:gd name="csY15" fmla="*/ 9455 h 376924"/>
                  <a:gd name="csX16" fmla="*/ 232950 w 1682586"/>
                  <a:gd name="csY16" fmla="*/ 35092 h 376924"/>
                  <a:gd name="csX17" fmla="*/ 207312 w 1682586"/>
                  <a:gd name="csY17" fmla="*/ 43638 h 376924"/>
                  <a:gd name="csX18" fmla="*/ 104763 w 1682586"/>
                  <a:gd name="csY18" fmla="*/ 35092 h 376924"/>
                  <a:gd name="csX19" fmla="*/ 79125 w 1682586"/>
                  <a:gd name="csY19" fmla="*/ 26546 h 376924"/>
                  <a:gd name="csX20" fmla="*/ 44942 w 1682586"/>
                  <a:gd name="csY20" fmla="*/ 18001 h 376924"/>
                  <a:gd name="csX21" fmla="*/ 19305 w 1682586"/>
                  <a:gd name="csY21" fmla="*/ 35092 h 376924"/>
                  <a:gd name="csX22" fmla="*/ 27851 w 1682586"/>
                  <a:gd name="csY22" fmla="*/ 60730 h 376924"/>
                  <a:gd name="csX23" fmla="*/ 9372 w 1682586"/>
                  <a:gd name="csY23" fmla="*/ 196414 h 376924"/>
                  <a:gd name="csX24" fmla="*/ 62034 w 1682586"/>
                  <a:gd name="csY24" fmla="*/ 206008 h 376924"/>
                  <a:gd name="csX25" fmla="*/ 113309 w 1682586"/>
                  <a:gd name="csY25" fmla="*/ 223100 h 376924"/>
                  <a:gd name="csX26" fmla="*/ 164583 w 1682586"/>
                  <a:gd name="csY26" fmla="*/ 240191 h 376924"/>
                  <a:gd name="csX27" fmla="*/ 190221 w 1682586"/>
                  <a:gd name="csY27" fmla="*/ 248737 h 376924"/>
                  <a:gd name="csX28" fmla="*/ 241495 w 1682586"/>
                  <a:gd name="csY28" fmla="*/ 257283 h 376924"/>
                  <a:gd name="csX29" fmla="*/ 284224 w 1682586"/>
                  <a:gd name="csY29" fmla="*/ 265829 h 376924"/>
                  <a:gd name="csX30" fmla="*/ 335499 w 1682586"/>
                  <a:gd name="csY30" fmla="*/ 282920 h 376924"/>
                  <a:gd name="csX31" fmla="*/ 386774 w 1682586"/>
                  <a:gd name="csY31" fmla="*/ 317104 h 376924"/>
                  <a:gd name="csX32" fmla="*/ 429503 w 1682586"/>
                  <a:gd name="csY32" fmla="*/ 351287 h 376924"/>
                  <a:gd name="csX33" fmla="*/ 489323 w 1682586"/>
                  <a:gd name="csY33" fmla="*/ 376924 h 376924"/>
                  <a:gd name="csX34" fmla="*/ 566236 w 1682586"/>
                  <a:gd name="csY34" fmla="*/ 368378 h 376924"/>
                  <a:gd name="csX35" fmla="*/ 660239 w 1682586"/>
                  <a:gd name="csY35" fmla="*/ 359832 h 376924"/>
                  <a:gd name="csX36" fmla="*/ 711514 w 1682586"/>
                  <a:gd name="csY36" fmla="*/ 342741 h 376924"/>
                  <a:gd name="csX37" fmla="*/ 779880 w 1682586"/>
                  <a:gd name="csY37" fmla="*/ 300012 h 376924"/>
                  <a:gd name="csX38" fmla="*/ 967888 w 1682586"/>
                  <a:gd name="csY38" fmla="*/ 308558 h 376924"/>
                  <a:gd name="csX39" fmla="*/ 1027709 w 1682586"/>
                  <a:gd name="csY39" fmla="*/ 325649 h 376924"/>
                  <a:gd name="csX40" fmla="*/ 1061892 w 1682586"/>
                  <a:gd name="csY40" fmla="*/ 342741 h 376924"/>
                  <a:gd name="csX41" fmla="*/ 1138804 w 1682586"/>
                  <a:gd name="csY41" fmla="*/ 368378 h 376924"/>
                  <a:gd name="csX42" fmla="*/ 1284082 w 1682586"/>
                  <a:gd name="csY42" fmla="*/ 351287 h 376924"/>
                  <a:gd name="csX43" fmla="*/ 1318266 w 1682586"/>
                  <a:gd name="csY43" fmla="*/ 334195 h 376924"/>
                  <a:gd name="csX44" fmla="*/ 1369540 w 1682586"/>
                  <a:gd name="csY44" fmla="*/ 300012 h 376924"/>
                  <a:gd name="csX45" fmla="*/ 1557548 w 1682586"/>
                  <a:gd name="csY45" fmla="*/ 300012 h 376924"/>
                  <a:gd name="csX46" fmla="*/ 1625914 w 1682586"/>
                  <a:gd name="csY46" fmla="*/ 282920 h 376924"/>
                  <a:gd name="csX47" fmla="*/ 1677189 w 1682586"/>
                  <a:gd name="csY47" fmla="*/ 265829 h 376924"/>
                  <a:gd name="csX48" fmla="*/ 1651552 w 1682586"/>
                  <a:gd name="csY48" fmla="*/ 257283 h 376924"/>
                  <a:gd name="csX0" fmla="*/ 1682586 w 1682586"/>
                  <a:gd name="csY0" fmla="*/ 47649 h 376924"/>
                  <a:gd name="csX1" fmla="*/ 1571678 w 1682586"/>
                  <a:gd name="csY1" fmla="*/ 47 h 376924"/>
                  <a:gd name="csX2" fmla="*/ 1275537 w 1682586"/>
                  <a:gd name="csY2" fmla="*/ 35092 h 376924"/>
                  <a:gd name="csX3" fmla="*/ 1249899 w 1682586"/>
                  <a:gd name="csY3" fmla="*/ 18001 h 376924"/>
                  <a:gd name="csX4" fmla="*/ 1181533 w 1682586"/>
                  <a:gd name="csY4" fmla="*/ 909 h 376924"/>
                  <a:gd name="csX5" fmla="*/ 1130258 w 1682586"/>
                  <a:gd name="csY5" fmla="*/ 9455 h 376924"/>
                  <a:gd name="csX6" fmla="*/ 1104621 w 1682586"/>
                  <a:gd name="csY6" fmla="*/ 35092 h 376924"/>
                  <a:gd name="csX7" fmla="*/ 1078983 w 1682586"/>
                  <a:gd name="csY7" fmla="*/ 52184 h 376924"/>
                  <a:gd name="csX8" fmla="*/ 890976 w 1682586"/>
                  <a:gd name="csY8" fmla="*/ 43638 h 376924"/>
                  <a:gd name="csX9" fmla="*/ 831155 w 1682586"/>
                  <a:gd name="csY9" fmla="*/ 26546 h 376924"/>
                  <a:gd name="csX10" fmla="*/ 557690 w 1682586"/>
                  <a:gd name="csY10" fmla="*/ 35092 h 376924"/>
                  <a:gd name="csX11" fmla="*/ 540598 w 1682586"/>
                  <a:gd name="csY11" fmla="*/ 60730 h 376924"/>
                  <a:gd name="csX12" fmla="*/ 514961 w 1682586"/>
                  <a:gd name="csY12" fmla="*/ 77821 h 376924"/>
                  <a:gd name="csX13" fmla="*/ 429503 w 1682586"/>
                  <a:gd name="csY13" fmla="*/ 60730 h 376924"/>
                  <a:gd name="csX14" fmla="*/ 378228 w 1682586"/>
                  <a:gd name="csY14" fmla="*/ 26546 h 376924"/>
                  <a:gd name="csX15" fmla="*/ 352591 w 1682586"/>
                  <a:gd name="csY15" fmla="*/ 9455 h 376924"/>
                  <a:gd name="csX16" fmla="*/ 232950 w 1682586"/>
                  <a:gd name="csY16" fmla="*/ 35092 h 376924"/>
                  <a:gd name="csX17" fmla="*/ 207312 w 1682586"/>
                  <a:gd name="csY17" fmla="*/ 43638 h 376924"/>
                  <a:gd name="csX18" fmla="*/ 104763 w 1682586"/>
                  <a:gd name="csY18" fmla="*/ 35092 h 376924"/>
                  <a:gd name="csX19" fmla="*/ 79125 w 1682586"/>
                  <a:gd name="csY19" fmla="*/ 26546 h 376924"/>
                  <a:gd name="csX20" fmla="*/ 44942 w 1682586"/>
                  <a:gd name="csY20" fmla="*/ 18001 h 376924"/>
                  <a:gd name="csX21" fmla="*/ 19305 w 1682586"/>
                  <a:gd name="csY21" fmla="*/ 35092 h 376924"/>
                  <a:gd name="csX22" fmla="*/ 27851 w 1682586"/>
                  <a:gd name="csY22" fmla="*/ 60730 h 376924"/>
                  <a:gd name="csX23" fmla="*/ 9372 w 1682586"/>
                  <a:gd name="csY23" fmla="*/ 196414 h 376924"/>
                  <a:gd name="csX24" fmla="*/ 62034 w 1682586"/>
                  <a:gd name="csY24" fmla="*/ 206008 h 376924"/>
                  <a:gd name="csX25" fmla="*/ 113309 w 1682586"/>
                  <a:gd name="csY25" fmla="*/ 223100 h 376924"/>
                  <a:gd name="csX26" fmla="*/ 164583 w 1682586"/>
                  <a:gd name="csY26" fmla="*/ 240191 h 376924"/>
                  <a:gd name="csX27" fmla="*/ 190221 w 1682586"/>
                  <a:gd name="csY27" fmla="*/ 248737 h 376924"/>
                  <a:gd name="csX28" fmla="*/ 241495 w 1682586"/>
                  <a:gd name="csY28" fmla="*/ 257283 h 376924"/>
                  <a:gd name="csX29" fmla="*/ 284224 w 1682586"/>
                  <a:gd name="csY29" fmla="*/ 265829 h 376924"/>
                  <a:gd name="csX30" fmla="*/ 335499 w 1682586"/>
                  <a:gd name="csY30" fmla="*/ 282920 h 376924"/>
                  <a:gd name="csX31" fmla="*/ 386774 w 1682586"/>
                  <a:gd name="csY31" fmla="*/ 317104 h 376924"/>
                  <a:gd name="csX32" fmla="*/ 429503 w 1682586"/>
                  <a:gd name="csY32" fmla="*/ 351287 h 376924"/>
                  <a:gd name="csX33" fmla="*/ 489323 w 1682586"/>
                  <a:gd name="csY33" fmla="*/ 376924 h 376924"/>
                  <a:gd name="csX34" fmla="*/ 566236 w 1682586"/>
                  <a:gd name="csY34" fmla="*/ 368378 h 376924"/>
                  <a:gd name="csX35" fmla="*/ 660239 w 1682586"/>
                  <a:gd name="csY35" fmla="*/ 359832 h 376924"/>
                  <a:gd name="csX36" fmla="*/ 711514 w 1682586"/>
                  <a:gd name="csY36" fmla="*/ 342741 h 376924"/>
                  <a:gd name="csX37" fmla="*/ 779880 w 1682586"/>
                  <a:gd name="csY37" fmla="*/ 300012 h 376924"/>
                  <a:gd name="csX38" fmla="*/ 967888 w 1682586"/>
                  <a:gd name="csY38" fmla="*/ 308558 h 376924"/>
                  <a:gd name="csX39" fmla="*/ 1027709 w 1682586"/>
                  <a:gd name="csY39" fmla="*/ 325649 h 376924"/>
                  <a:gd name="csX40" fmla="*/ 1061892 w 1682586"/>
                  <a:gd name="csY40" fmla="*/ 342741 h 376924"/>
                  <a:gd name="csX41" fmla="*/ 1138804 w 1682586"/>
                  <a:gd name="csY41" fmla="*/ 368378 h 376924"/>
                  <a:gd name="csX42" fmla="*/ 1284082 w 1682586"/>
                  <a:gd name="csY42" fmla="*/ 351287 h 376924"/>
                  <a:gd name="csX43" fmla="*/ 1318266 w 1682586"/>
                  <a:gd name="csY43" fmla="*/ 334195 h 376924"/>
                  <a:gd name="csX44" fmla="*/ 1369540 w 1682586"/>
                  <a:gd name="csY44" fmla="*/ 300012 h 376924"/>
                  <a:gd name="csX45" fmla="*/ 1557548 w 1682586"/>
                  <a:gd name="csY45" fmla="*/ 300012 h 376924"/>
                  <a:gd name="csX46" fmla="*/ 1625914 w 1682586"/>
                  <a:gd name="csY46" fmla="*/ 282920 h 376924"/>
                  <a:gd name="csX47" fmla="*/ 1677189 w 1682586"/>
                  <a:gd name="csY47" fmla="*/ 265829 h 376924"/>
                  <a:gd name="csX0" fmla="*/ 1682586 w 1701252"/>
                  <a:gd name="csY0" fmla="*/ 47649 h 376924"/>
                  <a:gd name="csX1" fmla="*/ 1571678 w 1701252"/>
                  <a:gd name="csY1" fmla="*/ 47 h 376924"/>
                  <a:gd name="csX2" fmla="*/ 1275537 w 1701252"/>
                  <a:gd name="csY2" fmla="*/ 35092 h 376924"/>
                  <a:gd name="csX3" fmla="*/ 1249899 w 1701252"/>
                  <a:gd name="csY3" fmla="*/ 18001 h 376924"/>
                  <a:gd name="csX4" fmla="*/ 1181533 w 1701252"/>
                  <a:gd name="csY4" fmla="*/ 909 h 376924"/>
                  <a:gd name="csX5" fmla="*/ 1130258 w 1701252"/>
                  <a:gd name="csY5" fmla="*/ 9455 h 376924"/>
                  <a:gd name="csX6" fmla="*/ 1104621 w 1701252"/>
                  <a:gd name="csY6" fmla="*/ 35092 h 376924"/>
                  <a:gd name="csX7" fmla="*/ 1078983 w 1701252"/>
                  <a:gd name="csY7" fmla="*/ 52184 h 376924"/>
                  <a:gd name="csX8" fmla="*/ 890976 w 1701252"/>
                  <a:gd name="csY8" fmla="*/ 43638 h 376924"/>
                  <a:gd name="csX9" fmla="*/ 831155 w 1701252"/>
                  <a:gd name="csY9" fmla="*/ 26546 h 376924"/>
                  <a:gd name="csX10" fmla="*/ 557690 w 1701252"/>
                  <a:gd name="csY10" fmla="*/ 35092 h 376924"/>
                  <a:gd name="csX11" fmla="*/ 540598 w 1701252"/>
                  <a:gd name="csY11" fmla="*/ 60730 h 376924"/>
                  <a:gd name="csX12" fmla="*/ 514961 w 1701252"/>
                  <a:gd name="csY12" fmla="*/ 77821 h 376924"/>
                  <a:gd name="csX13" fmla="*/ 429503 w 1701252"/>
                  <a:gd name="csY13" fmla="*/ 60730 h 376924"/>
                  <a:gd name="csX14" fmla="*/ 378228 w 1701252"/>
                  <a:gd name="csY14" fmla="*/ 26546 h 376924"/>
                  <a:gd name="csX15" fmla="*/ 352591 w 1701252"/>
                  <a:gd name="csY15" fmla="*/ 9455 h 376924"/>
                  <a:gd name="csX16" fmla="*/ 232950 w 1701252"/>
                  <a:gd name="csY16" fmla="*/ 35092 h 376924"/>
                  <a:gd name="csX17" fmla="*/ 207312 w 1701252"/>
                  <a:gd name="csY17" fmla="*/ 43638 h 376924"/>
                  <a:gd name="csX18" fmla="*/ 104763 w 1701252"/>
                  <a:gd name="csY18" fmla="*/ 35092 h 376924"/>
                  <a:gd name="csX19" fmla="*/ 79125 w 1701252"/>
                  <a:gd name="csY19" fmla="*/ 26546 h 376924"/>
                  <a:gd name="csX20" fmla="*/ 44942 w 1701252"/>
                  <a:gd name="csY20" fmla="*/ 18001 h 376924"/>
                  <a:gd name="csX21" fmla="*/ 19305 w 1701252"/>
                  <a:gd name="csY21" fmla="*/ 35092 h 376924"/>
                  <a:gd name="csX22" fmla="*/ 27851 w 1701252"/>
                  <a:gd name="csY22" fmla="*/ 60730 h 376924"/>
                  <a:gd name="csX23" fmla="*/ 9372 w 1701252"/>
                  <a:gd name="csY23" fmla="*/ 196414 h 376924"/>
                  <a:gd name="csX24" fmla="*/ 62034 w 1701252"/>
                  <a:gd name="csY24" fmla="*/ 206008 h 376924"/>
                  <a:gd name="csX25" fmla="*/ 113309 w 1701252"/>
                  <a:gd name="csY25" fmla="*/ 223100 h 376924"/>
                  <a:gd name="csX26" fmla="*/ 164583 w 1701252"/>
                  <a:gd name="csY26" fmla="*/ 240191 h 376924"/>
                  <a:gd name="csX27" fmla="*/ 190221 w 1701252"/>
                  <a:gd name="csY27" fmla="*/ 248737 h 376924"/>
                  <a:gd name="csX28" fmla="*/ 241495 w 1701252"/>
                  <a:gd name="csY28" fmla="*/ 257283 h 376924"/>
                  <a:gd name="csX29" fmla="*/ 284224 w 1701252"/>
                  <a:gd name="csY29" fmla="*/ 265829 h 376924"/>
                  <a:gd name="csX30" fmla="*/ 335499 w 1701252"/>
                  <a:gd name="csY30" fmla="*/ 282920 h 376924"/>
                  <a:gd name="csX31" fmla="*/ 386774 w 1701252"/>
                  <a:gd name="csY31" fmla="*/ 317104 h 376924"/>
                  <a:gd name="csX32" fmla="*/ 429503 w 1701252"/>
                  <a:gd name="csY32" fmla="*/ 351287 h 376924"/>
                  <a:gd name="csX33" fmla="*/ 489323 w 1701252"/>
                  <a:gd name="csY33" fmla="*/ 376924 h 376924"/>
                  <a:gd name="csX34" fmla="*/ 566236 w 1701252"/>
                  <a:gd name="csY34" fmla="*/ 368378 h 376924"/>
                  <a:gd name="csX35" fmla="*/ 660239 w 1701252"/>
                  <a:gd name="csY35" fmla="*/ 359832 h 376924"/>
                  <a:gd name="csX36" fmla="*/ 711514 w 1701252"/>
                  <a:gd name="csY36" fmla="*/ 342741 h 376924"/>
                  <a:gd name="csX37" fmla="*/ 779880 w 1701252"/>
                  <a:gd name="csY37" fmla="*/ 300012 h 376924"/>
                  <a:gd name="csX38" fmla="*/ 967888 w 1701252"/>
                  <a:gd name="csY38" fmla="*/ 308558 h 376924"/>
                  <a:gd name="csX39" fmla="*/ 1027709 w 1701252"/>
                  <a:gd name="csY39" fmla="*/ 325649 h 376924"/>
                  <a:gd name="csX40" fmla="*/ 1061892 w 1701252"/>
                  <a:gd name="csY40" fmla="*/ 342741 h 376924"/>
                  <a:gd name="csX41" fmla="*/ 1138804 w 1701252"/>
                  <a:gd name="csY41" fmla="*/ 368378 h 376924"/>
                  <a:gd name="csX42" fmla="*/ 1284082 w 1701252"/>
                  <a:gd name="csY42" fmla="*/ 351287 h 376924"/>
                  <a:gd name="csX43" fmla="*/ 1318266 w 1701252"/>
                  <a:gd name="csY43" fmla="*/ 334195 h 376924"/>
                  <a:gd name="csX44" fmla="*/ 1369540 w 1701252"/>
                  <a:gd name="csY44" fmla="*/ 300012 h 376924"/>
                  <a:gd name="csX45" fmla="*/ 1557548 w 1701252"/>
                  <a:gd name="csY45" fmla="*/ 300012 h 376924"/>
                  <a:gd name="csX46" fmla="*/ 1625914 w 1701252"/>
                  <a:gd name="csY46" fmla="*/ 282920 h 376924"/>
                  <a:gd name="csX47" fmla="*/ 1701252 w 1701252"/>
                  <a:gd name="csY47" fmla="*/ 249787 h 376924"/>
                  <a:gd name="csX0" fmla="*/ 1682586 w 1701252"/>
                  <a:gd name="csY0" fmla="*/ 47649 h 376924"/>
                  <a:gd name="csX1" fmla="*/ 1571678 w 1701252"/>
                  <a:gd name="csY1" fmla="*/ 47 h 376924"/>
                  <a:gd name="csX2" fmla="*/ 1275537 w 1701252"/>
                  <a:gd name="csY2" fmla="*/ 35092 h 376924"/>
                  <a:gd name="csX3" fmla="*/ 1249899 w 1701252"/>
                  <a:gd name="csY3" fmla="*/ 18001 h 376924"/>
                  <a:gd name="csX4" fmla="*/ 1181533 w 1701252"/>
                  <a:gd name="csY4" fmla="*/ 909 h 376924"/>
                  <a:gd name="csX5" fmla="*/ 1130258 w 1701252"/>
                  <a:gd name="csY5" fmla="*/ 9455 h 376924"/>
                  <a:gd name="csX6" fmla="*/ 1104621 w 1701252"/>
                  <a:gd name="csY6" fmla="*/ 35092 h 376924"/>
                  <a:gd name="csX7" fmla="*/ 1078983 w 1701252"/>
                  <a:gd name="csY7" fmla="*/ 52184 h 376924"/>
                  <a:gd name="csX8" fmla="*/ 890976 w 1701252"/>
                  <a:gd name="csY8" fmla="*/ 43638 h 376924"/>
                  <a:gd name="csX9" fmla="*/ 831155 w 1701252"/>
                  <a:gd name="csY9" fmla="*/ 26546 h 376924"/>
                  <a:gd name="csX10" fmla="*/ 557690 w 1701252"/>
                  <a:gd name="csY10" fmla="*/ 35092 h 376924"/>
                  <a:gd name="csX11" fmla="*/ 540598 w 1701252"/>
                  <a:gd name="csY11" fmla="*/ 60730 h 376924"/>
                  <a:gd name="csX12" fmla="*/ 514961 w 1701252"/>
                  <a:gd name="csY12" fmla="*/ 77821 h 376924"/>
                  <a:gd name="csX13" fmla="*/ 429503 w 1701252"/>
                  <a:gd name="csY13" fmla="*/ 60730 h 376924"/>
                  <a:gd name="csX14" fmla="*/ 378228 w 1701252"/>
                  <a:gd name="csY14" fmla="*/ 26546 h 376924"/>
                  <a:gd name="csX15" fmla="*/ 352591 w 1701252"/>
                  <a:gd name="csY15" fmla="*/ 9455 h 376924"/>
                  <a:gd name="csX16" fmla="*/ 232950 w 1701252"/>
                  <a:gd name="csY16" fmla="*/ 35092 h 376924"/>
                  <a:gd name="csX17" fmla="*/ 207312 w 1701252"/>
                  <a:gd name="csY17" fmla="*/ 43638 h 376924"/>
                  <a:gd name="csX18" fmla="*/ 104763 w 1701252"/>
                  <a:gd name="csY18" fmla="*/ 35092 h 376924"/>
                  <a:gd name="csX19" fmla="*/ 79125 w 1701252"/>
                  <a:gd name="csY19" fmla="*/ 26546 h 376924"/>
                  <a:gd name="csX20" fmla="*/ 44942 w 1701252"/>
                  <a:gd name="csY20" fmla="*/ 18001 h 376924"/>
                  <a:gd name="csX21" fmla="*/ 19305 w 1701252"/>
                  <a:gd name="csY21" fmla="*/ 35092 h 376924"/>
                  <a:gd name="csX22" fmla="*/ 27851 w 1701252"/>
                  <a:gd name="csY22" fmla="*/ 60730 h 376924"/>
                  <a:gd name="csX23" fmla="*/ 9372 w 1701252"/>
                  <a:gd name="csY23" fmla="*/ 196414 h 376924"/>
                  <a:gd name="csX24" fmla="*/ 62034 w 1701252"/>
                  <a:gd name="csY24" fmla="*/ 206008 h 376924"/>
                  <a:gd name="csX25" fmla="*/ 113309 w 1701252"/>
                  <a:gd name="csY25" fmla="*/ 223100 h 376924"/>
                  <a:gd name="csX26" fmla="*/ 164583 w 1701252"/>
                  <a:gd name="csY26" fmla="*/ 240191 h 376924"/>
                  <a:gd name="csX27" fmla="*/ 190221 w 1701252"/>
                  <a:gd name="csY27" fmla="*/ 248737 h 376924"/>
                  <a:gd name="csX28" fmla="*/ 241495 w 1701252"/>
                  <a:gd name="csY28" fmla="*/ 257283 h 376924"/>
                  <a:gd name="csX29" fmla="*/ 284224 w 1701252"/>
                  <a:gd name="csY29" fmla="*/ 265829 h 376924"/>
                  <a:gd name="csX30" fmla="*/ 335499 w 1701252"/>
                  <a:gd name="csY30" fmla="*/ 282920 h 376924"/>
                  <a:gd name="csX31" fmla="*/ 386774 w 1701252"/>
                  <a:gd name="csY31" fmla="*/ 317104 h 376924"/>
                  <a:gd name="csX32" fmla="*/ 429503 w 1701252"/>
                  <a:gd name="csY32" fmla="*/ 351287 h 376924"/>
                  <a:gd name="csX33" fmla="*/ 489323 w 1701252"/>
                  <a:gd name="csY33" fmla="*/ 376924 h 376924"/>
                  <a:gd name="csX34" fmla="*/ 566236 w 1701252"/>
                  <a:gd name="csY34" fmla="*/ 368378 h 376924"/>
                  <a:gd name="csX35" fmla="*/ 660239 w 1701252"/>
                  <a:gd name="csY35" fmla="*/ 359832 h 376924"/>
                  <a:gd name="csX36" fmla="*/ 711514 w 1701252"/>
                  <a:gd name="csY36" fmla="*/ 342741 h 376924"/>
                  <a:gd name="csX37" fmla="*/ 807953 w 1701252"/>
                  <a:gd name="csY37" fmla="*/ 324075 h 376924"/>
                  <a:gd name="csX38" fmla="*/ 967888 w 1701252"/>
                  <a:gd name="csY38" fmla="*/ 308558 h 376924"/>
                  <a:gd name="csX39" fmla="*/ 1027709 w 1701252"/>
                  <a:gd name="csY39" fmla="*/ 325649 h 376924"/>
                  <a:gd name="csX40" fmla="*/ 1061892 w 1701252"/>
                  <a:gd name="csY40" fmla="*/ 342741 h 376924"/>
                  <a:gd name="csX41" fmla="*/ 1138804 w 1701252"/>
                  <a:gd name="csY41" fmla="*/ 368378 h 376924"/>
                  <a:gd name="csX42" fmla="*/ 1284082 w 1701252"/>
                  <a:gd name="csY42" fmla="*/ 351287 h 376924"/>
                  <a:gd name="csX43" fmla="*/ 1318266 w 1701252"/>
                  <a:gd name="csY43" fmla="*/ 334195 h 376924"/>
                  <a:gd name="csX44" fmla="*/ 1369540 w 1701252"/>
                  <a:gd name="csY44" fmla="*/ 300012 h 376924"/>
                  <a:gd name="csX45" fmla="*/ 1557548 w 1701252"/>
                  <a:gd name="csY45" fmla="*/ 300012 h 376924"/>
                  <a:gd name="csX46" fmla="*/ 1625914 w 1701252"/>
                  <a:gd name="csY46" fmla="*/ 282920 h 376924"/>
                  <a:gd name="csX47" fmla="*/ 1701252 w 1701252"/>
                  <a:gd name="csY47" fmla="*/ 249787 h 376924"/>
                  <a:gd name="csX0" fmla="*/ 1682586 w 1701252"/>
                  <a:gd name="csY0" fmla="*/ 47649 h 376924"/>
                  <a:gd name="csX1" fmla="*/ 1571678 w 1701252"/>
                  <a:gd name="csY1" fmla="*/ 47 h 376924"/>
                  <a:gd name="csX2" fmla="*/ 1275537 w 1701252"/>
                  <a:gd name="csY2" fmla="*/ 35092 h 376924"/>
                  <a:gd name="csX3" fmla="*/ 1249899 w 1701252"/>
                  <a:gd name="csY3" fmla="*/ 18001 h 376924"/>
                  <a:gd name="csX4" fmla="*/ 1181533 w 1701252"/>
                  <a:gd name="csY4" fmla="*/ 909 h 376924"/>
                  <a:gd name="csX5" fmla="*/ 1130258 w 1701252"/>
                  <a:gd name="csY5" fmla="*/ 9455 h 376924"/>
                  <a:gd name="csX6" fmla="*/ 1104621 w 1701252"/>
                  <a:gd name="csY6" fmla="*/ 35092 h 376924"/>
                  <a:gd name="csX7" fmla="*/ 1078983 w 1701252"/>
                  <a:gd name="csY7" fmla="*/ 52184 h 376924"/>
                  <a:gd name="csX8" fmla="*/ 890976 w 1701252"/>
                  <a:gd name="csY8" fmla="*/ 43638 h 376924"/>
                  <a:gd name="csX9" fmla="*/ 831155 w 1701252"/>
                  <a:gd name="csY9" fmla="*/ 26546 h 376924"/>
                  <a:gd name="csX10" fmla="*/ 557690 w 1701252"/>
                  <a:gd name="csY10" fmla="*/ 35092 h 376924"/>
                  <a:gd name="csX11" fmla="*/ 540598 w 1701252"/>
                  <a:gd name="csY11" fmla="*/ 60730 h 376924"/>
                  <a:gd name="csX12" fmla="*/ 514961 w 1701252"/>
                  <a:gd name="csY12" fmla="*/ 77821 h 376924"/>
                  <a:gd name="csX13" fmla="*/ 429503 w 1701252"/>
                  <a:gd name="csY13" fmla="*/ 60730 h 376924"/>
                  <a:gd name="csX14" fmla="*/ 378228 w 1701252"/>
                  <a:gd name="csY14" fmla="*/ 26546 h 376924"/>
                  <a:gd name="csX15" fmla="*/ 352591 w 1701252"/>
                  <a:gd name="csY15" fmla="*/ 9455 h 376924"/>
                  <a:gd name="csX16" fmla="*/ 232950 w 1701252"/>
                  <a:gd name="csY16" fmla="*/ 35092 h 376924"/>
                  <a:gd name="csX17" fmla="*/ 207312 w 1701252"/>
                  <a:gd name="csY17" fmla="*/ 43638 h 376924"/>
                  <a:gd name="csX18" fmla="*/ 104763 w 1701252"/>
                  <a:gd name="csY18" fmla="*/ 35092 h 376924"/>
                  <a:gd name="csX19" fmla="*/ 79125 w 1701252"/>
                  <a:gd name="csY19" fmla="*/ 26546 h 376924"/>
                  <a:gd name="csX20" fmla="*/ 44942 w 1701252"/>
                  <a:gd name="csY20" fmla="*/ 18001 h 376924"/>
                  <a:gd name="csX21" fmla="*/ 19305 w 1701252"/>
                  <a:gd name="csY21" fmla="*/ 35092 h 376924"/>
                  <a:gd name="csX22" fmla="*/ 27851 w 1701252"/>
                  <a:gd name="csY22" fmla="*/ 60730 h 376924"/>
                  <a:gd name="csX23" fmla="*/ 9372 w 1701252"/>
                  <a:gd name="csY23" fmla="*/ 196414 h 376924"/>
                  <a:gd name="csX24" fmla="*/ 62034 w 1701252"/>
                  <a:gd name="csY24" fmla="*/ 206008 h 376924"/>
                  <a:gd name="csX25" fmla="*/ 113309 w 1701252"/>
                  <a:gd name="csY25" fmla="*/ 223100 h 376924"/>
                  <a:gd name="csX26" fmla="*/ 164583 w 1701252"/>
                  <a:gd name="csY26" fmla="*/ 240191 h 376924"/>
                  <a:gd name="csX27" fmla="*/ 190221 w 1701252"/>
                  <a:gd name="csY27" fmla="*/ 248737 h 376924"/>
                  <a:gd name="csX28" fmla="*/ 241495 w 1701252"/>
                  <a:gd name="csY28" fmla="*/ 257283 h 376924"/>
                  <a:gd name="csX29" fmla="*/ 284224 w 1701252"/>
                  <a:gd name="csY29" fmla="*/ 265829 h 376924"/>
                  <a:gd name="csX30" fmla="*/ 335499 w 1701252"/>
                  <a:gd name="csY30" fmla="*/ 282920 h 376924"/>
                  <a:gd name="csX31" fmla="*/ 386774 w 1701252"/>
                  <a:gd name="csY31" fmla="*/ 317104 h 376924"/>
                  <a:gd name="csX32" fmla="*/ 429503 w 1701252"/>
                  <a:gd name="csY32" fmla="*/ 351287 h 376924"/>
                  <a:gd name="csX33" fmla="*/ 489323 w 1701252"/>
                  <a:gd name="csY33" fmla="*/ 376924 h 376924"/>
                  <a:gd name="csX34" fmla="*/ 566236 w 1701252"/>
                  <a:gd name="csY34" fmla="*/ 368378 h 376924"/>
                  <a:gd name="csX35" fmla="*/ 660239 w 1701252"/>
                  <a:gd name="csY35" fmla="*/ 359832 h 376924"/>
                  <a:gd name="csX36" fmla="*/ 711514 w 1701252"/>
                  <a:gd name="csY36" fmla="*/ 342741 h 376924"/>
                  <a:gd name="csX37" fmla="*/ 807953 w 1701252"/>
                  <a:gd name="csY37" fmla="*/ 324075 h 376924"/>
                  <a:gd name="csX38" fmla="*/ 951846 w 1701252"/>
                  <a:gd name="csY38" fmla="*/ 324600 h 376924"/>
                  <a:gd name="csX39" fmla="*/ 1027709 w 1701252"/>
                  <a:gd name="csY39" fmla="*/ 325649 h 376924"/>
                  <a:gd name="csX40" fmla="*/ 1061892 w 1701252"/>
                  <a:gd name="csY40" fmla="*/ 342741 h 376924"/>
                  <a:gd name="csX41" fmla="*/ 1138804 w 1701252"/>
                  <a:gd name="csY41" fmla="*/ 368378 h 376924"/>
                  <a:gd name="csX42" fmla="*/ 1284082 w 1701252"/>
                  <a:gd name="csY42" fmla="*/ 351287 h 376924"/>
                  <a:gd name="csX43" fmla="*/ 1318266 w 1701252"/>
                  <a:gd name="csY43" fmla="*/ 334195 h 376924"/>
                  <a:gd name="csX44" fmla="*/ 1369540 w 1701252"/>
                  <a:gd name="csY44" fmla="*/ 300012 h 376924"/>
                  <a:gd name="csX45" fmla="*/ 1557548 w 1701252"/>
                  <a:gd name="csY45" fmla="*/ 300012 h 376924"/>
                  <a:gd name="csX46" fmla="*/ 1625914 w 1701252"/>
                  <a:gd name="csY46" fmla="*/ 282920 h 376924"/>
                  <a:gd name="csX47" fmla="*/ 1701252 w 1701252"/>
                  <a:gd name="csY47" fmla="*/ 249787 h 376924"/>
                  <a:gd name="csX0" fmla="*/ 1682586 w 1701252"/>
                  <a:gd name="csY0" fmla="*/ 47649 h 376924"/>
                  <a:gd name="csX1" fmla="*/ 1571678 w 1701252"/>
                  <a:gd name="csY1" fmla="*/ 47 h 376924"/>
                  <a:gd name="csX2" fmla="*/ 1275537 w 1701252"/>
                  <a:gd name="csY2" fmla="*/ 35092 h 376924"/>
                  <a:gd name="csX3" fmla="*/ 1249899 w 1701252"/>
                  <a:gd name="csY3" fmla="*/ 18001 h 376924"/>
                  <a:gd name="csX4" fmla="*/ 1181533 w 1701252"/>
                  <a:gd name="csY4" fmla="*/ 909 h 376924"/>
                  <a:gd name="csX5" fmla="*/ 1130258 w 1701252"/>
                  <a:gd name="csY5" fmla="*/ 9455 h 376924"/>
                  <a:gd name="csX6" fmla="*/ 1104621 w 1701252"/>
                  <a:gd name="csY6" fmla="*/ 35092 h 376924"/>
                  <a:gd name="csX7" fmla="*/ 1078983 w 1701252"/>
                  <a:gd name="csY7" fmla="*/ 52184 h 376924"/>
                  <a:gd name="csX8" fmla="*/ 890976 w 1701252"/>
                  <a:gd name="csY8" fmla="*/ 43638 h 376924"/>
                  <a:gd name="csX9" fmla="*/ 831155 w 1701252"/>
                  <a:gd name="csY9" fmla="*/ 26546 h 376924"/>
                  <a:gd name="csX10" fmla="*/ 557690 w 1701252"/>
                  <a:gd name="csY10" fmla="*/ 35092 h 376924"/>
                  <a:gd name="csX11" fmla="*/ 540598 w 1701252"/>
                  <a:gd name="csY11" fmla="*/ 60730 h 376924"/>
                  <a:gd name="csX12" fmla="*/ 514961 w 1701252"/>
                  <a:gd name="csY12" fmla="*/ 77821 h 376924"/>
                  <a:gd name="csX13" fmla="*/ 429503 w 1701252"/>
                  <a:gd name="csY13" fmla="*/ 60730 h 376924"/>
                  <a:gd name="csX14" fmla="*/ 378228 w 1701252"/>
                  <a:gd name="csY14" fmla="*/ 26546 h 376924"/>
                  <a:gd name="csX15" fmla="*/ 352591 w 1701252"/>
                  <a:gd name="csY15" fmla="*/ 9455 h 376924"/>
                  <a:gd name="csX16" fmla="*/ 232950 w 1701252"/>
                  <a:gd name="csY16" fmla="*/ 35092 h 376924"/>
                  <a:gd name="csX17" fmla="*/ 207312 w 1701252"/>
                  <a:gd name="csY17" fmla="*/ 43638 h 376924"/>
                  <a:gd name="csX18" fmla="*/ 104763 w 1701252"/>
                  <a:gd name="csY18" fmla="*/ 35092 h 376924"/>
                  <a:gd name="csX19" fmla="*/ 79125 w 1701252"/>
                  <a:gd name="csY19" fmla="*/ 26546 h 376924"/>
                  <a:gd name="csX20" fmla="*/ 44942 w 1701252"/>
                  <a:gd name="csY20" fmla="*/ 18001 h 376924"/>
                  <a:gd name="csX21" fmla="*/ 19305 w 1701252"/>
                  <a:gd name="csY21" fmla="*/ 35092 h 376924"/>
                  <a:gd name="csX22" fmla="*/ 27851 w 1701252"/>
                  <a:gd name="csY22" fmla="*/ 60730 h 376924"/>
                  <a:gd name="csX23" fmla="*/ 9372 w 1701252"/>
                  <a:gd name="csY23" fmla="*/ 196414 h 376924"/>
                  <a:gd name="csX24" fmla="*/ 62034 w 1701252"/>
                  <a:gd name="csY24" fmla="*/ 206008 h 376924"/>
                  <a:gd name="csX25" fmla="*/ 113309 w 1701252"/>
                  <a:gd name="csY25" fmla="*/ 223100 h 376924"/>
                  <a:gd name="csX26" fmla="*/ 164583 w 1701252"/>
                  <a:gd name="csY26" fmla="*/ 240191 h 376924"/>
                  <a:gd name="csX27" fmla="*/ 190221 w 1701252"/>
                  <a:gd name="csY27" fmla="*/ 248737 h 376924"/>
                  <a:gd name="csX28" fmla="*/ 241495 w 1701252"/>
                  <a:gd name="csY28" fmla="*/ 257283 h 376924"/>
                  <a:gd name="csX29" fmla="*/ 284224 w 1701252"/>
                  <a:gd name="csY29" fmla="*/ 265829 h 376924"/>
                  <a:gd name="csX30" fmla="*/ 335499 w 1701252"/>
                  <a:gd name="csY30" fmla="*/ 282920 h 376924"/>
                  <a:gd name="csX31" fmla="*/ 386774 w 1701252"/>
                  <a:gd name="csY31" fmla="*/ 317104 h 376924"/>
                  <a:gd name="csX32" fmla="*/ 429503 w 1701252"/>
                  <a:gd name="csY32" fmla="*/ 351287 h 376924"/>
                  <a:gd name="csX33" fmla="*/ 489323 w 1701252"/>
                  <a:gd name="csY33" fmla="*/ 376924 h 376924"/>
                  <a:gd name="csX34" fmla="*/ 566236 w 1701252"/>
                  <a:gd name="csY34" fmla="*/ 368378 h 376924"/>
                  <a:gd name="csX35" fmla="*/ 660239 w 1701252"/>
                  <a:gd name="csY35" fmla="*/ 359832 h 376924"/>
                  <a:gd name="csX36" fmla="*/ 711514 w 1701252"/>
                  <a:gd name="csY36" fmla="*/ 342741 h 376924"/>
                  <a:gd name="csX37" fmla="*/ 819985 w 1701252"/>
                  <a:gd name="csY37" fmla="*/ 340117 h 376924"/>
                  <a:gd name="csX38" fmla="*/ 951846 w 1701252"/>
                  <a:gd name="csY38" fmla="*/ 324600 h 376924"/>
                  <a:gd name="csX39" fmla="*/ 1027709 w 1701252"/>
                  <a:gd name="csY39" fmla="*/ 325649 h 376924"/>
                  <a:gd name="csX40" fmla="*/ 1061892 w 1701252"/>
                  <a:gd name="csY40" fmla="*/ 342741 h 376924"/>
                  <a:gd name="csX41" fmla="*/ 1138804 w 1701252"/>
                  <a:gd name="csY41" fmla="*/ 368378 h 376924"/>
                  <a:gd name="csX42" fmla="*/ 1284082 w 1701252"/>
                  <a:gd name="csY42" fmla="*/ 351287 h 376924"/>
                  <a:gd name="csX43" fmla="*/ 1318266 w 1701252"/>
                  <a:gd name="csY43" fmla="*/ 334195 h 376924"/>
                  <a:gd name="csX44" fmla="*/ 1369540 w 1701252"/>
                  <a:gd name="csY44" fmla="*/ 300012 h 376924"/>
                  <a:gd name="csX45" fmla="*/ 1557548 w 1701252"/>
                  <a:gd name="csY45" fmla="*/ 300012 h 376924"/>
                  <a:gd name="csX46" fmla="*/ 1625914 w 1701252"/>
                  <a:gd name="csY46" fmla="*/ 282920 h 376924"/>
                  <a:gd name="csX47" fmla="*/ 1701252 w 1701252"/>
                  <a:gd name="csY47" fmla="*/ 249787 h 376924"/>
                  <a:gd name="csX0" fmla="*/ 1682586 w 1701252"/>
                  <a:gd name="csY0" fmla="*/ 47649 h 376924"/>
                  <a:gd name="csX1" fmla="*/ 1571678 w 1701252"/>
                  <a:gd name="csY1" fmla="*/ 47 h 376924"/>
                  <a:gd name="csX2" fmla="*/ 1275537 w 1701252"/>
                  <a:gd name="csY2" fmla="*/ 35092 h 376924"/>
                  <a:gd name="csX3" fmla="*/ 1249899 w 1701252"/>
                  <a:gd name="csY3" fmla="*/ 18001 h 376924"/>
                  <a:gd name="csX4" fmla="*/ 1181533 w 1701252"/>
                  <a:gd name="csY4" fmla="*/ 909 h 376924"/>
                  <a:gd name="csX5" fmla="*/ 1130258 w 1701252"/>
                  <a:gd name="csY5" fmla="*/ 9455 h 376924"/>
                  <a:gd name="csX6" fmla="*/ 1104621 w 1701252"/>
                  <a:gd name="csY6" fmla="*/ 35092 h 376924"/>
                  <a:gd name="csX7" fmla="*/ 1078983 w 1701252"/>
                  <a:gd name="csY7" fmla="*/ 52184 h 376924"/>
                  <a:gd name="csX8" fmla="*/ 890976 w 1701252"/>
                  <a:gd name="csY8" fmla="*/ 43638 h 376924"/>
                  <a:gd name="csX9" fmla="*/ 831155 w 1701252"/>
                  <a:gd name="csY9" fmla="*/ 26546 h 376924"/>
                  <a:gd name="csX10" fmla="*/ 557690 w 1701252"/>
                  <a:gd name="csY10" fmla="*/ 35092 h 376924"/>
                  <a:gd name="csX11" fmla="*/ 540598 w 1701252"/>
                  <a:gd name="csY11" fmla="*/ 60730 h 376924"/>
                  <a:gd name="csX12" fmla="*/ 514961 w 1701252"/>
                  <a:gd name="csY12" fmla="*/ 77821 h 376924"/>
                  <a:gd name="csX13" fmla="*/ 429503 w 1701252"/>
                  <a:gd name="csY13" fmla="*/ 60730 h 376924"/>
                  <a:gd name="csX14" fmla="*/ 378228 w 1701252"/>
                  <a:gd name="csY14" fmla="*/ 26546 h 376924"/>
                  <a:gd name="csX15" fmla="*/ 352591 w 1701252"/>
                  <a:gd name="csY15" fmla="*/ 9455 h 376924"/>
                  <a:gd name="csX16" fmla="*/ 232950 w 1701252"/>
                  <a:gd name="csY16" fmla="*/ 35092 h 376924"/>
                  <a:gd name="csX17" fmla="*/ 207312 w 1701252"/>
                  <a:gd name="csY17" fmla="*/ 43638 h 376924"/>
                  <a:gd name="csX18" fmla="*/ 104763 w 1701252"/>
                  <a:gd name="csY18" fmla="*/ 35092 h 376924"/>
                  <a:gd name="csX19" fmla="*/ 79125 w 1701252"/>
                  <a:gd name="csY19" fmla="*/ 26546 h 376924"/>
                  <a:gd name="csX20" fmla="*/ 44942 w 1701252"/>
                  <a:gd name="csY20" fmla="*/ 18001 h 376924"/>
                  <a:gd name="csX21" fmla="*/ 19305 w 1701252"/>
                  <a:gd name="csY21" fmla="*/ 35092 h 376924"/>
                  <a:gd name="csX22" fmla="*/ 27851 w 1701252"/>
                  <a:gd name="csY22" fmla="*/ 60730 h 376924"/>
                  <a:gd name="csX23" fmla="*/ 9372 w 1701252"/>
                  <a:gd name="csY23" fmla="*/ 196414 h 376924"/>
                  <a:gd name="csX24" fmla="*/ 62034 w 1701252"/>
                  <a:gd name="csY24" fmla="*/ 206008 h 376924"/>
                  <a:gd name="csX25" fmla="*/ 113309 w 1701252"/>
                  <a:gd name="csY25" fmla="*/ 223100 h 376924"/>
                  <a:gd name="csX26" fmla="*/ 164583 w 1701252"/>
                  <a:gd name="csY26" fmla="*/ 240191 h 376924"/>
                  <a:gd name="csX27" fmla="*/ 190221 w 1701252"/>
                  <a:gd name="csY27" fmla="*/ 248737 h 376924"/>
                  <a:gd name="csX28" fmla="*/ 241495 w 1701252"/>
                  <a:gd name="csY28" fmla="*/ 257283 h 376924"/>
                  <a:gd name="csX29" fmla="*/ 284224 w 1701252"/>
                  <a:gd name="csY29" fmla="*/ 265829 h 376924"/>
                  <a:gd name="csX30" fmla="*/ 335499 w 1701252"/>
                  <a:gd name="csY30" fmla="*/ 282920 h 376924"/>
                  <a:gd name="csX31" fmla="*/ 386774 w 1701252"/>
                  <a:gd name="csY31" fmla="*/ 317104 h 376924"/>
                  <a:gd name="csX32" fmla="*/ 429503 w 1701252"/>
                  <a:gd name="csY32" fmla="*/ 351287 h 376924"/>
                  <a:gd name="csX33" fmla="*/ 489323 w 1701252"/>
                  <a:gd name="csY33" fmla="*/ 376924 h 376924"/>
                  <a:gd name="csX34" fmla="*/ 566236 w 1701252"/>
                  <a:gd name="csY34" fmla="*/ 368378 h 376924"/>
                  <a:gd name="csX35" fmla="*/ 660239 w 1701252"/>
                  <a:gd name="csY35" fmla="*/ 359832 h 376924"/>
                  <a:gd name="csX36" fmla="*/ 711514 w 1701252"/>
                  <a:gd name="csY36" fmla="*/ 342741 h 376924"/>
                  <a:gd name="csX37" fmla="*/ 819985 w 1701252"/>
                  <a:gd name="csY37" fmla="*/ 340117 h 376924"/>
                  <a:gd name="csX38" fmla="*/ 979919 w 1701252"/>
                  <a:gd name="csY38" fmla="*/ 340642 h 376924"/>
                  <a:gd name="csX39" fmla="*/ 1027709 w 1701252"/>
                  <a:gd name="csY39" fmla="*/ 325649 h 376924"/>
                  <a:gd name="csX40" fmla="*/ 1061892 w 1701252"/>
                  <a:gd name="csY40" fmla="*/ 342741 h 376924"/>
                  <a:gd name="csX41" fmla="*/ 1138804 w 1701252"/>
                  <a:gd name="csY41" fmla="*/ 368378 h 376924"/>
                  <a:gd name="csX42" fmla="*/ 1284082 w 1701252"/>
                  <a:gd name="csY42" fmla="*/ 351287 h 376924"/>
                  <a:gd name="csX43" fmla="*/ 1318266 w 1701252"/>
                  <a:gd name="csY43" fmla="*/ 334195 h 376924"/>
                  <a:gd name="csX44" fmla="*/ 1369540 w 1701252"/>
                  <a:gd name="csY44" fmla="*/ 300012 h 376924"/>
                  <a:gd name="csX45" fmla="*/ 1557548 w 1701252"/>
                  <a:gd name="csY45" fmla="*/ 300012 h 376924"/>
                  <a:gd name="csX46" fmla="*/ 1625914 w 1701252"/>
                  <a:gd name="csY46" fmla="*/ 282920 h 376924"/>
                  <a:gd name="csX47" fmla="*/ 1701252 w 1701252"/>
                  <a:gd name="csY47" fmla="*/ 249787 h 376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</a:cxnLst>
                <a:rect l="l" t="t" r="r" b="b"/>
                <a:pathLst>
                  <a:path w="1701252" h="376924">
                    <a:moveTo>
                      <a:pt x="1682586" y="47649"/>
                    </a:moveTo>
                    <a:cubicBezTo>
                      <a:pt x="1668343" y="50498"/>
                      <a:pt x="1639519" y="2140"/>
                      <a:pt x="1571678" y="47"/>
                    </a:cubicBezTo>
                    <a:cubicBezTo>
                      <a:pt x="1503837" y="-2046"/>
                      <a:pt x="1396512" y="65337"/>
                      <a:pt x="1275537" y="35092"/>
                    </a:cubicBezTo>
                    <a:cubicBezTo>
                      <a:pt x="1266991" y="29395"/>
                      <a:pt x="1259086" y="22594"/>
                      <a:pt x="1249899" y="18001"/>
                    </a:cubicBezTo>
                    <a:cubicBezTo>
                      <a:pt x="1232379" y="9241"/>
                      <a:pt x="1197788" y="4160"/>
                      <a:pt x="1181533" y="909"/>
                    </a:cubicBezTo>
                    <a:cubicBezTo>
                      <a:pt x="1164441" y="3758"/>
                      <a:pt x="1146092" y="2418"/>
                      <a:pt x="1130258" y="9455"/>
                    </a:cubicBezTo>
                    <a:cubicBezTo>
                      <a:pt x="1119214" y="14363"/>
                      <a:pt x="1113905" y="27355"/>
                      <a:pt x="1104621" y="35092"/>
                    </a:cubicBezTo>
                    <a:cubicBezTo>
                      <a:pt x="1096731" y="41667"/>
                      <a:pt x="1087529" y="46487"/>
                      <a:pt x="1078983" y="52184"/>
                    </a:cubicBezTo>
                    <a:cubicBezTo>
                      <a:pt x="1016314" y="49335"/>
                      <a:pt x="953525" y="48450"/>
                      <a:pt x="890976" y="43638"/>
                    </a:cubicBezTo>
                    <a:cubicBezTo>
                      <a:pt x="877027" y="42565"/>
                      <a:pt x="845713" y="31399"/>
                      <a:pt x="831155" y="26546"/>
                    </a:cubicBezTo>
                    <a:cubicBezTo>
                      <a:pt x="740000" y="29395"/>
                      <a:pt x="648265" y="24436"/>
                      <a:pt x="557690" y="35092"/>
                    </a:cubicBezTo>
                    <a:cubicBezTo>
                      <a:pt x="547489" y="36292"/>
                      <a:pt x="547861" y="53467"/>
                      <a:pt x="540598" y="60730"/>
                    </a:cubicBezTo>
                    <a:cubicBezTo>
                      <a:pt x="533336" y="67992"/>
                      <a:pt x="523507" y="72124"/>
                      <a:pt x="514961" y="77821"/>
                    </a:cubicBezTo>
                    <a:cubicBezTo>
                      <a:pt x="508529" y="76749"/>
                      <a:pt x="442248" y="67102"/>
                      <a:pt x="429503" y="60730"/>
                    </a:cubicBezTo>
                    <a:cubicBezTo>
                      <a:pt x="411130" y="51543"/>
                      <a:pt x="395320" y="37941"/>
                      <a:pt x="378228" y="26546"/>
                    </a:cubicBezTo>
                    <a:lnTo>
                      <a:pt x="352591" y="9455"/>
                    </a:lnTo>
                    <a:cubicBezTo>
                      <a:pt x="266348" y="20235"/>
                      <a:pt x="306011" y="10739"/>
                      <a:pt x="232950" y="35092"/>
                    </a:cubicBezTo>
                    <a:lnTo>
                      <a:pt x="207312" y="43638"/>
                    </a:lnTo>
                    <a:cubicBezTo>
                      <a:pt x="173129" y="40789"/>
                      <a:pt x="138764" y="39626"/>
                      <a:pt x="104763" y="35092"/>
                    </a:cubicBezTo>
                    <a:cubicBezTo>
                      <a:pt x="95834" y="33901"/>
                      <a:pt x="87787" y="29021"/>
                      <a:pt x="79125" y="26546"/>
                    </a:cubicBezTo>
                    <a:cubicBezTo>
                      <a:pt x="67832" y="23320"/>
                      <a:pt x="56336" y="20849"/>
                      <a:pt x="44942" y="18001"/>
                    </a:cubicBezTo>
                    <a:cubicBezTo>
                      <a:pt x="36396" y="23698"/>
                      <a:pt x="23119" y="25556"/>
                      <a:pt x="19305" y="35092"/>
                    </a:cubicBezTo>
                    <a:cubicBezTo>
                      <a:pt x="15960" y="43456"/>
                      <a:pt x="29507" y="33843"/>
                      <a:pt x="27851" y="60730"/>
                    </a:cubicBezTo>
                    <a:cubicBezTo>
                      <a:pt x="26196" y="87617"/>
                      <a:pt x="-19090" y="68340"/>
                      <a:pt x="9372" y="196414"/>
                    </a:cubicBezTo>
                    <a:cubicBezTo>
                      <a:pt x="11326" y="205207"/>
                      <a:pt x="44711" y="201560"/>
                      <a:pt x="62034" y="206008"/>
                    </a:cubicBezTo>
                    <a:cubicBezTo>
                      <a:pt x="79357" y="210456"/>
                      <a:pt x="96217" y="217403"/>
                      <a:pt x="113309" y="223100"/>
                    </a:cubicBezTo>
                    <a:lnTo>
                      <a:pt x="164583" y="240191"/>
                    </a:lnTo>
                    <a:cubicBezTo>
                      <a:pt x="173129" y="243040"/>
                      <a:pt x="181335" y="247256"/>
                      <a:pt x="190221" y="248737"/>
                    </a:cubicBezTo>
                    <a:lnTo>
                      <a:pt x="241495" y="257283"/>
                    </a:lnTo>
                    <a:cubicBezTo>
                      <a:pt x="255786" y="259881"/>
                      <a:pt x="270211" y="262007"/>
                      <a:pt x="284224" y="265829"/>
                    </a:cubicBezTo>
                    <a:cubicBezTo>
                      <a:pt x="301605" y="270569"/>
                      <a:pt x="335499" y="282920"/>
                      <a:pt x="335499" y="282920"/>
                    </a:cubicBezTo>
                    <a:cubicBezTo>
                      <a:pt x="352591" y="294315"/>
                      <a:pt x="370734" y="304272"/>
                      <a:pt x="386774" y="317104"/>
                    </a:cubicBezTo>
                    <a:cubicBezTo>
                      <a:pt x="401017" y="328498"/>
                      <a:pt x="414326" y="341169"/>
                      <a:pt x="429503" y="351287"/>
                    </a:cubicBezTo>
                    <a:cubicBezTo>
                      <a:pt x="450621" y="365365"/>
                      <a:pt x="466536" y="369328"/>
                      <a:pt x="489323" y="376924"/>
                    </a:cubicBezTo>
                    <a:lnTo>
                      <a:pt x="566236" y="368378"/>
                    </a:lnTo>
                    <a:cubicBezTo>
                      <a:pt x="597543" y="365247"/>
                      <a:pt x="629254" y="365300"/>
                      <a:pt x="660239" y="359832"/>
                    </a:cubicBezTo>
                    <a:cubicBezTo>
                      <a:pt x="677981" y="356701"/>
                      <a:pt x="684890" y="346027"/>
                      <a:pt x="711514" y="342741"/>
                    </a:cubicBezTo>
                    <a:cubicBezTo>
                      <a:pt x="738138" y="339455"/>
                      <a:pt x="780528" y="366423"/>
                      <a:pt x="819985" y="340117"/>
                    </a:cubicBezTo>
                    <a:cubicBezTo>
                      <a:pt x="882654" y="342966"/>
                      <a:pt x="945298" y="343053"/>
                      <a:pt x="979919" y="340642"/>
                    </a:cubicBezTo>
                    <a:cubicBezTo>
                      <a:pt x="1014540" y="338231"/>
                      <a:pt x="1014047" y="325299"/>
                      <a:pt x="1027709" y="325649"/>
                    </a:cubicBezTo>
                    <a:cubicBezTo>
                      <a:pt x="1041371" y="325999"/>
                      <a:pt x="1050251" y="337567"/>
                      <a:pt x="1061892" y="342741"/>
                    </a:cubicBezTo>
                    <a:cubicBezTo>
                      <a:pt x="1103263" y="361128"/>
                      <a:pt x="1099128" y="358459"/>
                      <a:pt x="1138804" y="368378"/>
                    </a:cubicBezTo>
                    <a:cubicBezTo>
                      <a:pt x="1168482" y="366095"/>
                      <a:pt x="1243316" y="366574"/>
                      <a:pt x="1284082" y="351287"/>
                    </a:cubicBezTo>
                    <a:cubicBezTo>
                      <a:pt x="1296011" y="346814"/>
                      <a:pt x="1307342" y="340750"/>
                      <a:pt x="1318266" y="334195"/>
                    </a:cubicBezTo>
                    <a:cubicBezTo>
                      <a:pt x="1335880" y="323627"/>
                      <a:pt x="1369540" y="300012"/>
                      <a:pt x="1369540" y="300012"/>
                    </a:cubicBezTo>
                    <a:cubicBezTo>
                      <a:pt x="1479892" y="306909"/>
                      <a:pt x="1477799" y="317101"/>
                      <a:pt x="1557548" y="300012"/>
                    </a:cubicBezTo>
                    <a:cubicBezTo>
                      <a:pt x="1580517" y="295090"/>
                      <a:pt x="1603629" y="290348"/>
                      <a:pt x="1625914" y="282920"/>
                    </a:cubicBezTo>
                    <a:lnTo>
                      <a:pt x="1701252" y="249787"/>
                    </a:lnTo>
                  </a:path>
                </a:pathLst>
              </a:custGeom>
              <a:solidFill>
                <a:schemeClr val="accent6">
                  <a:lumMod val="75000"/>
                  <a:alpha val="6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CD00C77-23AD-869E-36F6-E9241BE3E588}"/>
                  </a:ext>
                </a:extLst>
              </p:cNvPr>
              <p:cNvSpPr/>
              <p:nvPr/>
            </p:nvSpPr>
            <p:spPr>
              <a:xfrm>
                <a:off x="2269671" y="3396343"/>
                <a:ext cx="1453243" cy="1975757"/>
              </a:xfrm>
              <a:custGeom>
                <a:avLst/>
                <a:gdLst>
                  <a:gd name="csX0" fmla="*/ 212272 w 1453243"/>
                  <a:gd name="csY0" fmla="*/ 1975757 h 1975757"/>
                  <a:gd name="csX1" fmla="*/ 1453243 w 1453243"/>
                  <a:gd name="csY1" fmla="*/ 0 h 1975757"/>
                  <a:gd name="csX2" fmla="*/ 1143000 w 1453243"/>
                  <a:gd name="csY2" fmla="*/ 32657 h 1975757"/>
                  <a:gd name="csX3" fmla="*/ 0 w 1453243"/>
                  <a:gd name="csY3" fmla="*/ 1796143 h 1975757"/>
                  <a:gd name="csX4" fmla="*/ 212272 w 1453243"/>
                  <a:gd name="csY4" fmla="*/ 1975757 h 19757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453243" h="1975757">
                    <a:moveTo>
                      <a:pt x="212272" y="1975757"/>
                    </a:moveTo>
                    <a:lnTo>
                      <a:pt x="1453243" y="0"/>
                    </a:lnTo>
                    <a:lnTo>
                      <a:pt x="1143000" y="32657"/>
                    </a:lnTo>
                    <a:lnTo>
                      <a:pt x="0" y="1796143"/>
                    </a:lnTo>
                    <a:lnTo>
                      <a:pt x="212272" y="1975757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0550877C-97A0-E981-E36F-8F6621B5DE1C}"/>
                  </a:ext>
                </a:extLst>
              </p:cNvPr>
              <p:cNvSpPr/>
              <p:nvPr/>
            </p:nvSpPr>
            <p:spPr>
              <a:xfrm flipH="1">
                <a:off x="539440" y="5180542"/>
                <a:ext cx="1265640" cy="48708"/>
              </a:xfrm>
              <a:custGeom>
                <a:avLst/>
                <a:gdLst>
                  <a:gd name="csX0" fmla="*/ 0 w 1213503"/>
                  <a:gd name="csY0" fmla="*/ 0 h 188007"/>
                  <a:gd name="csX1" fmla="*/ 316194 w 1213503"/>
                  <a:gd name="csY1" fmla="*/ 188007 h 188007"/>
                  <a:gd name="csX2" fmla="*/ 931492 w 1213503"/>
                  <a:gd name="csY2" fmla="*/ 128187 h 188007"/>
                  <a:gd name="csX3" fmla="*/ 1213503 w 1213503"/>
                  <a:gd name="csY3" fmla="*/ 145278 h 188007"/>
                  <a:gd name="csX0" fmla="*/ 0 w 1213503"/>
                  <a:gd name="csY0" fmla="*/ 0 h 191862"/>
                  <a:gd name="csX1" fmla="*/ 316194 w 1213503"/>
                  <a:gd name="csY1" fmla="*/ 188007 h 191862"/>
                  <a:gd name="csX2" fmla="*/ 931492 w 1213503"/>
                  <a:gd name="csY2" fmla="*/ 128187 h 191862"/>
                  <a:gd name="csX3" fmla="*/ 1213503 w 1213503"/>
                  <a:gd name="csY3" fmla="*/ 145278 h 191862"/>
                  <a:gd name="csX0" fmla="*/ 0 w 1213503"/>
                  <a:gd name="csY0" fmla="*/ 0 h 191395"/>
                  <a:gd name="csX1" fmla="*/ 316194 w 1213503"/>
                  <a:gd name="csY1" fmla="*/ 188007 h 191395"/>
                  <a:gd name="csX2" fmla="*/ 931492 w 1213503"/>
                  <a:gd name="csY2" fmla="*/ 128187 h 191395"/>
                  <a:gd name="csX3" fmla="*/ 1213503 w 1213503"/>
                  <a:gd name="csY3" fmla="*/ 145278 h 191395"/>
                  <a:gd name="csX0" fmla="*/ 0 w 1265640"/>
                  <a:gd name="csY0" fmla="*/ 48673 h 82132"/>
                  <a:gd name="csX1" fmla="*/ 368331 w 1265640"/>
                  <a:gd name="csY1" fmla="*/ 60217 h 82132"/>
                  <a:gd name="csX2" fmla="*/ 983629 w 1265640"/>
                  <a:gd name="csY2" fmla="*/ 397 h 82132"/>
                  <a:gd name="csX3" fmla="*/ 1265640 w 1265640"/>
                  <a:gd name="csY3" fmla="*/ 17488 h 82132"/>
                  <a:gd name="csX0" fmla="*/ 0 w 1265640"/>
                  <a:gd name="csY0" fmla="*/ 48673 h 61275"/>
                  <a:gd name="csX1" fmla="*/ 368331 w 1265640"/>
                  <a:gd name="csY1" fmla="*/ 60217 h 61275"/>
                  <a:gd name="csX2" fmla="*/ 983629 w 1265640"/>
                  <a:gd name="csY2" fmla="*/ 397 h 61275"/>
                  <a:gd name="csX3" fmla="*/ 1265640 w 1265640"/>
                  <a:gd name="csY3" fmla="*/ 17488 h 61275"/>
                  <a:gd name="csX0" fmla="*/ 0 w 1265640"/>
                  <a:gd name="csY0" fmla="*/ 48708 h 48708"/>
                  <a:gd name="csX1" fmla="*/ 608962 w 1265640"/>
                  <a:gd name="csY1" fmla="*/ 36188 h 48708"/>
                  <a:gd name="csX2" fmla="*/ 983629 w 1265640"/>
                  <a:gd name="csY2" fmla="*/ 432 h 48708"/>
                  <a:gd name="csX3" fmla="*/ 1265640 w 1265640"/>
                  <a:gd name="csY3" fmla="*/ 17523 h 487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65640" h="48708">
                    <a:moveTo>
                      <a:pt x="0" y="48708"/>
                    </a:moveTo>
                    <a:cubicBezTo>
                      <a:pt x="173577" y="27156"/>
                      <a:pt x="445024" y="44234"/>
                      <a:pt x="608962" y="36188"/>
                    </a:cubicBezTo>
                    <a:cubicBezTo>
                      <a:pt x="772900" y="28142"/>
                      <a:pt x="874183" y="3543"/>
                      <a:pt x="983629" y="432"/>
                    </a:cubicBezTo>
                    <a:cubicBezTo>
                      <a:pt x="1093075" y="-2679"/>
                      <a:pt x="1171636" y="11826"/>
                      <a:pt x="1265640" y="17523"/>
                    </a:cubicBezTo>
                  </a:path>
                </a:pathLst>
              </a:custGeom>
              <a:noFill/>
              <a:ln w="31750"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3" name="Right Arrow 52">
              <a:extLst>
                <a:ext uri="{FF2B5EF4-FFF2-40B4-BE49-F238E27FC236}">
                  <a16:creationId xmlns:a16="http://schemas.microsoft.com/office/drawing/2014/main" id="{8DEEB8A0-49F6-A819-3980-093A7376B2FF}"/>
                </a:ext>
              </a:extLst>
            </p:cNvPr>
            <p:cNvSpPr/>
            <p:nvPr/>
          </p:nvSpPr>
          <p:spPr>
            <a:xfrm>
              <a:off x="3779890" y="3730717"/>
              <a:ext cx="648090" cy="3526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1C561FD-EE29-DF18-A715-25527A14EAE6}"/>
                </a:ext>
              </a:extLst>
            </p:cNvPr>
            <p:cNvGrpSpPr/>
            <p:nvPr/>
          </p:nvGrpSpPr>
          <p:grpSpPr>
            <a:xfrm>
              <a:off x="4747418" y="4661931"/>
              <a:ext cx="4361212" cy="2007518"/>
              <a:chOff x="-638298" y="3396343"/>
              <a:chExt cx="4361212" cy="2007518"/>
            </a:xfrm>
          </p:grpSpPr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EAA70A64-1C78-9DB3-8028-BF81792C952D}"/>
                  </a:ext>
                </a:extLst>
              </p:cNvPr>
              <p:cNvSpPr/>
              <p:nvPr/>
            </p:nvSpPr>
            <p:spPr>
              <a:xfrm flipH="1" flipV="1">
                <a:off x="-638298" y="4996344"/>
                <a:ext cx="3090516" cy="407517"/>
              </a:xfrm>
              <a:custGeom>
                <a:avLst/>
                <a:gdLst>
                  <a:gd name="csX0" fmla="*/ 1615859 w 1658588"/>
                  <a:gd name="csY0" fmla="*/ 42729 h 376015"/>
                  <a:gd name="csX1" fmla="*/ 1573130 w 1658588"/>
                  <a:gd name="csY1" fmla="*/ 51275 h 376015"/>
                  <a:gd name="csX2" fmla="*/ 1256936 w 1658588"/>
                  <a:gd name="csY2" fmla="*/ 34183 h 376015"/>
                  <a:gd name="csX3" fmla="*/ 1231298 w 1658588"/>
                  <a:gd name="csY3" fmla="*/ 17092 h 376015"/>
                  <a:gd name="csX4" fmla="*/ 1162932 w 1658588"/>
                  <a:gd name="csY4" fmla="*/ 0 h 376015"/>
                  <a:gd name="csX5" fmla="*/ 1111657 w 1658588"/>
                  <a:gd name="csY5" fmla="*/ 8546 h 376015"/>
                  <a:gd name="csX6" fmla="*/ 1086020 w 1658588"/>
                  <a:gd name="csY6" fmla="*/ 34183 h 376015"/>
                  <a:gd name="csX7" fmla="*/ 1060382 w 1658588"/>
                  <a:gd name="csY7" fmla="*/ 51275 h 376015"/>
                  <a:gd name="csX8" fmla="*/ 872375 w 1658588"/>
                  <a:gd name="csY8" fmla="*/ 42729 h 376015"/>
                  <a:gd name="csX9" fmla="*/ 812554 w 1658588"/>
                  <a:gd name="csY9" fmla="*/ 25637 h 376015"/>
                  <a:gd name="csX10" fmla="*/ 539089 w 1658588"/>
                  <a:gd name="csY10" fmla="*/ 34183 h 376015"/>
                  <a:gd name="csX11" fmla="*/ 521997 w 1658588"/>
                  <a:gd name="csY11" fmla="*/ 59821 h 376015"/>
                  <a:gd name="csX12" fmla="*/ 496360 w 1658588"/>
                  <a:gd name="csY12" fmla="*/ 76912 h 376015"/>
                  <a:gd name="csX13" fmla="*/ 410902 w 1658588"/>
                  <a:gd name="csY13" fmla="*/ 59821 h 376015"/>
                  <a:gd name="csX14" fmla="*/ 359627 w 1658588"/>
                  <a:gd name="csY14" fmla="*/ 25637 h 376015"/>
                  <a:gd name="csX15" fmla="*/ 333990 w 1658588"/>
                  <a:gd name="csY15" fmla="*/ 8546 h 376015"/>
                  <a:gd name="csX16" fmla="*/ 214349 w 1658588"/>
                  <a:gd name="csY16" fmla="*/ 34183 h 376015"/>
                  <a:gd name="csX17" fmla="*/ 188711 w 1658588"/>
                  <a:gd name="csY17" fmla="*/ 42729 h 376015"/>
                  <a:gd name="csX18" fmla="*/ 86162 w 1658588"/>
                  <a:gd name="csY18" fmla="*/ 34183 h 376015"/>
                  <a:gd name="csX19" fmla="*/ 60524 w 1658588"/>
                  <a:gd name="csY19" fmla="*/ 25637 h 376015"/>
                  <a:gd name="csX20" fmla="*/ 26341 w 1658588"/>
                  <a:gd name="csY20" fmla="*/ 17092 h 376015"/>
                  <a:gd name="csX21" fmla="*/ 704 w 1658588"/>
                  <a:gd name="csY21" fmla="*/ 34183 h 376015"/>
                  <a:gd name="csX22" fmla="*/ 9250 w 1658588"/>
                  <a:gd name="csY22" fmla="*/ 59821 h 376015"/>
                  <a:gd name="csX23" fmla="*/ 34887 w 1658588"/>
                  <a:gd name="csY23" fmla="*/ 179462 h 376015"/>
                  <a:gd name="csX24" fmla="*/ 43433 w 1658588"/>
                  <a:gd name="csY24" fmla="*/ 205099 h 376015"/>
                  <a:gd name="csX25" fmla="*/ 94708 w 1658588"/>
                  <a:gd name="csY25" fmla="*/ 222191 h 376015"/>
                  <a:gd name="csX26" fmla="*/ 145982 w 1658588"/>
                  <a:gd name="csY26" fmla="*/ 239282 h 376015"/>
                  <a:gd name="csX27" fmla="*/ 171620 w 1658588"/>
                  <a:gd name="csY27" fmla="*/ 247828 h 376015"/>
                  <a:gd name="csX28" fmla="*/ 222894 w 1658588"/>
                  <a:gd name="csY28" fmla="*/ 256374 h 376015"/>
                  <a:gd name="csX29" fmla="*/ 265623 w 1658588"/>
                  <a:gd name="csY29" fmla="*/ 264920 h 376015"/>
                  <a:gd name="csX30" fmla="*/ 316898 w 1658588"/>
                  <a:gd name="csY30" fmla="*/ 282011 h 376015"/>
                  <a:gd name="csX31" fmla="*/ 368173 w 1658588"/>
                  <a:gd name="csY31" fmla="*/ 316195 h 376015"/>
                  <a:gd name="csX32" fmla="*/ 410902 w 1658588"/>
                  <a:gd name="csY32" fmla="*/ 350378 h 376015"/>
                  <a:gd name="csX33" fmla="*/ 470722 w 1658588"/>
                  <a:gd name="csY33" fmla="*/ 376015 h 376015"/>
                  <a:gd name="csX34" fmla="*/ 547635 w 1658588"/>
                  <a:gd name="csY34" fmla="*/ 367469 h 376015"/>
                  <a:gd name="csX35" fmla="*/ 641638 w 1658588"/>
                  <a:gd name="csY35" fmla="*/ 358923 h 376015"/>
                  <a:gd name="csX36" fmla="*/ 692913 w 1658588"/>
                  <a:gd name="csY36" fmla="*/ 341832 h 376015"/>
                  <a:gd name="csX37" fmla="*/ 761279 w 1658588"/>
                  <a:gd name="csY37" fmla="*/ 299103 h 376015"/>
                  <a:gd name="csX38" fmla="*/ 949287 w 1658588"/>
                  <a:gd name="csY38" fmla="*/ 307649 h 376015"/>
                  <a:gd name="csX39" fmla="*/ 1009108 w 1658588"/>
                  <a:gd name="csY39" fmla="*/ 324740 h 376015"/>
                  <a:gd name="csX40" fmla="*/ 1043291 w 1658588"/>
                  <a:gd name="csY40" fmla="*/ 341832 h 376015"/>
                  <a:gd name="csX41" fmla="*/ 1120203 w 1658588"/>
                  <a:gd name="csY41" fmla="*/ 367469 h 376015"/>
                  <a:gd name="csX42" fmla="*/ 1265481 w 1658588"/>
                  <a:gd name="csY42" fmla="*/ 350378 h 376015"/>
                  <a:gd name="csX43" fmla="*/ 1299665 w 1658588"/>
                  <a:gd name="csY43" fmla="*/ 333286 h 376015"/>
                  <a:gd name="csX44" fmla="*/ 1350939 w 1658588"/>
                  <a:gd name="csY44" fmla="*/ 299103 h 376015"/>
                  <a:gd name="csX45" fmla="*/ 1538947 w 1658588"/>
                  <a:gd name="csY45" fmla="*/ 299103 h 376015"/>
                  <a:gd name="csX46" fmla="*/ 1607313 w 1658588"/>
                  <a:gd name="csY46" fmla="*/ 282011 h 376015"/>
                  <a:gd name="csX47" fmla="*/ 1658588 w 1658588"/>
                  <a:gd name="csY47" fmla="*/ 264920 h 376015"/>
                  <a:gd name="csX48" fmla="*/ 1632951 w 1658588"/>
                  <a:gd name="csY48" fmla="*/ 256374 h 376015"/>
                  <a:gd name="csX49" fmla="*/ 1607313 w 1658588"/>
                  <a:gd name="csY49" fmla="*/ 264920 h 376015"/>
                  <a:gd name="csX0" fmla="*/ 1634460 w 1677189"/>
                  <a:gd name="csY0" fmla="*/ 42729 h 376015"/>
                  <a:gd name="csX1" fmla="*/ 1591731 w 1677189"/>
                  <a:gd name="csY1" fmla="*/ 51275 h 376015"/>
                  <a:gd name="csX2" fmla="*/ 1275537 w 1677189"/>
                  <a:gd name="csY2" fmla="*/ 34183 h 376015"/>
                  <a:gd name="csX3" fmla="*/ 1249899 w 1677189"/>
                  <a:gd name="csY3" fmla="*/ 17092 h 376015"/>
                  <a:gd name="csX4" fmla="*/ 1181533 w 1677189"/>
                  <a:gd name="csY4" fmla="*/ 0 h 376015"/>
                  <a:gd name="csX5" fmla="*/ 1130258 w 1677189"/>
                  <a:gd name="csY5" fmla="*/ 8546 h 376015"/>
                  <a:gd name="csX6" fmla="*/ 1104621 w 1677189"/>
                  <a:gd name="csY6" fmla="*/ 34183 h 376015"/>
                  <a:gd name="csX7" fmla="*/ 1078983 w 1677189"/>
                  <a:gd name="csY7" fmla="*/ 51275 h 376015"/>
                  <a:gd name="csX8" fmla="*/ 890976 w 1677189"/>
                  <a:gd name="csY8" fmla="*/ 42729 h 376015"/>
                  <a:gd name="csX9" fmla="*/ 831155 w 1677189"/>
                  <a:gd name="csY9" fmla="*/ 25637 h 376015"/>
                  <a:gd name="csX10" fmla="*/ 557690 w 1677189"/>
                  <a:gd name="csY10" fmla="*/ 34183 h 376015"/>
                  <a:gd name="csX11" fmla="*/ 540598 w 1677189"/>
                  <a:gd name="csY11" fmla="*/ 59821 h 376015"/>
                  <a:gd name="csX12" fmla="*/ 514961 w 1677189"/>
                  <a:gd name="csY12" fmla="*/ 76912 h 376015"/>
                  <a:gd name="csX13" fmla="*/ 429503 w 1677189"/>
                  <a:gd name="csY13" fmla="*/ 59821 h 376015"/>
                  <a:gd name="csX14" fmla="*/ 378228 w 1677189"/>
                  <a:gd name="csY14" fmla="*/ 25637 h 376015"/>
                  <a:gd name="csX15" fmla="*/ 352591 w 1677189"/>
                  <a:gd name="csY15" fmla="*/ 8546 h 376015"/>
                  <a:gd name="csX16" fmla="*/ 232950 w 1677189"/>
                  <a:gd name="csY16" fmla="*/ 34183 h 376015"/>
                  <a:gd name="csX17" fmla="*/ 207312 w 1677189"/>
                  <a:gd name="csY17" fmla="*/ 42729 h 376015"/>
                  <a:gd name="csX18" fmla="*/ 104763 w 1677189"/>
                  <a:gd name="csY18" fmla="*/ 34183 h 376015"/>
                  <a:gd name="csX19" fmla="*/ 79125 w 1677189"/>
                  <a:gd name="csY19" fmla="*/ 25637 h 376015"/>
                  <a:gd name="csX20" fmla="*/ 44942 w 1677189"/>
                  <a:gd name="csY20" fmla="*/ 17092 h 376015"/>
                  <a:gd name="csX21" fmla="*/ 19305 w 1677189"/>
                  <a:gd name="csY21" fmla="*/ 34183 h 376015"/>
                  <a:gd name="csX22" fmla="*/ 27851 w 1677189"/>
                  <a:gd name="csY22" fmla="*/ 59821 h 376015"/>
                  <a:gd name="csX23" fmla="*/ 9372 w 1677189"/>
                  <a:gd name="csY23" fmla="*/ 195505 h 376015"/>
                  <a:gd name="csX24" fmla="*/ 62034 w 1677189"/>
                  <a:gd name="csY24" fmla="*/ 205099 h 376015"/>
                  <a:gd name="csX25" fmla="*/ 113309 w 1677189"/>
                  <a:gd name="csY25" fmla="*/ 222191 h 376015"/>
                  <a:gd name="csX26" fmla="*/ 164583 w 1677189"/>
                  <a:gd name="csY26" fmla="*/ 239282 h 376015"/>
                  <a:gd name="csX27" fmla="*/ 190221 w 1677189"/>
                  <a:gd name="csY27" fmla="*/ 247828 h 376015"/>
                  <a:gd name="csX28" fmla="*/ 241495 w 1677189"/>
                  <a:gd name="csY28" fmla="*/ 256374 h 376015"/>
                  <a:gd name="csX29" fmla="*/ 284224 w 1677189"/>
                  <a:gd name="csY29" fmla="*/ 264920 h 376015"/>
                  <a:gd name="csX30" fmla="*/ 335499 w 1677189"/>
                  <a:gd name="csY30" fmla="*/ 282011 h 376015"/>
                  <a:gd name="csX31" fmla="*/ 386774 w 1677189"/>
                  <a:gd name="csY31" fmla="*/ 316195 h 376015"/>
                  <a:gd name="csX32" fmla="*/ 429503 w 1677189"/>
                  <a:gd name="csY32" fmla="*/ 350378 h 376015"/>
                  <a:gd name="csX33" fmla="*/ 489323 w 1677189"/>
                  <a:gd name="csY33" fmla="*/ 376015 h 376015"/>
                  <a:gd name="csX34" fmla="*/ 566236 w 1677189"/>
                  <a:gd name="csY34" fmla="*/ 367469 h 376015"/>
                  <a:gd name="csX35" fmla="*/ 660239 w 1677189"/>
                  <a:gd name="csY35" fmla="*/ 358923 h 376015"/>
                  <a:gd name="csX36" fmla="*/ 711514 w 1677189"/>
                  <a:gd name="csY36" fmla="*/ 341832 h 376015"/>
                  <a:gd name="csX37" fmla="*/ 779880 w 1677189"/>
                  <a:gd name="csY37" fmla="*/ 299103 h 376015"/>
                  <a:gd name="csX38" fmla="*/ 967888 w 1677189"/>
                  <a:gd name="csY38" fmla="*/ 307649 h 376015"/>
                  <a:gd name="csX39" fmla="*/ 1027709 w 1677189"/>
                  <a:gd name="csY39" fmla="*/ 324740 h 376015"/>
                  <a:gd name="csX40" fmla="*/ 1061892 w 1677189"/>
                  <a:gd name="csY40" fmla="*/ 341832 h 376015"/>
                  <a:gd name="csX41" fmla="*/ 1138804 w 1677189"/>
                  <a:gd name="csY41" fmla="*/ 367469 h 376015"/>
                  <a:gd name="csX42" fmla="*/ 1284082 w 1677189"/>
                  <a:gd name="csY42" fmla="*/ 350378 h 376015"/>
                  <a:gd name="csX43" fmla="*/ 1318266 w 1677189"/>
                  <a:gd name="csY43" fmla="*/ 333286 h 376015"/>
                  <a:gd name="csX44" fmla="*/ 1369540 w 1677189"/>
                  <a:gd name="csY44" fmla="*/ 299103 h 376015"/>
                  <a:gd name="csX45" fmla="*/ 1557548 w 1677189"/>
                  <a:gd name="csY45" fmla="*/ 299103 h 376015"/>
                  <a:gd name="csX46" fmla="*/ 1625914 w 1677189"/>
                  <a:gd name="csY46" fmla="*/ 282011 h 376015"/>
                  <a:gd name="csX47" fmla="*/ 1677189 w 1677189"/>
                  <a:gd name="csY47" fmla="*/ 264920 h 376015"/>
                  <a:gd name="csX48" fmla="*/ 1651552 w 1677189"/>
                  <a:gd name="csY48" fmla="*/ 256374 h 376015"/>
                  <a:gd name="csX49" fmla="*/ 1625914 w 1677189"/>
                  <a:gd name="csY49" fmla="*/ 264920 h 376015"/>
                  <a:gd name="csX0" fmla="*/ 1634460 w 1677189"/>
                  <a:gd name="csY0" fmla="*/ 43591 h 376877"/>
                  <a:gd name="csX1" fmla="*/ 1571678 w 1677189"/>
                  <a:gd name="csY1" fmla="*/ 0 h 376877"/>
                  <a:gd name="csX2" fmla="*/ 1275537 w 1677189"/>
                  <a:gd name="csY2" fmla="*/ 35045 h 376877"/>
                  <a:gd name="csX3" fmla="*/ 1249899 w 1677189"/>
                  <a:gd name="csY3" fmla="*/ 17954 h 376877"/>
                  <a:gd name="csX4" fmla="*/ 1181533 w 1677189"/>
                  <a:gd name="csY4" fmla="*/ 862 h 376877"/>
                  <a:gd name="csX5" fmla="*/ 1130258 w 1677189"/>
                  <a:gd name="csY5" fmla="*/ 9408 h 376877"/>
                  <a:gd name="csX6" fmla="*/ 1104621 w 1677189"/>
                  <a:gd name="csY6" fmla="*/ 35045 h 376877"/>
                  <a:gd name="csX7" fmla="*/ 1078983 w 1677189"/>
                  <a:gd name="csY7" fmla="*/ 52137 h 376877"/>
                  <a:gd name="csX8" fmla="*/ 890976 w 1677189"/>
                  <a:gd name="csY8" fmla="*/ 43591 h 376877"/>
                  <a:gd name="csX9" fmla="*/ 831155 w 1677189"/>
                  <a:gd name="csY9" fmla="*/ 26499 h 376877"/>
                  <a:gd name="csX10" fmla="*/ 557690 w 1677189"/>
                  <a:gd name="csY10" fmla="*/ 35045 h 376877"/>
                  <a:gd name="csX11" fmla="*/ 540598 w 1677189"/>
                  <a:gd name="csY11" fmla="*/ 60683 h 376877"/>
                  <a:gd name="csX12" fmla="*/ 514961 w 1677189"/>
                  <a:gd name="csY12" fmla="*/ 77774 h 376877"/>
                  <a:gd name="csX13" fmla="*/ 429503 w 1677189"/>
                  <a:gd name="csY13" fmla="*/ 60683 h 376877"/>
                  <a:gd name="csX14" fmla="*/ 378228 w 1677189"/>
                  <a:gd name="csY14" fmla="*/ 26499 h 376877"/>
                  <a:gd name="csX15" fmla="*/ 352591 w 1677189"/>
                  <a:gd name="csY15" fmla="*/ 9408 h 376877"/>
                  <a:gd name="csX16" fmla="*/ 232950 w 1677189"/>
                  <a:gd name="csY16" fmla="*/ 35045 h 376877"/>
                  <a:gd name="csX17" fmla="*/ 207312 w 1677189"/>
                  <a:gd name="csY17" fmla="*/ 43591 h 376877"/>
                  <a:gd name="csX18" fmla="*/ 104763 w 1677189"/>
                  <a:gd name="csY18" fmla="*/ 35045 h 376877"/>
                  <a:gd name="csX19" fmla="*/ 79125 w 1677189"/>
                  <a:gd name="csY19" fmla="*/ 26499 h 376877"/>
                  <a:gd name="csX20" fmla="*/ 44942 w 1677189"/>
                  <a:gd name="csY20" fmla="*/ 17954 h 376877"/>
                  <a:gd name="csX21" fmla="*/ 19305 w 1677189"/>
                  <a:gd name="csY21" fmla="*/ 35045 h 376877"/>
                  <a:gd name="csX22" fmla="*/ 27851 w 1677189"/>
                  <a:gd name="csY22" fmla="*/ 60683 h 376877"/>
                  <a:gd name="csX23" fmla="*/ 9372 w 1677189"/>
                  <a:gd name="csY23" fmla="*/ 196367 h 376877"/>
                  <a:gd name="csX24" fmla="*/ 62034 w 1677189"/>
                  <a:gd name="csY24" fmla="*/ 205961 h 376877"/>
                  <a:gd name="csX25" fmla="*/ 113309 w 1677189"/>
                  <a:gd name="csY25" fmla="*/ 223053 h 376877"/>
                  <a:gd name="csX26" fmla="*/ 164583 w 1677189"/>
                  <a:gd name="csY26" fmla="*/ 240144 h 376877"/>
                  <a:gd name="csX27" fmla="*/ 190221 w 1677189"/>
                  <a:gd name="csY27" fmla="*/ 248690 h 376877"/>
                  <a:gd name="csX28" fmla="*/ 241495 w 1677189"/>
                  <a:gd name="csY28" fmla="*/ 257236 h 376877"/>
                  <a:gd name="csX29" fmla="*/ 284224 w 1677189"/>
                  <a:gd name="csY29" fmla="*/ 265782 h 376877"/>
                  <a:gd name="csX30" fmla="*/ 335499 w 1677189"/>
                  <a:gd name="csY30" fmla="*/ 282873 h 376877"/>
                  <a:gd name="csX31" fmla="*/ 386774 w 1677189"/>
                  <a:gd name="csY31" fmla="*/ 317057 h 376877"/>
                  <a:gd name="csX32" fmla="*/ 429503 w 1677189"/>
                  <a:gd name="csY32" fmla="*/ 351240 h 376877"/>
                  <a:gd name="csX33" fmla="*/ 489323 w 1677189"/>
                  <a:gd name="csY33" fmla="*/ 376877 h 376877"/>
                  <a:gd name="csX34" fmla="*/ 566236 w 1677189"/>
                  <a:gd name="csY34" fmla="*/ 368331 h 376877"/>
                  <a:gd name="csX35" fmla="*/ 660239 w 1677189"/>
                  <a:gd name="csY35" fmla="*/ 359785 h 376877"/>
                  <a:gd name="csX36" fmla="*/ 711514 w 1677189"/>
                  <a:gd name="csY36" fmla="*/ 342694 h 376877"/>
                  <a:gd name="csX37" fmla="*/ 779880 w 1677189"/>
                  <a:gd name="csY37" fmla="*/ 299965 h 376877"/>
                  <a:gd name="csX38" fmla="*/ 967888 w 1677189"/>
                  <a:gd name="csY38" fmla="*/ 308511 h 376877"/>
                  <a:gd name="csX39" fmla="*/ 1027709 w 1677189"/>
                  <a:gd name="csY39" fmla="*/ 325602 h 376877"/>
                  <a:gd name="csX40" fmla="*/ 1061892 w 1677189"/>
                  <a:gd name="csY40" fmla="*/ 342694 h 376877"/>
                  <a:gd name="csX41" fmla="*/ 1138804 w 1677189"/>
                  <a:gd name="csY41" fmla="*/ 368331 h 376877"/>
                  <a:gd name="csX42" fmla="*/ 1284082 w 1677189"/>
                  <a:gd name="csY42" fmla="*/ 351240 h 376877"/>
                  <a:gd name="csX43" fmla="*/ 1318266 w 1677189"/>
                  <a:gd name="csY43" fmla="*/ 334148 h 376877"/>
                  <a:gd name="csX44" fmla="*/ 1369540 w 1677189"/>
                  <a:gd name="csY44" fmla="*/ 299965 h 376877"/>
                  <a:gd name="csX45" fmla="*/ 1557548 w 1677189"/>
                  <a:gd name="csY45" fmla="*/ 299965 h 376877"/>
                  <a:gd name="csX46" fmla="*/ 1625914 w 1677189"/>
                  <a:gd name="csY46" fmla="*/ 282873 h 376877"/>
                  <a:gd name="csX47" fmla="*/ 1677189 w 1677189"/>
                  <a:gd name="csY47" fmla="*/ 265782 h 376877"/>
                  <a:gd name="csX48" fmla="*/ 1651552 w 1677189"/>
                  <a:gd name="csY48" fmla="*/ 257236 h 376877"/>
                  <a:gd name="csX49" fmla="*/ 1625914 w 1677189"/>
                  <a:gd name="csY49" fmla="*/ 265782 h 376877"/>
                  <a:gd name="csX0" fmla="*/ 1682586 w 1682586"/>
                  <a:gd name="csY0" fmla="*/ 47649 h 376924"/>
                  <a:gd name="csX1" fmla="*/ 1571678 w 1682586"/>
                  <a:gd name="csY1" fmla="*/ 47 h 376924"/>
                  <a:gd name="csX2" fmla="*/ 1275537 w 1682586"/>
                  <a:gd name="csY2" fmla="*/ 35092 h 376924"/>
                  <a:gd name="csX3" fmla="*/ 1249899 w 1682586"/>
                  <a:gd name="csY3" fmla="*/ 18001 h 376924"/>
                  <a:gd name="csX4" fmla="*/ 1181533 w 1682586"/>
                  <a:gd name="csY4" fmla="*/ 909 h 376924"/>
                  <a:gd name="csX5" fmla="*/ 1130258 w 1682586"/>
                  <a:gd name="csY5" fmla="*/ 9455 h 376924"/>
                  <a:gd name="csX6" fmla="*/ 1104621 w 1682586"/>
                  <a:gd name="csY6" fmla="*/ 35092 h 376924"/>
                  <a:gd name="csX7" fmla="*/ 1078983 w 1682586"/>
                  <a:gd name="csY7" fmla="*/ 52184 h 376924"/>
                  <a:gd name="csX8" fmla="*/ 890976 w 1682586"/>
                  <a:gd name="csY8" fmla="*/ 43638 h 376924"/>
                  <a:gd name="csX9" fmla="*/ 831155 w 1682586"/>
                  <a:gd name="csY9" fmla="*/ 26546 h 376924"/>
                  <a:gd name="csX10" fmla="*/ 557690 w 1682586"/>
                  <a:gd name="csY10" fmla="*/ 35092 h 376924"/>
                  <a:gd name="csX11" fmla="*/ 540598 w 1682586"/>
                  <a:gd name="csY11" fmla="*/ 60730 h 376924"/>
                  <a:gd name="csX12" fmla="*/ 514961 w 1682586"/>
                  <a:gd name="csY12" fmla="*/ 77821 h 376924"/>
                  <a:gd name="csX13" fmla="*/ 429503 w 1682586"/>
                  <a:gd name="csY13" fmla="*/ 60730 h 376924"/>
                  <a:gd name="csX14" fmla="*/ 378228 w 1682586"/>
                  <a:gd name="csY14" fmla="*/ 26546 h 376924"/>
                  <a:gd name="csX15" fmla="*/ 352591 w 1682586"/>
                  <a:gd name="csY15" fmla="*/ 9455 h 376924"/>
                  <a:gd name="csX16" fmla="*/ 232950 w 1682586"/>
                  <a:gd name="csY16" fmla="*/ 35092 h 376924"/>
                  <a:gd name="csX17" fmla="*/ 207312 w 1682586"/>
                  <a:gd name="csY17" fmla="*/ 43638 h 376924"/>
                  <a:gd name="csX18" fmla="*/ 104763 w 1682586"/>
                  <a:gd name="csY18" fmla="*/ 35092 h 376924"/>
                  <a:gd name="csX19" fmla="*/ 79125 w 1682586"/>
                  <a:gd name="csY19" fmla="*/ 26546 h 376924"/>
                  <a:gd name="csX20" fmla="*/ 44942 w 1682586"/>
                  <a:gd name="csY20" fmla="*/ 18001 h 376924"/>
                  <a:gd name="csX21" fmla="*/ 19305 w 1682586"/>
                  <a:gd name="csY21" fmla="*/ 35092 h 376924"/>
                  <a:gd name="csX22" fmla="*/ 27851 w 1682586"/>
                  <a:gd name="csY22" fmla="*/ 60730 h 376924"/>
                  <a:gd name="csX23" fmla="*/ 9372 w 1682586"/>
                  <a:gd name="csY23" fmla="*/ 196414 h 376924"/>
                  <a:gd name="csX24" fmla="*/ 62034 w 1682586"/>
                  <a:gd name="csY24" fmla="*/ 206008 h 376924"/>
                  <a:gd name="csX25" fmla="*/ 113309 w 1682586"/>
                  <a:gd name="csY25" fmla="*/ 223100 h 376924"/>
                  <a:gd name="csX26" fmla="*/ 164583 w 1682586"/>
                  <a:gd name="csY26" fmla="*/ 240191 h 376924"/>
                  <a:gd name="csX27" fmla="*/ 190221 w 1682586"/>
                  <a:gd name="csY27" fmla="*/ 248737 h 376924"/>
                  <a:gd name="csX28" fmla="*/ 241495 w 1682586"/>
                  <a:gd name="csY28" fmla="*/ 257283 h 376924"/>
                  <a:gd name="csX29" fmla="*/ 284224 w 1682586"/>
                  <a:gd name="csY29" fmla="*/ 265829 h 376924"/>
                  <a:gd name="csX30" fmla="*/ 335499 w 1682586"/>
                  <a:gd name="csY30" fmla="*/ 282920 h 376924"/>
                  <a:gd name="csX31" fmla="*/ 386774 w 1682586"/>
                  <a:gd name="csY31" fmla="*/ 317104 h 376924"/>
                  <a:gd name="csX32" fmla="*/ 429503 w 1682586"/>
                  <a:gd name="csY32" fmla="*/ 351287 h 376924"/>
                  <a:gd name="csX33" fmla="*/ 489323 w 1682586"/>
                  <a:gd name="csY33" fmla="*/ 376924 h 376924"/>
                  <a:gd name="csX34" fmla="*/ 566236 w 1682586"/>
                  <a:gd name="csY34" fmla="*/ 368378 h 376924"/>
                  <a:gd name="csX35" fmla="*/ 660239 w 1682586"/>
                  <a:gd name="csY35" fmla="*/ 359832 h 376924"/>
                  <a:gd name="csX36" fmla="*/ 711514 w 1682586"/>
                  <a:gd name="csY36" fmla="*/ 342741 h 376924"/>
                  <a:gd name="csX37" fmla="*/ 779880 w 1682586"/>
                  <a:gd name="csY37" fmla="*/ 300012 h 376924"/>
                  <a:gd name="csX38" fmla="*/ 967888 w 1682586"/>
                  <a:gd name="csY38" fmla="*/ 308558 h 376924"/>
                  <a:gd name="csX39" fmla="*/ 1027709 w 1682586"/>
                  <a:gd name="csY39" fmla="*/ 325649 h 376924"/>
                  <a:gd name="csX40" fmla="*/ 1061892 w 1682586"/>
                  <a:gd name="csY40" fmla="*/ 342741 h 376924"/>
                  <a:gd name="csX41" fmla="*/ 1138804 w 1682586"/>
                  <a:gd name="csY41" fmla="*/ 368378 h 376924"/>
                  <a:gd name="csX42" fmla="*/ 1284082 w 1682586"/>
                  <a:gd name="csY42" fmla="*/ 351287 h 376924"/>
                  <a:gd name="csX43" fmla="*/ 1318266 w 1682586"/>
                  <a:gd name="csY43" fmla="*/ 334195 h 376924"/>
                  <a:gd name="csX44" fmla="*/ 1369540 w 1682586"/>
                  <a:gd name="csY44" fmla="*/ 300012 h 376924"/>
                  <a:gd name="csX45" fmla="*/ 1557548 w 1682586"/>
                  <a:gd name="csY45" fmla="*/ 300012 h 376924"/>
                  <a:gd name="csX46" fmla="*/ 1625914 w 1682586"/>
                  <a:gd name="csY46" fmla="*/ 282920 h 376924"/>
                  <a:gd name="csX47" fmla="*/ 1677189 w 1682586"/>
                  <a:gd name="csY47" fmla="*/ 265829 h 376924"/>
                  <a:gd name="csX48" fmla="*/ 1651552 w 1682586"/>
                  <a:gd name="csY48" fmla="*/ 257283 h 376924"/>
                  <a:gd name="csX49" fmla="*/ 1625914 w 1682586"/>
                  <a:gd name="csY49" fmla="*/ 265829 h 376924"/>
                  <a:gd name="csX0" fmla="*/ 1682586 w 1682586"/>
                  <a:gd name="csY0" fmla="*/ 47649 h 376924"/>
                  <a:gd name="csX1" fmla="*/ 1571678 w 1682586"/>
                  <a:gd name="csY1" fmla="*/ 47 h 376924"/>
                  <a:gd name="csX2" fmla="*/ 1275537 w 1682586"/>
                  <a:gd name="csY2" fmla="*/ 35092 h 376924"/>
                  <a:gd name="csX3" fmla="*/ 1249899 w 1682586"/>
                  <a:gd name="csY3" fmla="*/ 18001 h 376924"/>
                  <a:gd name="csX4" fmla="*/ 1181533 w 1682586"/>
                  <a:gd name="csY4" fmla="*/ 909 h 376924"/>
                  <a:gd name="csX5" fmla="*/ 1130258 w 1682586"/>
                  <a:gd name="csY5" fmla="*/ 9455 h 376924"/>
                  <a:gd name="csX6" fmla="*/ 1104621 w 1682586"/>
                  <a:gd name="csY6" fmla="*/ 35092 h 376924"/>
                  <a:gd name="csX7" fmla="*/ 1078983 w 1682586"/>
                  <a:gd name="csY7" fmla="*/ 52184 h 376924"/>
                  <a:gd name="csX8" fmla="*/ 890976 w 1682586"/>
                  <a:gd name="csY8" fmla="*/ 43638 h 376924"/>
                  <a:gd name="csX9" fmla="*/ 831155 w 1682586"/>
                  <a:gd name="csY9" fmla="*/ 26546 h 376924"/>
                  <a:gd name="csX10" fmla="*/ 557690 w 1682586"/>
                  <a:gd name="csY10" fmla="*/ 35092 h 376924"/>
                  <a:gd name="csX11" fmla="*/ 540598 w 1682586"/>
                  <a:gd name="csY11" fmla="*/ 60730 h 376924"/>
                  <a:gd name="csX12" fmla="*/ 514961 w 1682586"/>
                  <a:gd name="csY12" fmla="*/ 77821 h 376924"/>
                  <a:gd name="csX13" fmla="*/ 429503 w 1682586"/>
                  <a:gd name="csY13" fmla="*/ 60730 h 376924"/>
                  <a:gd name="csX14" fmla="*/ 378228 w 1682586"/>
                  <a:gd name="csY14" fmla="*/ 26546 h 376924"/>
                  <a:gd name="csX15" fmla="*/ 352591 w 1682586"/>
                  <a:gd name="csY15" fmla="*/ 9455 h 376924"/>
                  <a:gd name="csX16" fmla="*/ 232950 w 1682586"/>
                  <a:gd name="csY16" fmla="*/ 35092 h 376924"/>
                  <a:gd name="csX17" fmla="*/ 207312 w 1682586"/>
                  <a:gd name="csY17" fmla="*/ 43638 h 376924"/>
                  <a:gd name="csX18" fmla="*/ 104763 w 1682586"/>
                  <a:gd name="csY18" fmla="*/ 35092 h 376924"/>
                  <a:gd name="csX19" fmla="*/ 79125 w 1682586"/>
                  <a:gd name="csY19" fmla="*/ 26546 h 376924"/>
                  <a:gd name="csX20" fmla="*/ 44942 w 1682586"/>
                  <a:gd name="csY20" fmla="*/ 18001 h 376924"/>
                  <a:gd name="csX21" fmla="*/ 19305 w 1682586"/>
                  <a:gd name="csY21" fmla="*/ 35092 h 376924"/>
                  <a:gd name="csX22" fmla="*/ 27851 w 1682586"/>
                  <a:gd name="csY22" fmla="*/ 60730 h 376924"/>
                  <a:gd name="csX23" fmla="*/ 9372 w 1682586"/>
                  <a:gd name="csY23" fmla="*/ 196414 h 376924"/>
                  <a:gd name="csX24" fmla="*/ 62034 w 1682586"/>
                  <a:gd name="csY24" fmla="*/ 206008 h 376924"/>
                  <a:gd name="csX25" fmla="*/ 113309 w 1682586"/>
                  <a:gd name="csY25" fmla="*/ 223100 h 376924"/>
                  <a:gd name="csX26" fmla="*/ 164583 w 1682586"/>
                  <a:gd name="csY26" fmla="*/ 240191 h 376924"/>
                  <a:gd name="csX27" fmla="*/ 190221 w 1682586"/>
                  <a:gd name="csY27" fmla="*/ 248737 h 376924"/>
                  <a:gd name="csX28" fmla="*/ 241495 w 1682586"/>
                  <a:gd name="csY28" fmla="*/ 257283 h 376924"/>
                  <a:gd name="csX29" fmla="*/ 284224 w 1682586"/>
                  <a:gd name="csY29" fmla="*/ 265829 h 376924"/>
                  <a:gd name="csX30" fmla="*/ 335499 w 1682586"/>
                  <a:gd name="csY30" fmla="*/ 282920 h 376924"/>
                  <a:gd name="csX31" fmla="*/ 386774 w 1682586"/>
                  <a:gd name="csY31" fmla="*/ 317104 h 376924"/>
                  <a:gd name="csX32" fmla="*/ 429503 w 1682586"/>
                  <a:gd name="csY32" fmla="*/ 351287 h 376924"/>
                  <a:gd name="csX33" fmla="*/ 489323 w 1682586"/>
                  <a:gd name="csY33" fmla="*/ 376924 h 376924"/>
                  <a:gd name="csX34" fmla="*/ 566236 w 1682586"/>
                  <a:gd name="csY34" fmla="*/ 368378 h 376924"/>
                  <a:gd name="csX35" fmla="*/ 660239 w 1682586"/>
                  <a:gd name="csY35" fmla="*/ 359832 h 376924"/>
                  <a:gd name="csX36" fmla="*/ 711514 w 1682586"/>
                  <a:gd name="csY36" fmla="*/ 342741 h 376924"/>
                  <a:gd name="csX37" fmla="*/ 779880 w 1682586"/>
                  <a:gd name="csY37" fmla="*/ 300012 h 376924"/>
                  <a:gd name="csX38" fmla="*/ 967888 w 1682586"/>
                  <a:gd name="csY38" fmla="*/ 308558 h 376924"/>
                  <a:gd name="csX39" fmla="*/ 1027709 w 1682586"/>
                  <a:gd name="csY39" fmla="*/ 325649 h 376924"/>
                  <a:gd name="csX40" fmla="*/ 1061892 w 1682586"/>
                  <a:gd name="csY40" fmla="*/ 342741 h 376924"/>
                  <a:gd name="csX41" fmla="*/ 1138804 w 1682586"/>
                  <a:gd name="csY41" fmla="*/ 368378 h 376924"/>
                  <a:gd name="csX42" fmla="*/ 1284082 w 1682586"/>
                  <a:gd name="csY42" fmla="*/ 351287 h 376924"/>
                  <a:gd name="csX43" fmla="*/ 1318266 w 1682586"/>
                  <a:gd name="csY43" fmla="*/ 334195 h 376924"/>
                  <a:gd name="csX44" fmla="*/ 1369540 w 1682586"/>
                  <a:gd name="csY44" fmla="*/ 300012 h 376924"/>
                  <a:gd name="csX45" fmla="*/ 1557548 w 1682586"/>
                  <a:gd name="csY45" fmla="*/ 300012 h 376924"/>
                  <a:gd name="csX46" fmla="*/ 1625914 w 1682586"/>
                  <a:gd name="csY46" fmla="*/ 282920 h 376924"/>
                  <a:gd name="csX47" fmla="*/ 1677189 w 1682586"/>
                  <a:gd name="csY47" fmla="*/ 265829 h 376924"/>
                  <a:gd name="csX48" fmla="*/ 1651552 w 1682586"/>
                  <a:gd name="csY48" fmla="*/ 257283 h 376924"/>
                  <a:gd name="csX0" fmla="*/ 1682586 w 1682586"/>
                  <a:gd name="csY0" fmla="*/ 47649 h 376924"/>
                  <a:gd name="csX1" fmla="*/ 1571678 w 1682586"/>
                  <a:gd name="csY1" fmla="*/ 47 h 376924"/>
                  <a:gd name="csX2" fmla="*/ 1275537 w 1682586"/>
                  <a:gd name="csY2" fmla="*/ 35092 h 376924"/>
                  <a:gd name="csX3" fmla="*/ 1249899 w 1682586"/>
                  <a:gd name="csY3" fmla="*/ 18001 h 376924"/>
                  <a:gd name="csX4" fmla="*/ 1181533 w 1682586"/>
                  <a:gd name="csY4" fmla="*/ 909 h 376924"/>
                  <a:gd name="csX5" fmla="*/ 1130258 w 1682586"/>
                  <a:gd name="csY5" fmla="*/ 9455 h 376924"/>
                  <a:gd name="csX6" fmla="*/ 1104621 w 1682586"/>
                  <a:gd name="csY6" fmla="*/ 35092 h 376924"/>
                  <a:gd name="csX7" fmla="*/ 1078983 w 1682586"/>
                  <a:gd name="csY7" fmla="*/ 52184 h 376924"/>
                  <a:gd name="csX8" fmla="*/ 890976 w 1682586"/>
                  <a:gd name="csY8" fmla="*/ 43638 h 376924"/>
                  <a:gd name="csX9" fmla="*/ 831155 w 1682586"/>
                  <a:gd name="csY9" fmla="*/ 26546 h 376924"/>
                  <a:gd name="csX10" fmla="*/ 557690 w 1682586"/>
                  <a:gd name="csY10" fmla="*/ 35092 h 376924"/>
                  <a:gd name="csX11" fmla="*/ 540598 w 1682586"/>
                  <a:gd name="csY11" fmla="*/ 60730 h 376924"/>
                  <a:gd name="csX12" fmla="*/ 514961 w 1682586"/>
                  <a:gd name="csY12" fmla="*/ 77821 h 376924"/>
                  <a:gd name="csX13" fmla="*/ 429503 w 1682586"/>
                  <a:gd name="csY13" fmla="*/ 60730 h 376924"/>
                  <a:gd name="csX14" fmla="*/ 378228 w 1682586"/>
                  <a:gd name="csY14" fmla="*/ 26546 h 376924"/>
                  <a:gd name="csX15" fmla="*/ 352591 w 1682586"/>
                  <a:gd name="csY15" fmla="*/ 9455 h 376924"/>
                  <a:gd name="csX16" fmla="*/ 232950 w 1682586"/>
                  <a:gd name="csY16" fmla="*/ 35092 h 376924"/>
                  <a:gd name="csX17" fmla="*/ 207312 w 1682586"/>
                  <a:gd name="csY17" fmla="*/ 43638 h 376924"/>
                  <a:gd name="csX18" fmla="*/ 104763 w 1682586"/>
                  <a:gd name="csY18" fmla="*/ 35092 h 376924"/>
                  <a:gd name="csX19" fmla="*/ 79125 w 1682586"/>
                  <a:gd name="csY19" fmla="*/ 26546 h 376924"/>
                  <a:gd name="csX20" fmla="*/ 44942 w 1682586"/>
                  <a:gd name="csY20" fmla="*/ 18001 h 376924"/>
                  <a:gd name="csX21" fmla="*/ 19305 w 1682586"/>
                  <a:gd name="csY21" fmla="*/ 35092 h 376924"/>
                  <a:gd name="csX22" fmla="*/ 27851 w 1682586"/>
                  <a:gd name="csY22" fmla="*/ 60730 h 376924"/>
                  <a:gd name="csX23" fmla="*/ 9372 w 1682586"/>
                  <a:gd name="csY23" fmla="*/ 196414 h 376924"/>
                  <a:gd name="csX24" fmla="*/ 62034 w 1682586"/>
                  <a:gd name="csY24" fmla="*/ 206008 h 376924"/>
                  <a:gd name="csX25" fmla="*/ 113309 w 1682586"/>
                  <a:gd name="csY25" fmla="*/ 223100 h 376924"/>
                  <a:gd name="csX26" fmla="*/ 164583 w 1682586"/>
                  <a:gd name="csY26" fmla="*/ 240191 h 376924"/>
                  <a:gd name="csX27" fmla="*/ 190221 w 1682586"/>
                  <a:gd name="csY27" fmla="*/ 248737 h 376924"/>
                  <a:gd name="csX28" fmla="*/ 241495 w 1682586"/>
                  <a:gd name="csY28" fmla="*/ 257283 h 376924"/>
                  <a:gd name="csX29" fmla="*/ 284224 w 1682586"/>
                  <a:gd name="csY29" fmla="*/ 265829 h 376924"/>
                  <a:gd name="csX30" fmla="*/ 335499 w 1682586"/>
                  <a:gd name="csY30" fmla="*/ 282920 h 376924"/>
                  <a:gd name="csX31" fmla="*/ 386774 w 1682586"/>
                  <a:gd name="csY31" fmla="*/ 317104 h 376924"/>
                  <a:gd name="csX32" fmla="*/ 429503 w 1682586"/>
                  <a:gd name="csY32" fmla="*/ 351287 h 376924"/>
                  <a:gd name="csX33" fmla="*/ 489323 w 1682586"/>
                  <a:gd name="csY33" fmla="*/ 376924 h 376924"/>
                  <a:gd name="csX34" fmla="*/ 566236 w 1682586"/>
                  <a:gd name="csY34" fmla="*/ 368378 h 376924"/>
                  <a:gd name="csX35" fmla="*/ 660239 w 1682586"/>
                  <a:gd name="csY35" fmla="*/ 359832 h 376924"/>
                  <a:gd name="csX36" fmla="*/ 711514 w 1682586"/>
                  <a:gd name="csY36" fmla="*/ 342741 h 376924"/>
                  <a:gd name="csX37" fmla="*/ 779880 w 1682586"/>
                  <a:gd name="csY37" fmla="*/ 300012 h 376924"/>
                  <a:gd name="csX38" fmla="*/ 967888 w 1682586"/>
                  <a:gd name="csY38" fmla="*/ 308558 h 376924"/>
                  <a:gd name="csX39" fmla="*/ 1027709 w 1682586"/>
                  <a:gd name="csY39" fmla="*/ 325649 h 376924"/>
                  <a:gd name="csX40" fmla="*/ 1061892 w 1682586"/>
                  <a:gd name="csY40" fmla="*/ 342741 h 376924"/>
                  <a:gd name="csX41" fmla="*/ 1138804 w 1682586"/>
                  <a:gd name="csY41" fmla="*/ 368378 h 376924"/>
                  <a:gd name="csX42" fmla="*/ 1284082 w 1682586"/>
                  <a:gd name="csY42" fmla="*/ 351287 h 376924"/>
                  <a:gd name="csX43" fmla="*/ 1318266 w 1682586"/>
                  <a:gd name="csY43" fmla="*/ 334195 h 376924"/>
                  <a:gd name="csX44" fmla="*/ 1369540 w 1682586"/>
                  <a:gd name="csY44" fmla="*/ 300012 h 376924"/>
                  <a:gd name="csX45" fmla="*/ 1557548 w 1682586"/>
                  <a:gd name="csY45" fmla="*/ 300012 h 376924"/>
                  <a:gd name="csX46" fmla="*/ 1625914 w 1682586"/>
                  <a:gd name="csY46" fmla="*/ 282920 h 376924"/>
                  <a:gd name="csX47" fmla="*/ 1677189 w 1682586"/>
                  <a:gd name="csY47" fmla="*/ 265829 h 376924"/>
                  <a:gd name="csX0" fmla="*/ 1682586 w 1701252"/>
                  <a:gd name="csY0" fmla="*/ 47649 h 376924"/>
                  <a:gd name="csX1" fmla="*/ 1571678 w 1701252"/>
                  <a:gd name="csY1" fmla="*/ 47 h 376924"/>
                  <a:gd name="csX2" fmla="*/ 1275537 w 1701252"/>
                  <a:gd name="csY2" fmla="*/ 35092 h 376924"/>
                  <a:gd name="csX3" fmla="*/ 1249899 w 1701252"/>
                  <a:gd name="csY3" fmla="*/ 18001 h 376924"/>
                  <a:gd name="csX4" fmla="*/ 1181533 w 1701252"/>
                  <a:gd name="csY4" fmla="*/ 909 h 376924"/>
                  <a:gd name="csX5" fmla="*/ 1130258 w 1701252"/>
                  <a:gd name="csY5" fmla="*/ 9455 h 376924"/>
                  <a:gd name="csX6" fmla="*/ 1104621 w 1701252"/>
                  <a:gd name="csY6" fmla="*/ 35092 h 376924"/>
                  <a:gd name="csX7" fmla="*/ 1078983 w 1701252"/>
                  <a:gd name="csY7" fmla="*/ 52184 h 376924"/>
                  <a:gd name="csX8" fmla="*/ 890976 w 1701252"/>
                  <a:gd name="csY8" fmla="*/ 43638 h 376924"/>
                  <a:gd name="csX9" fmla="*/ 831155 w 1701252"/>
                  <a:gd name="csY9" fmla="*/ 26546 h 376924"/>
                  <a:gd name="csX10" fmla="*/ 557690 w 1701252"/>
                  <a:gd name="csY10" fmla="*/ 35092 h 376924"/>
                  <a:gd name="csX11" fmla="*/ 540598 w 1701252"/>
                  <a:gd name="csY11" fmla="*/ 60730 h 376924"/>
                  <a:gd name="csX12" fmla="*/ 514961 w 1701252"/>
                  <a:gd name="csY12" fmla="*/ 77821 h 376924"/>
                  <a:gd name="csX13" fmla="*/ 429503 w 1701252"/>
                  <a:gd name="csY13" fmla="*/ 60730 h 376924"/>
                  <a:gd name="csX14" fmla="*/ 378228 w 1701252"/>
                  <a:gd name="csY14" fmla="*/ 26546 h 376924"/>
                  <a:gd name="csX15" fmla="*/ 352591 w 1701252"/>
                  <a:gd name="csY15" fmla="*/ 9455 h 376924"/>
                  <a:gd name="csX16" fmla="*/ 232950 w 1701252"/>
                  <a:gd name="csY16" fmla="*/ 35092 h 376924"/>
                  <a:gd name="csX17" fmla="*/ 207312 w 1701252"/>
                  <a:gd name="csY17" fmla="*/ 43638 h 376924"/>
                  <a:gd name="csX18" fmla="*/ 104763 w 1701252"/>
                  <a:gd name="csY18" fmla="*/ 35092 h 376924"/>
                  <a:gd name="csX19" fmla="*/ 79125 w 1701252"/>
                  <a:gd name="csY19" fmla="*/ 26546 h 376924"/>
                  <a:gd name="csX20" fmla="*/ 44942 w 1701252"/>
                  <a:gd name="csY20" fmla="*/ 18001 h 376924"/>
                  <a:gd name="csX21" fmla="*/ 19305 w 1701252"/>
                  <a:gd name="csY21" fmla="*/ 35092 h 376924"/>
                  <a:gd name="csX22" fmla="*/ 27851 w 1701252"/>
                  <a:gd name="csY22" fmla="*/ 60730 h 376924"/>
                  <a:gd name="csX23" fmla="*/ 9372 w 1701252"/>
                  <a:gd name="csY23" fmla="*/ 196414 h 376924"/>
                  <a:gd name="csX24" fmla="*/ 62034 w 1701252"/>
                  <a:gd name="csY24" fmla="*/ 206008 h 376924"/>
                  <a:gd name="csX25" fmla="*/ 113309 w 1701252"/>
                  <a:gd name="csY25" fmla="*/ 223100 h 376924"/>
                  <a:gd name="csX26" fmla="*/ 164583 w 1701252"/>
                  <a:gd name="csY26" fmla="*/ 240191 h 376924"/>
                  <a:gd name="csX27" fmla="*/ 190221 w 1701252"/>
                  <a:gd name="csY27" fmla="*/ 248737 h 376924"/>
                  <a:gd name="csX28" fmla="*/ 241495 w 1701252"/>
                  <a:gd name="csY28" fmla="*/ 257283 h 376924"/>
                  <a:gd name="csX29" fmla="*/ 284224 w 1701252"/>
                  <a:gd name="csY29" fmla="*/ 265829 h 376924"/>
                  <a:gd name="csX30" fmla="*/ 335499 w 1701252"/>
                  <a:gd name="csY30" fmla="*/ 282920 h 376924"/>
                  <a:gd name="csX31" fmla="*/ 386774 w 1701252"/>
                  <a:gd name="csY31" fmla="*/ 317104 h 376924"/>
                  <a:gd name="csX32" fmla="*/ 429503 w 1701252"/>
                  <a:gd name="csY32" fmla="*/ 351287 h 376924"/>
                  <a:gd name="csX33" fmla="*/ 489323 w 1701252"/>
                  <a:gd name="csY33" fmla="*/ 376924 h 376924"/>
                  <a:gd name="csX34" fmla="*/ 566236 w 1701252"/>
                  <a:gd name="csY34" fmla="*/ 368378 h 376924"/>
                  <a:gd name="csX35" fmla="*/ 660239 w 1701252"/>
                  <a:gd name="csY35" fmla="*/ 359832 h 376924"/>
                  <a:gd name="csX36" fmla="*/ 711514 w 1701252"/>
                  <a:gd name="csY36" fmla="*/ 342741 h 376924"/>
                  <a:gd name="csX37" fmla="*/ 779880 w 1701252"/>
                  <a:gd name="csY37" fmla="*/ 300012 h 376924"/>
                  <a:gd name="csX38" fmla="*/ 967888 w 1701252"/>
                  <a:gd name="csY38" fmla="*/ 308558 h 376924"/>
                  <a:gd name="csX39" fmla="*/ 1027709 w 1701252"/>
                  <a:gd name="csY39" fmla="*/ 325649 h 376924"/>
                  <a:gd name="csX40" fmla="*/ 1061892 w 1701252"/>
                  <a:gd name="csY40" fmla="*/ 342741 h 376924"/>
                  <a:gd name="csX41" fmla="*/ 1138804 w 1701252"/>
                  <a:gd name="csY41" fmla="*/ 368378 h 376924"/>
                  <a:gd name="csX42" fmla="*/ 1284082 w 1701252"/>
                  <a:gd name="csY42" fmla="*/ 351287 h 376924"/>
                  <a:gd name="csX43" fmla="*/ 1318266 w 1701252"/>
                  <a:gd name="csY43" fmla="*/ 334195 h 376924"/>
                  <a:gd name="csX44" fmla="*/ 1369540 w 1701252"/>
                  <a:gd name="csY44" fmla="*/ 300012 h 376924"/>
                  <a:gd name="csX45" fmla="*/ 1557548 w 1701252"/>
                  <a:gd name="csY45" fmla="*/ 300012 h 376924"/>
                  <a:gd name="csX46" fmla="*/ 1625914 w 1701252"/>
                  <a:gd name="csY46" fmla="*/ 282920 h 376924"/>
                  <a:gd name="csX47" fmla="*/ 1701252 w 1701252"/>
                  <a:gd name="csY47" fmla="*/ 249787 h 376924"/>
                  <a:gd name="csX0" fmla="*/ 1682586 w 1701252"/>
                  <a:gd name="csY0" fmla="*/ 47649 h 376924"/>
                  <a:gd name="csX1" fmla="*/ 1571678 w 1701252"/>
                  <a:gd name="csY1" fmla="*/ 47 h 376924"/>
                  <a:gd name="csX2" fmla="*/ 1275537 w 1701252"/>
                  <a:gd name="csY2" fmla="*/ 35092 h 376924"/>
                  <a:gd name="csX3" fmla="*/ 1249899 w 1701252"/>
                  <a:gd name="csY3" fmla="*/ 18001 h 376924"/>
                  <a:gd name="csX4" fmla="*/ 1181533 w 1701252"/>
                  <a:gd name="csY4" fmla="*/ 909 h 376924"/>
                  <a:gd name="csX5" fmla="*/ 1130258 w 1701252"/>
                  <a:gd name="csY5" fmla="*/ 9455 h 376924"/>
                  <a:gd name="csX6" fmla="*/ 1104621 w 1701252"/>
                  <a:gd name="csY6" fmla="*/ 35092 h 376924"/>
                  <a:gd name="csX7" fmla="*/ 1078983 w 1701252"/>
                  <a:gd name="csY7" fmla="*/ 52184 h 376924"/>
                  <a:gd name="csX8" fmla="*/ 890976 w 1701252"/>
                  <a:gd name="csY8" fmla="*/ 43638 h 376924"/>
                  <a:gd name="csX9" fmla="*/ 831155 w 1701252"/>
                  <a:gd name="csY9" fmla="*/ 26546 h 376924"/>
                  <a:gd name="csX10" fmla="*/ 557690 w 1701252"/>
                  <a:gd name="csY10" fmla="*/ 35092 h 376924"/>
                  <a:gd name="csX11" fmla="*/ 540598 w 1701252"/>
                  <a:gd name="csY11" fmla="*/ 60730 h 376924"/>
                  <a:gd name="csX12" fmla="*/ 514961 w 1701252"/>
                  <a:gd name="csY12" fmla="*/ 77821 h 376924"/>
                  <a:gd name="csX13" fmla="*/ 429503 w 1701252"/>
                  <a:gd name="csY13" fmla="*/ 60730 h 376924"/>
                  <a:gd name="csX14" fmla="*/ 378228 w 1701252"/>
                  <a:gd name="csY14" fmla="*/ 26546 h 376924"/>
                  <a:gd name="csX15" fmla="*/ 352591 w 1701252"/>
                  <a:gd name="csY15" fmla="*/ 9455 h 376924"/>
                  <a:gd name="csX16" fmla="*/ 232950 w 1701252"/>
                  <a:gd name="csY16" fmla="*/ 35092 h 376924"/>
                  <a:gd name="csX17" fmla="*/ 207312 w 1701252"/>
                  <a:gd name="csY17" fmla="*/ 43638 h 376924"/>
                  <a:gd name="csX18" fmla="*/ 104763 w 1701252"/>
                  <a:gd name="csY18" fmla="*/ 35092 h 376924"/>
                  <a:gd name="csX19" fmla="*/ 79125 w 1701252"/>
                  <a:gd name="csY19" fmla="*/ 26546 h 376924"/>
                  <a:gd name="csX20" fmla="*/ 44942 w 1701252"/>
                  <a:gd name="csY20" fmla="*/ 18001 h 376924"/>
                  <a:gd name="csX21" fmla="*/ 19305 w 1701252"/>
                  <a:gd name="csY21" fmla="*/ 35092 h 376924"/>
                  <a:gd name="csX22" fmla="*/ 27851 w 1701252"/>
                  <a:gd name="csY22" fmla="*/ 60730 h 376924"/>
                  <a:gd name="csX23" fmla="*/ 9372 w 1701252"/>
                  <a:gd name="csY23" fmla="*/ 196414 h 376924"/>
                  <a:gd name="csX24" fmla="*/ 62034 w 1701252"/>
                  <a:gd name="csY24" fmla="*/ 206008 h 376924"/>
                  <a:gd name="csX25" fmla="*/ 113309 w 1701252"/>
                  <a:gd name="csY25" fmla="*/ 223100 h 376924"/>
                  <a:gd name="csX26" fmla="*/ 164583 w 1701252"/>
                  <a:gd name="csY26" fmla="*/ 240191 h 376924"/>
                  <a:gd name="csX27" fmla="*/ 190221 w 1701252"/>
                  <a:gd name="csY27" fmla="*/ 248737 h 376924"/>
                  <a:gd name="csX28" fmla="*/ 241495 w 1701252"/>
                  <a:gd name="csY28" fmla="*/ 257283 h 376924"/>
                  <a:gd name="csX29" fmla="*/ 284224 w 1701252"/>
                  <a:gd name="csY29" fmla="*/ 265829 h 376924"/>
                  <a:gd name="csX30" fmla="*/ 335499 w 1701252"/>
                  <a:gd name="csY30" fmla="*/ 282920 h 376924"/>
                  <a:gd name="csX31" fmla="*/ 386774 w 1701252"/>
                  <a:gd name="csY31" fmla="*/ 317104 h 376924"/>
                  <a:gd name="csX32" fmla="*/ 429503 w 1701252"/>
                  <a:gd name="csY32" fmla="*/ 351287 h 376924"/>
                  <a:gd name="csX33" fmla="*/ 489323 w 1701252"/>
                  <a:gd name="csY33" fmla="*/ 376924 h 376924"/>
                  <a:gd name="csX34" fmla="*/ 566236 w 1701252"/>
                  <a:gd name="csY34" fmla="*/ 368378 h 376924"/>
                  <a:gd name="csX35" fmla="*/ 660239 w 1701252"/>
                  <a:gd name="csY35" fmla="*/ 359832 h 376924"/>
                  <a:gd name="csX36" fmla="*/ 711514 w 1701252"/>
                  <a:gd name="csY36" fmla="*/ 342741 h 376924"/>
                  <a:gd name="csX37" fmla="*/ 807953 w 1701252"/>
                  <a:gd name="csY37" fmla="*/ 324075 h 376924"/>
                  <a:gd name="csX38" fmla="*/ 967888 w 1701252"/>
                  <a:gd name="csY38" fmla="*/ 308558 h 376924"/>
                  <a:gd name="csX39" fmla="*/ 1027709 w 1701252"/>
                  <a:gd name="csY39" fmla="*/ 325649 h 376924"/>
                  <a:gd name="csX40" fmla="*/ 1061892 w 1701252"/>
                  <a:gd name="csY40" fmla="*/ 342741 h 376924"/>
                  <a:gd name="csX41" fmla="*/ 1138804 w 1701252"/>
                  <a:gd name="csY41" fmla="*/ 368378 h 376924"/>
                  <a:gd name="csX42" fmla="*/ 1284082 w 1701252"/>
                  <a:gd name="csY42" fmla="*/ 351287 h 376924"/>
                  <a:gd name="csX43" fmla="*/ 1318266 w 1701252"/>
                  <a:gd name="csY43" fmla="*/ 334195 h 376924"/>
                  <a:gd name="csX44" fmla="*/ 1369540 w 1701252"/>
                  <a:gd name="csY44" fmla="*/ 300012 h 376924"/>
                  <a:gd name="csX45" fmla="*/ 1557548 w 1701252"/>
                  <a:gd name="csY45" fmla="*/ 300012 h 376924"/>
                  <a:gd name="csX46" fmla="*/ 1625914 w 1701252"/>
                  <a:gd name="csY46" fmla="*/ 282920 h 376924"/>
                  <a:gd name="csX47" fmla="*/ 1701252 w 1701252"/>
                  <a:gd name="csY47" fmla="*/ 249787 h 376924"/>
                  <a:gd name="csX0" fmla="*/ 1682586 w 1701252"/>
                  <a:gd name="csY0" fmla="*/ 47649 h 376924"/>
                  <a:gd name="csX1" fmla="*/ 1571678 w 1701252"/>
                  <a:gd name="csY1" fmla="*/ 47 h 376924"/>
                  <a:gd name="csX2" fmla="*/ 1275537 w 1701252"/>
                  <a:gd name="csY2" fmla="*/ 35092 h 376924"/>
                  <a:gd name="csX3" fmla="*/ 1249899 w 1701252"/>
                  <a:gd name="csY3" fmla="*/ 18001 h 376924"/>
                  <a:gd name="csX4" fmla="*/ 1181533 w 1701252"/>
                  <a:gd name="csY4" fmla="*/ 909 h 376924"/>
                  <a:gd name="csX5" fmla="*/ 1130258 w 1701252"/>
                  <a:gd name="csY5" fmla="*/ 9455 h 376924"/>
                  <a:gd name="csX6" fmla="*/ 1104621 w 1701252"/>
                  <a:gd name="csY6" fmla="*/ 35092 h 376924"/>
                  <a:gd name="csX7" fmla="*/ 1078983 w 1701252"/>
                  <a:gd name="csY7" fmla="*/ 52184 h 376924"/>
                  <a:gd name="csX8" fmla="*/ 890976 w 1701252"/>
                  <a:gd name="csY8" fmla="*/ 43638 h 376924"/>
                  <a:gd name="csX9" fmla="*/ 831155 w 1701252"/>
                  <a:gd name="csY9" fmla="*/ 26546 h 376924"/>
                  <a:gd name="csX10" fmla="*/ 557690 w 1701252"/>
                  <a:gd name="csY10" fmla="*/ 35092 h 376924"/>
                  <a:gd name="csX11" fmla="*/ 540598 w 1701252"/>
                  <a:gd name="csY11" fmla="*/ 60730 h 376924"/>
                  <a:gd name="csX12" fmla="*/ 514961 w 1701252"/>
                  <a:gd name="csY12" fmla="*/ 77821 h 376924"/>
                  <a:gd name="csX13" fmla="*/ 429503 w 1701252"/>
                  <a:gd name="csY13" fmla="*/ 60730 h 376924"/>
                  <a:gd name="csX14" fmla="*/ 378228 w 1701252"/>
                  <a:gd name="csY14" fmla="*/ 26546 h 376924"/>
                  <a:gd name="csX15" fmla="*/ 352591 w 1701252"/>
                  <a:gd name="csY15" fmla="*/ 9455 h 376924"/>
                  <a:gd name="csX16" fmla="*/ 232950 w 1701252"/>
                  <a:gd name="csY16" fmla="*/ 35092 h 376924"/>
                  <a:gd name="csX17" fmla="*/ 207312 w 1701252"/>
                  <a:gd name="csY17" fmla="*/ 43638 h 376924"/>
                  <a:gd name="csX18" fmla="*/ 104763 w 1701252"/>
                  <a:gd name="csY18" fmla="*/ 35092 h 376924"/>
                  <a:gd name="csX19" fmla="*/ 79125 w 1701252"/>
                  <a:gd name="csY19" fmla="*/ 26546 h 376924"/>
                  <a:gd name="csX20" fmla="*/ 44942 w 1701252"/>
                  <a:gd name="csY20" fmla="*/ 18001 h 376924"/>
                  <a:gd name="csX21" fmla="*/ 19305 w 1701252"/>
                  <a:gd name="csY21" fmla="*/ 35092 h 376924"/>
                  <a:gd name="csX22" fmla="*/ 27851 w 1701252"/>
                  <a:gd name="csY22" fmla="*/ 60730 h 376924"/>
                  <a:gd name="csX23" fmla="*/ 9372 w 1701252"/>
                  <a:gd name="csY23" fmla="*/ 196414 h 376924"/>
                  <a:gd name="csX24" fmla="*/ 62034 w 1701252"/>
                  <a:gd name="csY24" fmla="*/ 206008 h 376924"/>
                  <a:gd name="csX25" fmla="*/ 113309 w 1701252"/>
                  <a:gd name="csY25" fmla="*/ 223100 h 376924"/>
                  <a:gd name="csX26" fmla="*/ 164583 w 1701252"/>
                  <a:gd name="csY26" fmla="*/ 240191 h 376924"/>
                  <a:gd name="csX27" fmla="*/ 190221 w 1701252"/>
                  <a:gd name="csY27" fmla="*/ 248737 h 376924"/>
                  <a:gd name="csX28" fmla="*/ 241495 w 1701252"/>
                  <a:gd name="csY28" fmla="*/ 257283 h 376924"/>
                  <a:gd name="csX29" fmla="*/ 284224 w 1701252"/>
                  <a:gd name="csY29" fmla="*/ 265829 h 376924"/>
                  <a:gd name="csX30" fmla="*/ 335499 w 1701252"/>
                  <a:gd name="csY30" fmla="*/ 282920 h 376924"/>
                  <a:gd name="csX31" fmla="*/ 386774 w 1701252"/>
                  <a:gd name="csY31" fmla="*/ 317104 h 376924"/>
                  <a:gd name="csX32" fmla="*/ 429503 w 1701252"/>
                  <a:gd name="csY32" fmla="*/ 351287 h 376924"/>
                  <a:gd name="csX33" fmla="*/ 489323 w 1701252"/>
                  <a:gd name="csY33" fmla="*/ 376924 h 376924"/>
                  <a:gd name="csX34" fmla="*/ 566236 w 1701252"/>
                  <a:gd name="csY34" fmla="*/ 368378 h 376924"/>
                  <a:gd name="csX35" fmla="*/ 660239 w 1701252"/>
                  <a:gd name="csY35" fmla="*/ 359832 h 376924"/>
                  <a:gd name="csX36" fmla="*/ 711514 w 1701252"/>
                  <a:gd name="csY36" fmla="*/ 342741 h 376924"/>
                  <a:gd name="csX37" fmla="*/ 807953 w 1701252"/>
                  <a:gd name="csY37" fmla="*/ 324075 h 376924"/>
                  <a:gd name="csX38" fmla="*/ 951846 w 1701252"/>
                  <a:gd name="csY38" fmla="*/ 324600 h 376924"/>
                  <a:gd name="csX39" fmla="*/ 1027709 w 1701252"/>
                  <a:gd name="csY39" fmla="*/ 325649 h 376924"/>
                  <a:gd name="csX40" fmla="*/ 1061892 w 1701252"/>
                  <a:gd name="csY40" fmla="*/ 342741 h 376924"/>
                  <a:gd name="csX41" fmla="*/ 1138804 w 1701252"/>
                  <a:gd name="csY41" fmla="*/ 368378 h 376924"/>
                  <a:gd name="csX42" fmla="*/ 1284082 w 1701252"/>
                  <a:gd name="csY42" fmla="*/ 351287 h 376924"/>
                  <a:gd name="csX43" fmla="*/ 1318266 w 1701252"/>
                  <a:gd name="csY43" fmla="*/ 334195 h 376924"/>
                  <a:gd name="csX44" fmla="*/ 1369540 w 1701252"/>
                  <a:gd name="csY44" fmla="*/ 300012 h 376924"/>
                  <a:gd name="csX45" fmla="*/ 1557548 w 1701252"/>
                  <a:gd name="csY45" fmla="*/ 300012 h 376924"/>
                  <a:gd name="csX46" fmla="*/ 1625914 w 1701252"/>
                  <a:gd name="csY46" fmla="*/ 282920 h 376924"/>
                  <a:gd name="csX47" fmla="*/ 1701252 w 1701252"/>
                  <a:gd name="csY47" fmla="*/ 249787 h 376924"/>
                  <a:gd name="csX0" fmla="*/ 1682586 w 1701252"/>
                  <a:gd name="csY0" fmla="*/ 47649 h 376924"/>
                  <a:gd name="csX1" fmla="*/ 1571678 w 1701252"/>
                  <a:gd name="csY1" fmla="*/ 47 h 376924"/>
                  <a:gd name="csX2" fmla="*/ 1275537 w 1701252"/>
                  <a:gd name="csY2" fmla="*/ 35092 h 376924"/>
                  <a:gd name="csX3" fmla="*/ 1249899 w 1701252"/>
                  <a:gd name="csY3" fmla="*/ 18001 h 376924"/>
                  <a:gd name="csX4" fmla="*/ 1181533 w 1701252"/>
                  <a:gd name="csY4" fmla="*/ 909 h 376924"/>
                  <a:gd name="csX5" fmla="*/ 1130258 w 1701252"/>
                  <a:gd name="csY5" fmla="*/ 9455 h 376924"/>
                  <a:gd name="csX6" fmla="*/ 1104621 w 1701252"/>
                  <a:gd name="csY6" fmla="*/ 35092 h 376924"/>
                  <a:gd name="csX7" fmla="*/ 1078983 w 1701252"/>
                  <a:gd name="csY7" fmla="*/ 52184 h 376924"/>
                  <a:gd name="csX8" fmla="*/ 890976 w 1701252"/>
                  <a:gd name="csY8" fmla="*/ 43638 h 376924"/>
                  <a:gd name="csX9" fmla="*/ 831155 w 1701252"/>
                  <a:gd name="csY9" fmla="*/ 26546 h 376924"/>
                  <a:gd name="csX10" fmla="*/ 557690 w 1701252"/>
                  <a:gd name="csY10" fmla="*/ 35092 h 376924"/>
                  <a:gd name="csX11" fmla="*/ 540598 w 1701252"/>
                  <a:gd name="csY11" fmla="*/ 60730 h 376924"/>
                  <a:gd name="csX12" fmla="*/ 514961 w 1701252"/>
                  <a:gd name="csY12" fmla="*/ 77821 h 376924"/>
                  <a:gd name="csX13" fmla="*/ 429503 w 1701252"/>
                  <a:gd name="csY13" fmla="*/ 60730 h 376924"/>
                  <a:gd name="csX14" fmla="*/ 378228 w 1701252"/>
                  <a:gd name="csY14" fmla="*/ 26546 h 376924"/>
                  <a:gd name="csX15" fmla="*/ 352591 w 1701252"/>
                  <a:gd name="csY15" fmla="*/ 9455 h 376924"/>
                  <a:gd name="csX16" fmla="*/ 232950 w 1701252"/>
                  <a:gd name="csY16" fmla="*/ 35092 h 376924"/>
                  <a:gd name="csX17" fmla="*/ 207312 w 1701252"/>
                  <a:gd name="csY17" fmla="*/ 43638 h 376924"/>
                  <a:gd name="csX18" fmla="*/ 104763 w 1701252"/>
                  <a:gd name="csY18" fmla="*/ 35092 h 376924"/>
                  <a:gd name="csX19" fmla="*/ 79125 w 1701252"/>
                  <a:gd name="csY19" fmla="*/ 26546 h 376924"/>
                  <a:gd name="csX20" fmla="*/ 44942 w 1701252"/>
                  <a:gd name="csY20" fmla="*/ 18001 h 376924"/>
                  <a:gd name="csX21" fmla="*/ 19305 w 1701252"/>
                  <a:gd name="csY21" fmla="*/ 35092 h 376924"/>
                  <a:gd name="csX22" fmla="*/ 27851 w 1701252"/>
                  <a:gd name="csY22" fmla="*/ 60730 h 376924"/>
                  <a:gd name="csX23" fmla="*/ 9372 w 1701252"/>
                  <a:gd name="csY23" fmla="*/ 196414 h 376924"/>
                  <a:gd name="csX24" fmla="*/ 62034 w 1701252"/>
                  <a:gd name="csY24" fmla="*/ 206008 h 376924"/>
                  <a:gd name="csX25" fmla="*/ 113309 w 1701252"/>
                  <a:gd name="csY25" fmla="*/ 223100 h 376924"/>
                  <a:gd name="csX26" fmla="*/ 164583 w 1701252"/>
                  <a:gd name="csY26" fmla="*/ 240191 h 376924"/>
                  <a:gd name="csX27" fmla="*/ 190221 w 1701252"/>
                  <a:gd name="csY27" fmla="*/ 248737 h 376924"/>
                  <a:gd name="csX28" fmla="*/ 241495 w 1701252"/>
                  <a:gd name="csY28" fmla="*/ 257283 h 376924"/>
                  <a:gd name="csX29" fmla="*/ 284224 w 1701252"/>
                  <a:gd name="csY29" fmla="*/ 265829 h 376924"/>
                  <a:gd name="csX30" fmla="*/ 335499 w 1701252"/>
                  <a:gd name="csY30" fmla="*/ 282920 h 376924"/>
                  <a:gd name="csX31" fmla="*/ 386774 w 1701252"/>
                  <a:gd name="csY31" fmla="*/ 317104 h 376924"/>
                  <a:gd name="csX32" fmla="*/ 429503 w 1701252"/>
                  <a:gd name="csY32" fmla="*/ 351287 h 376924"/>
                  <a:gd name="csX33" fmla="*/ 489323 w 1701252"/>
                  <a:gd name="csY33" fmla="*/ 376924 h 376924"/>
                  <a:gd name="csX34" fmla="*/ 566236 w 1701252"/>
                  <a:gd name="csY34" fmla="*/ 368378 h 376924"/>
                  <a:gd name="csX35" fmla="*/ 660239 w 1701252"/>
                  <a:gd name="csY35" fmla="*/ 359832 h 376924"/>
                  <a:gd name="csX36" fmla="*/ 711514 w 1701252"/>
                  <a:gd name="csY36" fmla="*/ 342741 h 376924"/>
                  <a:gd name="csX37" fmla="*/ 819985 w 1701252"/>
                  <a:gd name="csY37" fmla="*/ 340117 h 376924"/>
                  <a:gd name="csX38" fmla="*/ 951846 w 1701252"/>
                  <a:gd name="csY38" fmla="*/ 324600 h 376924"/>
                  <a:gd name="csX39" fmla="*/ 1027709 w 1701252"/>
                  <a:gd name="csY39" fmla="*/ 325649 h 376924"/>
                  <a:gd name="csX40" fmla="*/ 1061892 w 1701252"/>
                  <a:gd name="csY40" fmla="*/ 342741 h 376924"/>
                  <a:gd name="csX41" fmla="*/ 1138804 w 1701252"/>
                  <a:gd name="csY41" fmla="*/ 368378 h 376924"/>
                  <a:gd name="csX42" fmla="*/ 1284082 w 1701252"/>
                  <a:gd name="csY42" fmla="*/ 351287 h 376924"/>
                  <a:gd name="csX43" fmla="*/ 1318266 w 1701252"/>
                  <a:gd name="csY43" fmla="*/ 334195 h 376924"/>
                  <a:gd name="csX44" fmla="*/ 1369540 w 1701252"/>
                  <a:gd name="csY44" fmla="*/ 300012 h 376924"/>
                  <a:gd name="csX45" fmla="*/ 1557548 w 1701252"/>
                  <a:gd name="csY45" fmla="*/ 300012 h 376924"/>
                  <a:gd name="csX46" fmla="*/ 1625914 w 1701252"/>
                  <a:gd name="csY46" fmla="*/ 282920 h 376924"/>
                  <a:gd name="csX47" fmla="*/ 1701252 w 1701252"/>
                  <a:gd name="csY47" fmla="*/ 249787 h 376924"/>
                  <a:gd name="csX0" fmla="*/ 1682586 w 1701252"/>
                  <a:gd name="csY0" fmla="*/ 47649 h 376924"/>
                  <a:gd name="csX1" fmla="*/ 1571678 w 1701252"/>
                  <a:gd name="csY1" fmla="*/ 47 h 376924"/>
                  <a:gd name="csX2" fmla="*/ 1275537 w 1701252"/>
                  <a:gd name="csY2" fmla="*/ 35092 h 376924"/>
                  <a:gd name="csX3" fmla="*/ 1249899 w 1701252"/>
                  <a:gd name="csY3" fmla="*/ 18001 h 376924"/>
                  <a:gd name="csX4" fmla="*/ 1181533 w 1701252"/>
                  <a:gd name="csY4" fmla="*/ 909 h 376924"/>
                  <a:gd name="csX5" fmla="*/ 1130258 w 1701252"/>
                  <a:gd name="csY5" fmla="*/ 9455 h 376924"/>
                  <a:gd name="csX6" fmla="*/ 1104621 w 1701252"/>
                  <a:gd name="csY6" fmla="*/ 35092 h 376924"/>
                  <a:gd name="csX7" fmla="*/ 1078983 w 1701252"/>
                  <a:gd name="csY7" fmla="*/ 52184 h 376924"/>
                  <a:gd name="csX8" fmla="*/ 890976 w 1701252"/>
                  <a:gd name="csY8" fmla="*/ 43638 h 376924"/>
                  <a:gd name="csX9" fmla="*/ 831155 w 1701252"/>
                  <a:gd name="csY9" fmla="*/ 26546 h 376924"/>
                  <a:gd name="csX10" fmla="*/ 557690 w 1701252"/>
                  <a:gd name="csY10" fmla="*/ 35092 h 376924"/>
                  <a:gd name="csX11" fmla="*/ 540598 w 1701252"/>
                  <a:gd name="csY11" fmla="*/ 60730 h 376924"/>
                  <a:gd name="csX12" fmla="*/ 514961 w 1701252"/>
                  <a:gd name="csY12" fmla="*/ 77821 h 376924"/>
                  <a:gd name="csX13" fmla="*/ 429503 w 1701252"/>
                  <a:gd name="csY13" fmla="*/ 60730 h 376924"/>
                  <a:gd name="csX14" fmla="*/ 378228 w 1701252"/>
                  <a:gd name="csY14" fmla="*/ 26546 h 376924"/>
                  <a:gd name="csX15" fmla="*/ 352591 w 1701252"/>
                  <a:gd name="csY15" fmla="*/ 9455 h 376924"/>
                  <a:gd name="csX16" fmla="*/ 232950 w 1701252"/>
                  <a:gd name="csY16" fmla="*/ 35092 h 376924"/>
                  <a:gd name="csX17" fmla="*/ 207312 w 1701252"/>
                  <a:gd name="csY17" fmla="*/ 43638 h 376924"/>
                  <a:gd name="csX18" fmla="*/ 104763 w 1701252"/>
                  <a:gd name="csY18" fmla="*/ 35092 h 376924"/>
                  <a:gd name="csX19" fmla="*/ 79125 w 1701252"/>
                  <a:gd name="csY19" fmla="*/ 26546 h 376924"/>
                  <a:gd name="csX20" fmla="*/ 44942 w 1701252"/>
                  <a:gd name="csY20" fmla="*/ 18001 h 376924"/>
                  <a:gd name="csX21" fmla="*/ 19305 w 1701252"/>
                  <a:gd name="csY21" fmla="*/ 35092 h 376924"/>
                  <a:gd name="csX22" fmla="*/ 27851 w 1701252"/>
                  <a:gd name="csY22" fmla="*/ 60730 h 376924"/>
                  <a:gd name="csX23" fmla="*/ 9372 w 1701252"/>
                  <a:gd name="csY23" fmla="*/ 196414 h 376924"/>
                  <a:gd name="csX24" fmla="*/ 62034 w 1701252"/>
                  <a:gd name="csY24" fmla="*/ 206008 h 376924"/>
                  <a:gd name="csX25" fmla="*/ 113309 w 1701252"/>
                  <a:gd name="csY25" fmla="*/ 223100 h 376924"/>
                  <a:gd name="csX26" fmla="*/ 164583 w 1701252"/>
                  <a:gd name="csY26" fmla="*/ 240191 h 376924"/>
                  <a:gd name="csX27" fmla="*/ 190221 w 1701252"/>
                  <a:gd name="csY27" fmla="*/ 248737 h 376924"/>
                  <a:gd name="csX28" fmla="*/ 241495 w 1701252"/>
                  <a:gd name="csY28" fmla="*/ 257283 h 376924"/>
                  <a:gd name="csX29" fmla="*/ 284224 w 1701252"/>
                  <a:gd name="csY29" fmla="*/ 265829 h 376924"/>
                  <a:gd name="csX30" fmla="*/ 335499 w 1701252"/>
                  <a:gd name="csY30" fmla="*/ 282920 h 376924"/>
                  <a:gd name="csX31" fmla="*/ 386774 w 1701252"/>
                  <a:gd name="csY31" fmla="*/ 317104 h 376924"/>
                  <a:gd name="csX32" fmla="*/ 429503 w 1701252"/>
                  <a:gd name="csY32" fmla="*/ 351287 h 376924"/>
                  <a:gd name="csX33" fmla="*/ 489323 w 1701252"/>
                  <a:gd name="csY33" fmla="*/ 376924 h 376924"/>
                  <a:gd name="csX34" fmla="*/ 566236 w 1701252"/>
                  <a:gd name="csY34" fmla="*/ 368378 h 376924"/>
                  <a:gd name="csX35" fmla="*/ 660239 w 1701252"/>
                  <a:gd name="csY35" fmla="*/ 359832 h 376924"/>
                  <a:gd name="csX36" fmla="*/ 711514 w 1701252"/>
                  <a:gd name="csY36" fmla="*/ 342741 h 376924"/>
                  <a:gd name="csX37" fmla="*/ 819985 w 1701252"/>
                  <a:gd name="csY37" fmla="*/ 340117 h 376924"/>
                  <a:gd name="csX38" fmla="*/ 979919 w 1701252"/>
                  <a:gd name="csY38" fmla="*/ 340642 h 376924"/>
                  <a:gd name="csX39" fmla="*/ 1027709 w 1701252"/>
                  <a:gd name="csY39" fmla="*/ 325649 h 376924"/>
                  <a:gd name="csX40" fmla="*/ 1061892 w 1701252"/>
                  <a:gd name="csY40" fmla="*/ 342741 h 376924"/>
                  <a:gd name="csX41" fmla="*/ 1138804 w 1701252"/>
                  <a:gd name="csY41" fmla="*/ 368378 h 376924"/>
                  <a:gd name="csX42" fmla="*/ 1284082 w 1701252"/>
                  <a:gd name="csY42" fmla="*/ 351287 h 376924"/>
                  <a:gd name="csX43" fmla="*/ 1318266 w 1701252"/>
                  <a:gd name="csY43" fmla="*/ 334195 h 376924"/>
                  <a:gd name="csX44" fmla="*/ 1369540 w 1701252"/>
                  <a:gd name="csY44" fmla="*/ 300012 h 376924"/>
                  <a:gd name="csX45" fmla="*/ 1557548 w 1701252"/>
                  <a:gd name="csY45" fmla="*/ 300012 h 376924"/>
                  <a:gd name="csX46" fmla="*/ 1625914 w 1701252"/>
                  <a:gd name="csY46" fmla="*/ 282920 h 376924"/>
                  <a:gd name="csX47" fmla="*/ 1701252 w 1701252"/>
                  <a:gd name="csY47" fmla="*/ 249787 h 376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</a:cxnLst>
                <a:rect l="l" t="t" r="r" b="b"/>
                <a:pathLst>
                  <a:path w="1701252" h="376924">
                    <a:moveTo>
                      <a:pt x="1682586" y="47649"/>
                    </a:moveTo>
                    <a:cubicBezTo>
                      <a:pt x="1668343" y="50498"/>
                      <a:pt x="1639519" y="2140"/>
                      <a:pt x="1571678" y="47"/>
                    </a:cubicBezTo>
                    <a:cubicBezTo>
                      <a:pt x="1503837" y="-2046"/>
                      <a:pt x="1396512" y="65337"/>
                      <a:pt x="1275537" y="35092"/>
                    </a:cubicBezTo>
                    <a:cubicBezTo>
                      <a:pt x="1266991" y="29395"/>
                      <a:pt x="1259086" y="22594"/>
                      <a:pt x="1249899" y="18001"/>
                    </a:cubicBezTo>
                    <a:cubicBezTo>
                      <a:pt x="1232379" y="9241"/>
                      <a:pt x="1197788" y="4160"/>
                      <a:pt x="1181533" y="909"/>
                    </a:cubicBezTo>
                    <a:cubicBezTo>
                      <a:pt x="1164441" y="3758"/>
                      <a:pt x="1146092" y="2418"/>
                      <a:pt x="1130258" y="9455"/>
                    </a:cubicBezTo>
                    <a:cubicBezTo>
                      <a:pt x="1119214" y="14363"/>
                      <a:pt x="1113905" y="27355"/>
                      <a:pt x="1104621" y="35092"/>
                    </a:cubicBezTo>
                    <a:cubicBezTo>
                      <a:pt x="1096731" y="41667"/>
                      <a:pt x="1087529" y="46487"/>
                      <a:pt x="1078983" y="52184"/>
                    </a:cubicBezTo>
                    <a:cubicBezTo>
                      <a:pt x="1016314" y="49335"/>
                      <a:pt x="953525" y="48450"/>
                      <a:pt x="890976" y="43638"/>
                    </a:cubicBezTo>
                    <a:cubicBezTo>
                      <a:pt x="877027" y="42565"/>
                      <a:pt x="845713" y="31399"/>
                      <a:pt x="831155" y="26546"/>
                    </a:cubicBezTo>
                    <a:cubicBezTo>
                      <a:pt x="740000" y="29395"/>
                      <a:pt x="648265" y="24436"/>
                      <a:pt x="557690" y="35092"/>
                    </a:cubicBezTo>
                    <a:cubicBezTo>
                      <a:pt x="547489" y="36292"/>
                      <a:pt x="547861" y="53467"/>
                      <a:pt x="540598" y="60730"/>
                    </a:cubicBezTo>
                    <a:cubicBezTo>
                      <a:pt x="533336" y="67992"/>
                      <a:pt x="523507" y="72124"/>
                      <a:pt x="514961" y="77821"/>
                    </a:cubicBezTo>
                    <a:cubicBezTo>
                      <a:pt x="508529" y="76749"/>
                      <a:pt x="442248" y="67102"/>
                      <a:pt x="429503" y="60730"/>
                    </a:cubicBezTo>
                    <a:cubicBezTo>
                      <a:pt x="411130" y="51543"/>
                      <a:pt x="395320" y="37941"/>
                      <a:pt x="378228" y="26546"/>
                    </a:cubicBezTo>
                    <a:lnTo>
                      <a:pt x="352591" y="9455"/>
                    </a:lnTo>
                    <a:cubicBezTo>
                      <a:pt x="266348" y="20235"/>
                      <a:pt x="306011" y="10739"/>
                      <a:pt x="232950" y="35092"/>
                    </a:cubicBezTo>
                    <a:lnTo>
                      <a:pt x="207312" y="43638"/>
                    </a:lnTo>
                    <a:cubicBezTo>
                      <a:pt x="173129" y="40789"/>
                      <a:pt x="138764" y="39626"/>
                      <a:pt x="104763" y="35092"/>
                    </a:cubicBezTo>
                    <a:cubicBezTo>
                      <a:pt x="95834" y="33901"/>
                      <a:pt x="87787" y="29021"/>
                      <a:pt x="79125" y="26546"/>
                    </a:cubicBezTo>
                    <a:cubicBezTo>
                      <a:pt x="67832" y="23320"/>
                      <a:pt x="56336" y="20849"/>
                      <a:pt x="44942" y="18001"/>
                    </a:cubicBezTo>
                    <a:cubicBezTo>
                      <a:pt x="36396" y="23698"/>
                      <a:pt x="23119" y="25556"/>
                      <a:pt x="19305" y="35092"/>
                    </a:cubicBezTo>
                    <a:cubicBezTo>
                      <a:pt x="15960" y="43456"/>
                      <a:pt x="29507" y="33843"/>
                      <a:pt x="27851" y="60730"/>
                    </a:cubicBezTo>
                    <a:cubicBezTo>
                      <a:pt x="26196" y="87617"/>
                      <a:pt x="-19090" y="68340"/>
                      <a:pt x="9372" y="196414"/>
                    </a:cubicBezTo>
                    <a:cubicBezTo>
                      <a:pt x="11326" y="205207"/>
                      <a:pt x="44711" y="201560"/>
                      <a:pt x="62034" y="206008"/>
                    </a:cubicBezTo>
                    <a:cubicBezTo>
                      <a:pt x="79357" y="210456"/>
                      <a:pt x="96217" y="217403"/>
                      <a:pt x="113309" y="223100"/>
                    </a:cubicBezTo>
                    <a:lnTo>
                      <a:pt x="164583" y="240191"/>
                    </a:lnTo>
                    <a:cubicBezTo>
                      <a:pt x="173129" y="243040"/>
                      <a:pt x="181335" y="247256"/>
                      <a:pt x="190221" y="248737"/>
                    </a:cubicBezTo>
                    <a:lnTo>
                      <a:pt x="241495" y="257283"/>
                    </a:lnTo>
                    <a:cubicBezTo>
                      <a:pt x="255786" y="259881"/>
                      <a:pt x="270211" y="262007"/>
                      <a:pt x="284224" y="265829"/>
                    </a:cubicBezTo>
                    <a:cubicBezTo>
                      <a:pt x="301605" y="270569"/>
                      <a:pt x="335499" y="282920"/>
                      <a:pt x="335499" y="282920"/>
                    </a:cubicBezTo>
                    <a:cubicBezTo>
                      <a:pt x="352591" y="294315"/>
                      <a:pt x="370734" y="304272"/>
                      <a:pt x="386774" y="317104"/>
                    </a:cubicBezTo>
                    <a:cubicBezTo>
                      <a:pt x="401017" y="328498"/>
                      <a:pt x="414326" y="341169"/>
                      <a:pt x="429503" y="351287"/>
                    </a:cubicBezTo>
                    <a:cubicBezTo>
                      <a:pt x="450621" y="365365"/>
                      <a:pt x="466536" y="369328"/>
                      <a:pt x="489323" y="376924"/>
                    </a:cubicBezTo>
                    <a:lnTo>
                      <a:pt x="566236" y="368378"/>
                    </a:lnTo>
                    <a:cubicBezTo>
                      <a:pt x="597543" y="365247"/>
                      <a:pt x="629254" y="365300"/>
                      <a:pt x="660239" y="359832"/>
                    </a:cubicBezTo>
                    <a:cubicBezTo>
                      <a:pt x="677981" y="356701"/>
                      <a:pt x="684890" y="346027"/>
                      <a:pt x="711514" y="342741"/>
                    </a:cubicBezTo>
                    <a:cubicBezTo>
                      <a:pt x="738138" y="339455"/>
                      <a:pt x="780528" y="366423"/>
                      <a:pt x="819985" y="340117"/>
                    </a:cubicBezTo>
                    <a:cubicBezTo>
                      <a:pt x="882654" y="342966"/>
                      <a:pt x="945298" y="343053"/>
                      <a:pt x="979919" y="340642"/>
                    </a:cubicBezTo>
                    <a:cubicBezTo>
                      <a:pt x="1014540" y="338231"/>
                      <a:pt x="1014047" y="325299"/>
                      <a:pt x="1027709" y="325649"/>
                    </a:cubicBezTo>
                    <a:cubicBezTo>
                      <a:pt x="1041371" y="325999"/>
                      <a:pt x="1050251" y="337567"/>
                      <a:pt x="1061892" y="342741"/>
                    </a:cubicBezTo>
                    <a:cubicBezTo>
                      <a:pt x="1103263" y="361128"/>
                      <a:pt x="1099128" y="358459"/>
                      <a:pt x="1138804" y="368378"/>
                    </a:cubicBezTo>
                    <a:cubicBezTo>
                      <a:pt x="1168482" y="366095"/>
                      <a:pt x="1243316" y="366574"/>
                      <a:pt x="1284082" y="351287"/>
                    </a:cubicBezTo>
                    <a:cubicBezTo>
                      <a:pt x="1296011" y="346814"/>
                      <a:pt x="1307342" y="340750"/>
                      <a:pt x="1318266" y="334195"/>
                    </a:cubicBezTo>
                    <a:cubicBezTo>
                      <a:pt x="1335880" y="323627"/>
                      <a:pt x="1369540" y="300012"/>
                      <a:pt x="1369540" y="300012"/>
                    </a:cubicBezTo>
                    <a:cubicBezTo>
                      <a:pt x="1479892" y="306909"/>
                      <a:pt x="1477799" y="317101"/>
                      <a:pt x="1557548" y="300012"/>
                    </a:cubicBezTo>
                    <a:cubicBezTo>
                      <a:pt x="1580517" y="295090"/>
                      <a:pt x="1603629" y="290348"/>
                      <a:pt x="1625914" y="282920"/>
                    </a:cubicBezTo>
                    <a:lnTo>
                      <a:pt x="1701252" y="249787"/>
                    </a:lnTo>
                  </a:path>
                </a:pathLst>
              </a:custGeom>
              <a:solidFill>
                <a:schemeClr val="accent6">
                  <a:lumMod val="75000"/>
                  <a:alpha val="6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4BDBC41E-67DC-B8F8-4064-E9ED9BC250A6}"/>
                  </a:ext>
                </a:extLst>
              </p:cNvPr>
              <p:cNvSpPr/>
              <p:nvPr/>
            </p:nvSpPr>
            <p:spPr>
              <a:xfrm>
                <a:off x="2269671" y="3396343"/>
                <a:ext cx="1453243" cy="1975757"/>
              </a:xfrm>
              <a:custGeom>
                <a:avLst/>
                <a:gdLst>
                  <a:gd name="csX0" fmla="*/ 212272 w 1453243"/>
                  <a:gd name="csY0" fmla="*/ 1975757 h 1975757"/>
                  <a:gd name="csX1" fmla="*/ 1453243 w 1453243"/>
                  <a:gd name="csY1" fmla="*/ 0 h 1975757"/>
                  <a:gd name="csX2" fmla="*/ 1143000 w 1453243"/>
                  <a:gd name="csY2" fmla="*/ 32657 h 1975757"/>
                  <a:gd name="csX3" fmla="*/ 0 w 1453243"/>
                  <a:gd name="csY3" fmla="*/ 1796143 h 1975757"/>
                  <a:gd name="csX4" fmla="*/ 212272 w 1453243"/>
                  <a:gd name="csY4" fmla="*/ 1975757 h 19757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453243" h="1975757">
                    <a:moveTo>
                      <a:pt x="212272" y="1975757"/>
                    </a:moveTo>
                    <a:lnTo>
                      <a:pt x="1453243" y="0"/>
                    </a:lnTo>
                    <a:lnTo>
                      <a:pt x="1143000" y="32657"/>
                    </a:lnTo>
                    <a:lnTo>
                      <a:pt x="0" y="1796143"/>
                    </a:lnTo>
                    <a:lnTo>
                      <a:pt x="212272" y="1975757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04C3610C-5107-56AB-CB40-C550CB6C4515}"/>
                  </a:ext>
                </a:extLst>
              </p:cNvPr>
              <p:cNvSpPr/>
              <p:nvPr/>
            </p:nvSpPr>
            <p:spPr>
              <a:xfrm flipH="1">
                <a:off x="539440" y="5180542"/>
                <a:ext cx="1265640" cy="48708"/>
              </a:xfrm>
              <a:custGeom>
                <a:avLst/>
                <a:gdLst>
                  <a:gd name="csX0" fmla="*/ 0 w 1213503"/>
                  <a:gd name="csY0" fmla="*/ 0 h 188007"/>
                  <a:gd name="csX1" fmla="*/ 316194 w 1213503"/>
                  <a:gd name="csY1" fmla="*/ 188007 h 188007"/>
                  <a:gd name="csX2" fmla="*/ 931492 w 1213503"/>
                  <a:gd name="csY2" fmla="*/ 128187 h 188007"/>
                  <a:gd name="csX3" fmla="*/ 1213503 w 1213503"/>
                  <a:gd name="csY3" fmla="*/ 145278 h 188007"/>
                  <a:gd name="csX0" fmla="*/ 0 w 1213503"/>
                  <a:gd name="csY0" fmla="*/ 0 h 191862"/>
                  <a:gd name="csX1" fmla="*/ 316194 w 1213503"/>
                  <a:gd name="csY1" fmla="*/ 188007 h 191862"/>
                  <a:gd name="csX2" fmla="*/ 931492 w 1213503"/>
                  <a:gd name="csY2" fmla="*/ 128187 h 191862"/>
                  <a:gd name="csX3" fmla="*/ 1213503 w 1213503"/>
                  <a:gd name="csY3" fmla="*/ 145278 h 191862"/>
                  <a:gd name="csX0" fmla="*/ 0 w 1213503"/>
                  <a:gd name="csY0" fmla="*/ 0 h 191395"/>
                  <a:gd name="csX1" fmla="*/ 316194 w 1213503"/>
                  <a:gd name="csY1" fmla="*/ 188007 h 191395"/>
                  <a:gd name="csX2" fmla="*/ 931492 w 1213503"/>
                  <a:gd name="csY2" fmla="*/ 128187 h 191395"/>
                  <a:gd name="csX3" fmla="*/ 1213503 w 1213503"/>
                  <a:gd name="csY3" fmla="*/ 145278 h 191395"/>
                  <a:gd name="csX0" fmla="*/ 0 w 1265640"/>
                  <a:gd name="csY0" fmla="*/ 48673 h 82132"/>
                  <a:gd name="csX1" fmla="*/ 368331 w 1265640"/>
                  <a:gd name="csY1" fmla="*/ 60217 h 82132"/>
                  <a:gd name="csX2" fmla="*/ 983629 w 1265640"/>
                  <a:gd name="csY2" fmla="*/ 397 h 82132"/>
                  <a:gd name="csX3" fmla="*/ 1265640 w 1265640"/>
                  <a:gd name="csY3" fmla="*/ 17488 h 82132"/>
                  <a:gd name="csX0" fmla="*/ 0 w 1265640"/>
                  <a:gd name="csY0" fmla="*/ 48673 h 61275"/>
                  <a:gd name="csX1" fmla="*/ 368331 w 1265640"/>
                  <a:gd name="csY1" fmla="*/ 60217 h 61275"/>
                  <a:gd name="csX2" fmla="*/ 983629 w 1265640"/>
                  <a:gd name="csY2" fmla="*/ 397 h 61275"/>
                  <a:gd name="csX3" fmla="*/ 1265640 w 1265640"/>
                  <a:gd name="csY3" fmla="*/ 17488 h 61275"/>
                  <a:gd name="csX0" fmla="*/ 0 w 1265640"/>
                  <a:gd name="csY0" fmla="*/ 48708 h 48708"/>
                  <a:gd name="csX1" fmla="*/ 608962 w 1265640"/>
                  <a:gd name="csY1" fmla="*/ 36188 h 48708"/>
                  <a:gd name="csX2" fmla="*/ 983629 w 1265640"/>
                  <a:gd name="csY2" fmla="*/ 432 h 48708"/>
                  <a:gd name="csX3" fmla="*/ 1265640 w 1265640"/>
                  <a:gd name="csY3" fmla="*/ 17523 h 487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65640" h="48708">
                    <a:moveTo>
                      <a:pt x="0" y="48708"/>
                    </a:moveTo>
                    <a:cubicBezTo>
                      <a:pt x="173577" y="27156"/>
                      <a:pt x="445024" y="44234"/>
                      <a:pt x="608962" y="36188"/>
                    </a:cubicBezTo>
                    <a:cubicBezTo>
                      <a:pt x="772900" y="28142"/>
                      <a:pt x="874183" y="3543"/>
                      <a:pt x="983629" y="432"/>
                    </a:cubicBezTo>
                    <a:cubicBezTo>
                      <a:pt x="1093075" y="-2679"/>
                      <a:pt x="1171636" y="11826"/>
                      <a:pt x="1265640" y="17523"/>
                    </a:cubicBezTo>
                  </a:path>
                </a:pathLst>
              </a:custGeom>
              <a:noFill/>
              <a:ln w="31750"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9" name="Right Arrow 58">
              <a:extLst>
                <a:ext uri="{FF2B5EF4-FFF2-40B4-BE49-F238E27FC236}">
                  <a16:creationId xmlns:a16="http://schemas.microsoft.com/office/drawing/2014/main" id="{8C4546B1-5F92-E6E1-B628-FEA2BED12C16}"/>
                </a:ext>
              </a:extLst>
            </p:cNvPr>
            <p:cNvSpPr/>
            <p:nvPr/>
          </p:nvSpPr>
          <p:spPr>
            <a:xfrm>
              <a:off x="7092350" y="5524665"/>
              <a:ext cx="648090" cy="3526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D2DA45D-E7E6-6389-2D04-D89D33A264D7}"/>
                </a:ext>
              </a:extLst>
            </p:cNvPr>
            <p:cNvSpPr/>
            <p:nvPr/>
          </p:nvSpPr>
          <p:spPr>
            <a:xfrm>
              <a:off x="4427980" y="0"/>
              <a:ext cx="234688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0074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11AB6330-D08E-7530-2C78-117CB332D78B}"/>
              </a:ext>
            </a:extLst>
          </p:cNvPr>
          <p:cNvGrpSpPr/>
          <p:nvPr/>
        </p:nvGrpSpPr>
        <p:grpSpPr>
          <a:xfrm>
            <a:off x="538238" y="0"/>
            <a:ext cx="7772400" cy="6607122"/>
            <a:chOff x="538238" y="0"/>
            <a:chExt cx="7772400" cy="660712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F7ECC6D-BDFC-8C2B-7263-0F16A5846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8238" y="0"/>
              <a:ext cx="7772400" cy="6607122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5AD4AA4-0B04-7DC9-DD29-7AD456B0AD7F}"/>
                </a:ext>
              </a:extLst>
            </p:cNvPr>
            <p:cNvCxnSpPr>
              <a:cxnSpLocks/>
            </p:cNvCxnSpPr>
            <p:nvPr/>
          </p:nvCxnSpPr>
          <p:spPr>
            <a:xfrm>
              <a:off x="1331550" y="764630"/>
              <a:ext cx="54007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6B0F8B1-62E6-7E02-5B7D-584E573E3BA7}"/>
                </a:ext>
              </a:extLst>
            </p:cNvPr>
            <p:cNvSpPr/>
            <p:nvPr/>
          </p:nvSpPr>
          <p:spPr>
            <a:xfrm>
              <a:off x="1316052" y="760576"/>
              <a:ext cx="5409488" cy="320712"/>
            </a:xfrm>
            <a:custGeom>
              <a:avLst/>
              <a:gdLst>
                <a:gd name="csX0" fmla="*/ 0 w 5418034"/>
                <a:gd name="csY0" fmla="*/ 0 h 307648"/>
                <a:gd name="csX1" fmla="*/ 3367043 w 5418034"/>
                <a:gd name="csY1" fmla="*/ 307648 h 307648"/>
                <a:gd name="csX2" fmla="*/ 5418034 w 5418034"/>
                <a:gd name="csY2" fmla="*/ 247828 h 307648"/>
                <a:gd name="csX0" fmla="*/ 0 w 5418034"/>
                <a:gd name="csY0" fmla="*/ 0 h 319203"/>
                <a:gd name="csX1" fmla="*/ 3367043 w 5418034"/>
                <a:gd name="csY1" fmla="*/ 307648 h 319203"/>
                <a:gd name="csX2" fmla="*/ 5418034 w 5418034"/>
                <a:gd name="csY2" fmla="*/ 247828 h 319203"/>
                <a:gd name="csX0" fmla="*/ 0 w 5418034"/>
                <a:gd name="csY0" fmla="*/ 0 h 340169"/>
                <a:gd name="csX1" fmla="*/ 3367043 w 5418034"/>
                <a:gd name="csY1" fmla="*/ 307648 h 340169"/>
                <a:gd name="csX2" fmla="*/ 5418034 w 5418034"/>
                <a:gd name="csY2" fmla="*/ 247828 h 340169"/>
                <a:gd name="csX0" fmla="*/ 0 w 5418034"/>
                <a:gd name="csY0" fmla="*/ 0 h 340169"/>
                <a:gd name="csX1" fmla="*/ 3367043 w 5418034"/>
                <a:gd name="csY1" fmla="*/ 307648 h 340169"/>
                <a:gd name="csX2" fmla="*/ 5418034 w 5418034"/>
                <a:gd name="csY2" fmla="*/ 247828 h 340169"/>
                <a:gd name="csX0" fmla="*/ 0 w 5332576"/>
                <a:gd name="csY0" fmla="*/ 0 h 957697"/>
                <a:gd name="csX1" fmla="*/ 3367043 w 5332576"/>
                <a:gd name="csY1" fmla="*/ 307648 h 957697"/>
                <a:gd name="csX2" fmla="*/ 5332576 w 5332576"/>
                <a:gd name="csY2" fmla="*/ 957129 h 957697"/>
                <a:gd name="csX0" fmla="*/ 0 w 5409488"/>
                <a:gd name="csY0" fmla="*/ 0 h 320712"/>
                <a:gd name="csX1" fmla="*/ 3367043 w 5409488"/>
                <a:gd name="csY1" fmla="*/ 307648 h 320712"/>
                <a:gd name="csX2" fmla="*/ 5409488 w 5409488"/>
                <a:gd name="csY2" fmla="*/ 256374 h 320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409488" h="320712">
                  <a:moveTo>
                    <a:pt x="0" y="0"/>
                  </a:moveTo>
                  <a:cubicBezTo>
                    <a:pt x="1318901" y="25637"/>
                    <a:pt x="2465462" y="264919"/>
                    <a:pt x="3367043" y="307648"/>
                  </a:cubicBezTo>
                  <a:cubicBezTo>
                    <a:pt x="4268624" y="350377"/>
                    <a:pt x="4725824" y="276314"/>
                    <a:pt x="5409488" y="25637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1E67372-2884-C0B1-C4AA-59EC44983445}"/>
                </a:ext>
              </a:extLst>
            </p:cNvPr>
            <p:cNvCxnSpPr>
              <a:cxnSpLocks/>
            </p:cNvCxnSpPr>
            <p:nvPr/>
          </p:nvCxnSpPr>
          <p:spPr>
            <a:xfrm>
              <a:off x="5148080" y="760576"/>
              <a:ext cx="0" cy="32071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8D2C43-50E3-226A-65CD-47C0FC8AF86C}"/>
                </a:ext>
              </a:extLst>
            </p:cNvPr>
            <p:cNvSpPr txBox="1"/>
            <p:nvPr/>
          </p:nvSpPr>
          <p:spPr>
            <a:xfrm>
              <a:off x="5076070" y="2636890"/>
              <a:ext cx="10778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M12</a:t>
              </a:r>
            </a:p>
            <a:p>
              <a:r>
                <a:rPr lang="en-US" sz="1400" dirty="0"/>
                <a:t>Vs 2.25 m/s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4DBCAAF-8CBB-8C9B-ADCC-41858ED88FD8}"/>
                </a:ext>
              </a:extLst>
            </p:cNvPr>
            <p:cNvCxnSpPr>
              <a:cxnSpLocks/>
            </p:cNvCxnSpPr>
            <p:nvPr/>
          </p:nvCxnSpPr>
          <p:spPr>
            <a:xfrm>
              <a:off x="3347830" y="920932"/>
              <a:ext cx="0" cy="364089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9CF19D-930E-28EC-7964-CCC299986FC6}"/>
                </a:ext>
              </a:extLst>
            </p:cNvPr>
            <p:cNvSpPr txBox="1"/>
            <p:nvPr/>
          </p:nvSpPr>
          <p:spPr>
            <a:xfrm>
              <a:off x="2757824" y="1700760"/>
              <a:ext cx="1238096" cy="30777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Diepgang</a:t>
              </a:r>
              <a:r>
                <a:rPr lang="en-US" sz="1400" dirty="0"/>
                <a:t> 4 m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20B4B34-4235-0EAA-F0CC-51EF43353096}"/>
                </a:ext>
              </a:extLst>
            </p:cNvPr>
            <p:cNvCxnSpPr>
              <a:cxnSpLocks/>
            </p:cNvCxnSpPr>
            <p:nvPr/>
          </p:nvCxnSpPr>
          <p:spPr>
            <a:xfrm>
              <a:off x="5017986" y="1084288"/>
              <a:ext cx="0" cy="364089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B964EC-3351-4FC6-363B-EAE778A1B2FE}"/>
                </a:ext>
              </a:extLst>
            </p:cNvPr>
            <p:cNvSpPr txBox="1"/>
            <p:nvPr/>
          </p:nvSpPr>
          <p:spPr>
            <a:xfrm>
              <a:off x="4427980" y="1864116"/>
              <a:ext cx="1238096" cy="30777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Diepgang</a:t>
              </a:r>
              <a:r>
                <a:rPr lang="en-US" sz="1400" dirty="0"/>
                <a:t> 4 m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6CD9534-6567-2412-8153-7045D338B161}"/>
                </a:ext>
              </a:extLst>
            </p:cNvPr>
            <p:cNvCxnSpPr>
              <a:cxnSpLocks/>
            </p:cNvCxnSpPr>
            <p:nvPr/>
          </p:nvCxnSpPr>
          <p:spPr>
            <a:xfrm>
              <a:off x="3221987" y="3861060"/>
              <a:ext cx="98996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F268210-AE93-7602-0E5E-4FDD450A55EE}"/>
                </a:ext>
              </a:extLst>
            </p:cNvPr>
            <p:cNvCxnSpPr>
              <a:cxnSpLocks/>
            </p:cNvCxnSpPr>
            <p:nvPr/>
          </p:nvCxnSpPr>
          <p:spPr>
            <a:xfrm>
              <a:off x="4932050" y="3861060"/>
              <a:ext cx="106197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EC82EEA-774C-DB3E-B852-0432F75C9CF5}"/>
                </a:ext>
              </a:extLst>
            </p:cNvPr>
            <p:cNvSpPr txBox="1"/>
            <p:nvPr/>
          </p:nvSpPr>
          <p:spPr>
            <a:xfrm>
              <a:off x="3500146" y="3573020"/>
              <a:ext cx="5677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17 m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DE8F8A-0A8E-DBB4-D174-E943A1C60558}"/>
                </a:ext>
              </a:extLst>
            </p:cNvPr>
            <p:cNvSpPr txBox="1"/>
            <p:nvPr/>
          </p:nvSpPr>
          <p:spPr>
            <a:xfrm>
              <a:off x="5228386" y="3573020"/>
              <a:ext cx="5677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17 m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3979155-E0A0-1AB1-BEB0-2AD2773A920D}"/>
                </a:ext>
              </a:extLst>
            </p:cNvPr>
            <p:cNvCxnSpPr>
              <a:cxnSpLocks/>
            </p:cNvCxnSpPr>
            <p:nvPr/>
          </p:nvCxnSpPr>
          <p:spPr>
            <a:xfrm>
              <a:off x="5994023" y="3861060"/>
              <a:ext cx="7201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807909-5F2D-82A7-9934-28C2DE332D36}"/>
                </a:ext>
              </a:extLst>
            </p:cNvPr>
            <p:cNvSpPr txBox="1"/>
            <p:nvPr/>
          </p:nvSpPr>
          <p:spPr>
            <a:xfrm>
              <a:off x="6012200" y="3553283"/>
              <a:ext cx="7152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11.5 m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4F426CE-A460-BF8B-3D23-520B136C1895}"/>
                </a:ext>
              </a:extLst>
            </p:cNvPr>
            <p:cNvSpPr txBox="1"/>
            <p:nvPr/>
          </p:nvSpPr>
          <p:spPr>
            <a:xfrm>
              <a:off x="4283960" y="3573020"/>
              <a:ext cx="7152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11.5 m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244804A-FC3F-760A-315E-77A3BD4AF4E4}"/>
                </a:ext>
              </a:extLst>
            </p:cNvPr>
            <p:cNvCxnSpPr>
              <a:cxnSpLocks/>
            </p:cNvCxnSpPr>
            <p:nvPr/>
          </p:nvCxnSpPr>
          <p:spPr>
            <a:xfrm>
              <a:off x="4211950" y="3861060"/>
              <a:ext cx="7201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8B9DE68-CDAC-00A0-F06A-E8FCB5789F65}"/>
                </a:ext>
              </a:extLst>
            </p:cNvPr>
            <p:cNvSpPr txBox="1"/>
            <p:nvPr/>
          </p:nvSpPr>
          <p:spPr>
            <a:xfrm>
              <a:off x="3275820" y="2636890"/>
              <a:ext cx="10778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M12</a:t>
              </a:r>
            </a:p>
            <a:p>
              <a:r>
                <a:rPr lang="en-US" sz="1400" dirty="0"/>
                <a:t>Vs 3.25 m/s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0BF4AC-76A6-31DF-68E8-3468DE66AEF5}"/>
                </a:ext>
              </a:extLst>
            </p:cNvPr>
            <p:cNvSpPr txBox="1"/>
            <p:nvPr/>
          </p:nvSpPr>
          <p:spPr>
            <a:xfrm rot="17657509">
              <a:off x="5573711" y="4659686"/>
              <a:ext cx="1477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onderwatertalud</a:t>
              </a:r>
              <a:endParaRPr lang="en-US" sz="14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D47A266-91F8-15B2-E81B-63771C0A9BA8}"/>
                </a:ext>
              </a:extLst>
            </p:cNvPr>
            <p:cNvSpPr txBox="1"/>
            <p:nvPr/>
          </p:nvSpPr>
          <p:spPr>
            <a:xfrm rot="3631554">
              <a:off x="1003640" y="4701364"/>
              <a:ext cx="1477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onderwatertalud</a:t>
              </a:r>
              <a:endParaRPr lang="en-US" sz="14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4B9D599-CA38-B499-2E28-4037BD094E24}"/>
                </a:ext>
              </a:extLst>
            </p:cNvPr>
            <p:cNvSpPr txBox="1"/>
            <p:nvPr/>
          </p:nvSpPr>
          <p:spPr>
            <a:xfrm>
              <a:off x="5234332" y="404580"/>
              <a:ext cx="1665649" cy="307777"/>
            </a:xfrm>
            <a:prstGeom prst="rect">
              <a:avLst/>
            </a:prstGeom>
            <a:solidFill>
              <a:schemeClr val="bg1">
                <a:alpha val="44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Waterspiegeldaling</a:t>
              </a:r>
              <a:endParaRPr lang="en-US" sz="1400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A9594BE-1F81-93CA-1CDC-5C9E748A4F0F}"/>
                </a:ext>
              </a:extLst>
            </p:cNvPr>
            <p:cNvSpPr/>
            <p:nvPr/>
          </p:nvSpPr>
          <p:spPr>
            <a:xfrm>
              <a:off x="5153114" y="649480"/>
              <a:ext cx="1598064" cy="282012"/>
            </a:xfrm>
            <a:custGeom>
              <a:avLst/>
              <a:gdLst>
                <a:gd name="csX0" fmla="*/ 1598064 w 1598064"/>
                <a:gd name="csY0" fmla="*/ 0 h 282012"/>
                <a:gd name="csX1" fmla="*/ 205099 w 1598064"/>
                <a:gd name="csY1" fmla="*/ 0 h 282012"/>
                <a:gd name="csX2" fmla="*/ 0 w 1598064"/>
                <a:gd name="csY2" fmla="*/ 282012 h 2820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98064" h="282012">
                  <a:moveTo>
                    <a:pt x="1598064" y="0"/>
                  </a:moveTo>
                  <a:lnTo>
                    <a:pt x="205099" y="0"/>
                  </a:lnTo>
                  <a:lnTo>
                    <a:pt x="0" y="282012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7982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08DC4FA-7C29-DFA1-287E-1881CD4F2C63}"/>
              </a:ext>
            </a:extLst>
          </p:cNvPr>
          <p:cNvGrpSpPr/>
          <p:nvPr/>
        </p:nvGrpSpPr>
        <p:grpSpPr>
          <a:xfrm>
            <a:off x="395420" y="456853"/>
            <a:ext cx="7780739" cy="5924557"/>
            <a:chOff x="395420" y="456853"/>
            <a:chExt cx="7780739" cy="592455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B1799E9-9A2E-A869-B211-77F116190454}"/>
                </a:ext>
              </a:extLst>
            </p:cNvPr>
            <p:cNvGrpSpPr/>
            <p:nvPr/>
          </p:nvGrpSpPr>
          <p:grpSpPr>
            <a:xfrm>
              <a:off x="395420" y="1104943"/>
              <a:ext cx="7780739" cy="5276467"/>
              <a:chOff x="395420" y="548600"/>
              <a:chExt cx="7780739" cy="5276467"/>
            </a:xfrm>
          </p:grpSpPr>
          <p:sp>
            <p:nvSpPr>
              <p:cNvPr id="2" name="Freeform 1">
                <a:extLst>
                  <a:ext uri="{FF2B5EF4-FFF2-40B4-BE49-F238E27FC236}">
                    <a16:creationId xmlns:a16="http://schemas.microsoft.com/office/drawing/2014/main" id="{7289576A-1BCB-B60E-65E6-4443985B318B}"/>
                  </a:ext>
                </a:extLst>
              </p:cNvPr>
              <p:cNvSpPr/>
              <p:nvPr/>
            </p:nvSpPr>
            <p:spPr>
              <a:xfrm>
                <a:off x="1388113" y="548600"/>
                <a:ext cx="6788046" cy="4320600"/>
              </a:xfrm>
              <a:custGeom>
                <a:avLst/>
                <a:gdLst>
                  <a:gd name="csX0" fmla="*/ 0 w 5469309"/>
                  <a:gd name="csY0" fmla="*/ 0 h 4939469"/>
                  <a:gd name="csX1" fmla="*/ 8546 w 5469309"/>
                  <a:gd name="csY1" fmla="*/ 2768837 h 4939469"/>
                  <a:gd name="csX2" fmla="*/ 1153683 w 5469309"/>
                  <a:gd name="csY2" fmla="*/ 4939469 h 4939469"/>
                  <a:gd name="csX3" fmla="*/ 4358356 w 5469309"/>
                  <a:gd name="csY3" fmla="*/ 4913832 h 4939469"/>
                  <a:gd name="csX4" fmla="*/ 5460763 w 5469309"/>
                  <a:gd name="csY4" fmla="*/ 2768837 h 4939469"/>
                  <a:gd name="csX5" fmla="*/ 5469309 w 5469309"/>
                  <a:gd name="csY5" fmla="*/ 8546 h 4939469"/>
                  <a:gd name="csX6" fmla="*/ 0 w 5469309"/>
                  <a:gd name="csY6" fmla="*/ 0 h 4939469"/>
                  <a:gd name="csX0" fmla="*/ 0 w 5469309"/>
                  <a:gd name="csY0" fmla="*/ 0 h 4939469"/>
                  <a:gd name="csX1" fmla="*/ 8546 w 5469309"/>
                  <a:gd name="csY1" fmla="*/ 2768837 h 4939469"/>
                  <a:gd name="csX2" fmla="*/ 1105323 w 5469309"/>
                  <a:gd name="csY2" fmla="*/ 4939469 h 4939469"/>
                  <a:gd name="csX3" fmla="*/ 4358356 w 5469309"/>
                  <a:gd name="csY3" fmla="*/ 4913832 h 4939469"/>
                  <a:gd name="csX4" fmla="*/ 5460763 w 5469309"/>
                  <a:gd name="csY4" fmla="*/ 2768837 h 4939469"/>
                  <a:gd name="csX5" fmla="*/ 5469309 w 5469309"/>
                  <a:gd name="csY5" fmla="*/ 8546 h 4939469"/>
                  <a:gd name="csX6" fmla="*/ 0 w 5469309"/>
                  <a:gd name="csY6" fmla="*/ 0 h 4939469"/>
                  <a:gd name="csX0" fmla="*/ 0 w 5469309"/>
                  <a:gd name="csY0" fmla="*/ 0 h 4939469"/>
                  <a:gd name="csX1" fmla="*/ 8546 w 5469309"/>
                  <a:gd name="csY1" fmla="*/ 2768837 h 4939469"/>
                  <a:gd name="csX2" fmla="*/ 1105323 w 5469309"/>
                  <a:gd name="csY2" fmla="*/ 4939469 h 4939469"/>
                  <a:gd name="csX3" fmla="*/ 4358356 w 5469309"/>
                  <a:gd name="csY3" fmla="*/ 4933372 h 4939469"/>
                  <a:gd name="csX4" fmla="*/ 5460763 w 5469309"/>
                  <a:gd name="csY4" fmla="*/ 2768837 h 4939469"/>
                  <a:gd name="csX5" fmla="*/ 5469309 w 5469309"/>
                  <a:gd name="csY5" fmla="*/ 8546 h 4939469"/>
                  <a:gd name="csX6" fmla="*/ 0 w 5469309"/>
                  <a:gd name="csY6" fmla="*/ 0 h 4939469"/>
                  <a:gd name="csX0" fmla="*/ 0 w 5475056"/>
                  <a:gd name="csY0" fmla="*/ 0 h 4939469"/>
                  <a:gd name="csX1" fmla="*/ 8546 w 5475056"/>
                  <a:gd name="csY1" fmla="*/ 2768837 h 4939469"/>
                  <a:gd name="csX2" fmla="*/ 1105323 w 5475056"/>
                  <a:gd name="csY2" fmla="*/ 4939469 h 4939469"/>
                  <a:gd name="csX3" fmla="*/ 4358356 w 5475056"/>
                  <a:gd name="csY3" fmla="*/ 4933372 h 4939469"/>
                  <a:gd name="csX4" fmla="*/ 5474580 w 5475056"/>
                  <a:gd name="csY4" fmla="*/ 2964235 h 4939469"/>
                  <a:gd name="csX5" fmla="*/ 5469309 w 5475056"/>
                  <a:gd name="csY5" fmla="*/ 8546 h 4939469"/>
                  <a:gd name="csX6" fmla="*/ 0 w 5475056"/>
                  <a:gd name="csY6" fmla="*/ 0 h 4939469"/>
                  <a:gd name="csX0" fmla="*/ 12488 w 5487544"/>
                  <a:gd name="csY0" fmla="*/ 0 h 4939469"/>
                  <a:gd name="csX1" fmla="*/ 308 w 5487544"/>
                  <a:gd name="csY1" fmla="*/ 2983775 h 4939469"/>
                  <a:gd name="csX2" fmla="*/ 1117811 w 5487544"/>
                  <a:gd name="csY2" fmla="*/ 4939469 h 4939469"/>
                  <a:gd name="csX3" fmla="*/ 4370844 w 5487544"/>
                  <a:gd name="csY3" fmla="*/ 4933372 h 4939469"/>
                  <a:gd name="csX4" fmla="*/ 5487068 w 5487544"/>
                  <a:gd name="csY4" fmla="*/ 2964235 h 4939469"/>
                  <a:gd name="csX5" fmla="*/ 5481797 w 5487544"/>
                  <a:gd name="csY5" fmla="*/ 8546 h 4939469"/>
                  <a:gd name="csX6" fmla="*/ 12488 w 5487544"/>
                  <a:gd name="csY6" fmla="*/ 0 h 49394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5487544" h="4939469">
                    <a:moveTo>
                      <a:pt x="12488" y="0"/>
                    </a:moveTo>
                    <a:cubicBezTo>
                      <a:pt x="15337" y="922946"/>
                      <a:pt x="-2541" y="2060829"/>
                      <a:pt x="308" y="2983775"/>
                    </a:cubicBezTo>
                    <a:lnTo>
                      <a:pt x="1117811" y="4939469"/>
                    </a:lnTo>
                    <a:lnTo>
                      <a:pt x="4370844" y="4933372"/>
                    </a:lnTo>
                    <a:lnTo>
                      <a:pt x="5487068" y="2964235"/>
                    </a:lnTo>
                    <a:cubicBezTo>
                      <a:pt x="5489917" y="2044138"/>
                      <a:pt x="5478948" y="928643"/>
                      <a:pt x="5481797" y="8546"/>
                    </a:cubicBezTo>
                    <a:lnTo>
                      <a:pt x="12488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 = 518 m</a:t>
                </a:r>
                <a:r>
                  <a:rPr lang="en-US" baseline="30000" dirty="0"/>
                  <a:t>2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F74A9F83-4C1D-1FB1-732B-03D7A463E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500" y="548600"/>
                <a:ext cx="0" cy="25923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0BC6348F-6C46-D3F8-588D-62F2927C89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500" y="3140960"/>
                <a:ext cx="0" cy="172824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01B6D1C-E51A-9732-BDC1-498B95D4B9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470" y="548600"/>
                <a:ext cx="0" cy="432060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1A9F6A9-06C0-9112-5C15-D703BFA0C4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84454" y="5661310"/>
                <a:ext cx="6788046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D98D9F0-8CDC-4BA2-37FE-4D4712D165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03560" y="5373270"/>
                <a:ext cx="135981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B526583F-174C-984D-0516-B4DE4F117A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690" y="5373270"/>
                <a:ext cx="135981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CC09D2A-98A3-1B12-DD02-42952306A4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0130" y="5373270"/>
                <a:ext cx="403256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B9BD48-F9C1-9E70-B6F6-9041D9FE6BB4}"/>
                  </a:ext>
                </a:extLst>
              </p:cNvPr>
              <p:cNvSpPr txBox="1"/>
              <p:nvPr/>
            </p:nvSpPr>
            <p:spPr>
              <a:xfrm>
                <a:off x="395420" y="2708900"/>
                <a:ext cx="47160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6 m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C918A79-BCAE-9521-1FE0-6D4EAFE067E7}"/>
                  </a:ext>
                </a:extLst>
              </p:cNvPr>
              <p:cNvSpPr txBox="1"/>
              <p:nvPr/>
            </p:nvSpPr>
            <p:spPr>
              <a:xfrm>
                <a:off x="755470" y="1844780"/>
                <a:ext cx="61908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3.6 m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BFC36C-CF2E-97E8-2F70-4C10047205A1}"/>
                  </a:ext>
                </a:extLst>
              </p:cNvPr>
              <p:cNvSpPr txBox="1"/>
              <p:nvPr/>
            </p:nvSpPr>
            <p:spPr>
              <a:xfrm>
                <a:off x="755470" y="3861060"/>
                <a:ext cx="61908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2.4 m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03A886-A8D8-B7D0-A0C1-8442E47CFF70}"/>
                  </a:ext>
                </a:extLst>
              </p:cNvPr>
              <p:cNvSpPr txBox="1"/>
              <p:nvPr/>
            </p:nvSpPr>
            <p:spPr>
              <a:xfrm>
                <a:off x="1763610" y="5209513"/>
                <a:ext cx="71526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19.2 m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5115A3E-6FC8-1B20-C656-3DB7412A34DF}"/>
                  </a:ext>
                </a:extLst>
              </p:cNvPr>
              <p:cNvSpPr txBox="1"/>
              <p:nvPr/>
            </p:nvSpPr>
            <p:spPr>
              <a:xfrm>
                <a:off x="4262460" y="5219381"/>
                <a:ext cx="71526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55.6 m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393700-34AB-7E00-4548-D227B9CF953F}"/>
                  </a:ext>
                </a:extLst>
              </p:cNvPr>
              <p:cNvSpPr txBox="1"/>
              <p:nvPr/>
            </p:nvSpPr>
            <p:spPr>
              <a:xfrm>
                <a:off x="7134965" y="5209512"/>
                <a:ext cx="71526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19.2 m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6915743-8F8D-200B-DAEF-862465B96141}"/>
                  </a:ext>
                </a:extLst>
              </p:cNvPr>
              <p:cNvSpPr txBox="1"/>
              <p:nvPr/>
            </p:nvSpPr>
            <p:spPr>
              <a:xfrm>
                <a:off x="4283960" y="5517290"/>
                <a:ext cx="71526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94.0 m</a:t>
                </a:r>
              </a:p>
            </p:txBody>
          </p:sp>
        </p:grp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75451B7-6990-7C8B-509D-E4D86E2166F0}"/>
                </a:ext>
              </a:extLst>
            </p:cNvPr>
            <p:cNvSpPr/>
            <p:nvPr/>
          </p:nvSpPr>
          <p:spPr>
            <a:xfrm>
              <a:off x="4717279" y="709301"/>
              <a:ext cx="1563880" cy="393106"/>
            </a:xfrm>
            <a:custGeom>
              <a:avLst/>
              <a:gdLst>
                <a:gd name="csX0" fmla="*/ 1563880 w 1563880"/>
                <a:gd name="csY0" fmla="*/ 0 h 393106"/>
                <a:gd name="csX1" fmla="*/ 324740 w 1563880"/>
                <a:gd name="csY1" fmla="*/ 0 h 393106"/>
                <a:gd name="csX2" fmla="*/ 0 w 1563880"/>
                <a:gd name="csY2" fmla="*/ 393106 h 393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63880" h="393106">
                  <a:moveTo>
                    <a:pt x="1563880" y="0"/>
                  </a:moveTo>
                  <a:lnTo>
                    <a:pt x="324740" y="0"/>
                  </a:lnTo>
                  <a:lnTo>
                    <a:pt x="0" y="393106"/>
                  </a:ln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D26433D-2CEA-B147-ADDB-08108F3E1867}"/>
                </a:ext>
              </a:extLst>
            </p:cNvPr>
            <p:cNvSpPr txBox="1"/>
            <p:nvPr/>
          </p:nvSpPr>
          <p:spPr>
            <a:xfrm>
              <a:off x="5102726" y="456853"/>
              <a:ext cx="1053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NAP -0.4 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0797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7330D4F-14B6-9389-E028-386BB212FAD8}"/>
              </a:ext>
            </a:extLst>
          </p:cNvPr>
          <p:cNvGrpSpPr/>
          <p:nvPr/>
        </p:nvGrpSpPr>
        <p:grpSpPr>
          <a:xfrm>
            <a:off x="685800" y="288950"/>
            <a:ext cx="7772400" cy="6280099"/>
            <a:chOff x="685800" y="288950"/>
            <a:chExt cx="7772400" cy="628009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12E9A63-DE10-3C8A-4D34-C52941EFF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288950"/>
              <a:ext cx="7772400" cy="6280099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F3585F1-4F5D-3607-62DE-8913F66B5E88}"/>
                </a:ext>
              </a:extLst>
            </p:cNvPr>
            <p:cNvSpPr txBox="1"/>
            <p:nvPr/>
          </p:nvSpPr>
          <p:spPr>
            <a:xfrm>
              <a:off x="4095591" y="5445280"/>
              <a:ext cx="259506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Profiel</a:t>
              </a:r>
              <a:r>
                <a:rPr lang="en-US" sz="1400" dirty="0"/>
                <a:t> </a:t>
              </a:r>
              <a:r>
                <a:rPr lang="en-US" sz="1400" dirty="0" err="1"/>
                <a:t>zonder</a:t>
              </a:r>
              <a:r>
                <a:rPr lang="en-US" sz="1400" dirty="0"/>
                <a:t> </a:t>
              </a:r>
              <a:r>
                <a:rPr lang="en-US" sz="1400" dirty="0" err="1"/>
                <a:t>onderwatertalud</a:t>
              </a:r>
              <a:endParaRPr lang="en-US" sz="1400" dirty="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DB6756E3-721C-4BE9-5701-DBD9606A3DA7}"/>
                </a:ext>
              </a:extLst>
            </p:cNvPr>
            <p:cNvSpPr/>
            <p:nvPr/>
          </p:nvSpPr>
          <p:spPr>
            <a:xfrm>
              <a:off x="4546363" y="4734370"/>
              <a:ext cx="888762" cy="769122"/>
            </a:xfrm>
            <a:custGeom>
              <a:avLst/>
              <a:gdLst>
                <a:gd name="csX0" fmla="*/ 0 w 888762"/>
                <a:gd name="csY0" fmla="*/ 153824 h 769122"/>
                <a:gd name="csX1" fmla="*/ 461473 w 888762"/>
                <a:gd name="csY1" fmla="*/ 769122 h 769122"/>
                <a:gd name="csX2" fmla="*/ 888762 w 888762"/>
                <a:gd name="csY2" fmla="*/ 0 h 7691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88762" h="769122">
                  <a:moveTo>
                    <a:pt x="0" y="153824"/>
                  </a:moveTo>
                  <a:lnTo>
                    <a:pt x="461473" y="769122"/>
                  </a:lnTo>
                  <a:lnTo>
                    <a:pt x="888762" y="0"/>
                  </a:lnTo>
                </a:path>
              </a:pathLst>
            </a:custGeom>
            <a:noFill/>
            <a:ln>
              <a:headEnd type="triangl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92259B-698F-684B-8C1D-F539C6C147DC}"/>
                </a:ext>
              </a:extLst>
            </p:cNvPr>
            <p:cNvSpPr txBox="1"/>
            <p:nvPr/>
          </p:nvSpPr>
          <p:spPr>
            <a:xfrm>
              <a:off x="2051650" y="3284980"/>
              <a:ext cx="172438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Top </a:t>
              </a:r>
              <a:r>
                <a:rPr lang="en-US" sz="1400" dirty="0" err="1"/>
                <a:t>ondewatertalud</a:t>
              </a:r>
              <a:endParaRPr lang="en-US" sz="1400" dirty="0"/>
            </a:p>
            <a:p>
              <a:r>
                <a:rPr lang="en-US" sz="1400" dirty="0" err="1"/>
                <a:t>bij</a:t>
              </a:r>
              <a:r>
                <a:rPr lang="en-US" sz="1400" dirty="0"/>
                <a:t> </a:t>
              </a:r>
              <a:r>
                <a:rPr lang="en-US" sz="1400" dirty="0" err="1"/>
                <a:t>damwand</a:t>
              </a:r>
              <a:endParaRPr lang="en-US" sz="1400" dirty="0"/>
            </a:p>
            <a:p>
              <a:r>
                <a:rPr lang="en-US" sz="1400" dirty="0"/>
                <a:t>3.6 m </a:t>
              </a:r>
              <a:r>
                <a:rPr lang="en-US" sz="1400" dirty="0" err="1"/>
                <a:t>beneden</a:t>
              </a:r>
              <a:endParaRPr lang="en-US" sz="1400" dirty="0"/>
            </a:p>
            <a:p>
              <a:r>
                <a:rPr lang="en-US" sz="1400" dirty="0" err="1"/>
                <a:t>waterspiegel</a:t>
              </a:r>
              <a:endParaRPr lang="en-US" sz="1400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A17AA43-0ABA-6584-5628-9E7C2A8E421B}"/>
                </a:ext>
              </a:extLst>
            </p:cNvPr>
            <p:cNvSpPr/>
            <p:nvPr/>
          </p:nvSpPr>
          <p:spPr>
            <a:xfrm>
              <a:off x="1401510" y="2991028"/>
              <a:ext cx="1734797" cy="1187865"/>
            </a:xfrm>
            <a:custGeom>
              <a:avLst/>
              <a:gdLst>
                <a:gd name="csX0" fmla="*/ 1734797 w 1734797"/>
                <a:gd name="csY0" fmla="*/ 1187865 h 1187865"/>
                <a:gd name="csX1" fmla="*/ 623843 w 1734797"/>
                <a:gd name="csY1" fmla="*/ 1187865 h 1187865"/>
                <a:gd name="csX2" fmla="*/ 0 w 1734797"/>
                <a:gd name="csY2" fmla="*/ 0 h 1187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34797" h="1187865">
                  <a:moveTo>
                    <a:pt x="1734797" y="1187865"/>
                  </a:moveTo>
                  <a:lnTo>
                    <a:pt x="623843" y="1187865"/>
                  </a:lnTo>
                  <a:lnTo>
                    <a:pt x="0" y="0"/>
                  </a:ln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6855B5-3041-905C-FEA1-65A1DFD0CB92}"/>
                </a:ext>
              </a:extLst>
            </p:cNvPr>
            <p:cNvSpPr txBox="1"/>
            <p:nvPr/>
          </p:nvSpPr>
          <p:spPr>
            <a:xfrm>
              <a:off x="3995920" y="692620"/>
              <a:ext cx="17170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Eén</a:t>
              </a:r>
              <a:r>
                <a:rPr lang="en-US" sz="1200" dirty="0"/>
                <a:t> M12 </a:t>
              </a:r>
              <a:r>
                <a:rPr lang="en-US" sz="1200" dirty="0" err="1"/>
                <a:t>schip</a:t>
              </a:r>
              <a:r>
                <a:rPr lang="en-US" sz="1200" dirty="0"/>
                <a:t>: 1.4 m/s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8BEEED-A0A3-30A6-BF45-1B9D2E9944DD}"/>
                </a:ext>
              </a:extLst>
            </p:cNvPr>
            <p:cNvSpPr txBox="1"/>
            <p:nvPr/>
          </p:nvSpPr>
          <p:spPr>
            <a:xfrm>
              <a:off x="6343906" y="692620"/>
              <a:ext cx="1468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M12 + M12: 2.3 m/s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107DB4-CDE8-27AF-2622-AD9D7D8585F7}"/>
                </a:ext>
              </a:extLst>
            </p:cNvPr>
            <p:cNvSpPr txBox="1"/>
            <p:nvPr/>
          </p:nvSpPr>
          <p:spPr>
            <a:xfrm>
              <a:off x="6012200" y="919691"/>
              <a:ext cx="14188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M8 + M12:  2.1 m/s</a:t>
              </a: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85E3732-1550-6C51-03F5-2F9B836EEDC9}"/>
                </a:ext>
              </a:extLst>
            </p:cNvPr>
            <p:cNvSpPr/>
            <p:nvPr/>
          </p:nvSpPr>
          <p:spPr>
            <a:xfrm>
              <a:off x="6375163" y="948583"/>
              <a:ext cx="1444239" cy="307649"/>
            </a:xfrm>
            <a:custGeom>
              <a:avLst/>
              <a:gdLst>
                <a:gd name="csX0" fmla="*/ 0 w 1444239"/>
                <a:gd name="csY0" fmla="*/ 0 h 307649"/>
                <a:gd name="csX1" fmla="*/ 1444239 w 1444239"/>
                <a:gd name="csY1" fmla="*/ 0 h 307649"/>
                <a:gd name="csX2" fmla="*/ 1196411 w 1444239"/>
                <a:gd name="csY2" fmla="*/ 307649 h 307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44239" h="307649">
                  <a:moveTo>
                    <a:pt x="0" y="0"/>
                  </a:moveTo>
                  <a:lnTo>
                    <a:pt x="1444239" y="0"/>
                  </a:lnTo>
                  <a:lnTo>
                    <a:pt x="1196411" y="307649"/>
                  </a:ln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0B9AA03-EF22-0C2E-BEFE-0943D3176422}"/>
                </a:ext>
              </a:extLst>
            </p:cNvPr>
            <p:cNvSpPr/>
            <p:nvPr/>
          </p:nvSpPr>
          <p:spPr>
            <a:xfrm>
              <a:off x="6195701" y="1153682"/>
              <a:ext cx="948583" cy="196554"/>
            </a:xfrm>
            <a:custGeom>
              <a:avLst/>
              <a:gdLst>
                <a:gd name="csX0" fmla="*/ 0 w 948583"/>
                <a:gd name="csY0" fmla="*/ 0 h 196554"/>
                <a:gd name="csX1" fmla="*/ 948583 w 948583"/>
                <a:gd name="csY1" fmla="*/ 0 h 196554"/>
                <a:gd name="csX2" fmla="*/ 734938 w 948583"/>
                <a:gd name="csY2" fmla="*/ 196554 h 196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48583" h="196554">
                  <a:moveTo>
                    <a:pt x="0" y="0"/>
                  </a:moveTo>
                  <a:lnTo>
                    <a:pt x="948583" y="0"/>
                  </a:lnTo>
                  <a:lnTo>
                    <a:pt x="734938" y="196554"/>
                  </a:ln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F67A4ED-4A28-FDF1-0FAA-34082CD61093}"/>
                </a:ext>
              </a:extLst>
            </p:cNvPr>
            <p:cNvSpPr/>
            <p:nvPr/>
          </p:nvSpPr>
          <p:spPr>
            <a:xfrm>
              <a:off x="4110527" y="931492"/>
              <a:ext cx="1230594" cy="264919"/>
            </a:xfrm>
            <a:custGeom>
              <a:avLst/>
              <a:gdLst>
                <a:gd name="csX0" fmla="*/ 0 w 1230594"/>
                <a:gd name="csY0" fmla="*/ 0 h 264919"/>
                <a:gd name="csX1" fmla="*/ 1230594 w 1230594"/>
                <a:gd name="csY1" fmla="*/ 0 h 264919"/>
                <a:gd name="csX2" fmla="*/ 1119499 w 1230594"/>
                <a:gd name="csY2" fmla="*/ 264919 h 2649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230594" h="264919">
                  <a:moveTo>
                    <a:pt x="0" y="0"/>
                  </a:moveTo>
                  <a:lnTo>
                    <a:pt x="1230594" y="0"/>
                  </a:lnTo>
                  <a:lnTo>
                    <a:pt x="1119499" y="264919"/>
                  </a:ln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EC10FA-FC9A-9F0A-F26C-72DB0B30BB30}"/>
                </a:ext>
              </a:extLst>
            </p:cNvPr>
            <p:cNvSpPr txBox="1"/>
            <p:nvPr/>
          </p:nvSpPr>
          <p:spPr>
            <a:xfrm>
              <a:off x="5940190" y="1700760"/>
              <a:ext cx="619080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Andere</a:t>
              </a:r>
            </a:p>
            <a:p>
              <a:r>
                <a:rPr lang="en-US" sz="1100" dirty="0"/>
                <a:t> </a:t>
              </a:r>
              <a:r>
                <a:rPr lang="en-US" sz="1100" dirty="0" err="1"/>
                <a:t>dwars</a:t>
              </a:r>
              <a:endParaRPr lang="en-US" sz="1100" dirty="0"/>
            </a:p>
            <a:p>
              <a:r>
                <a:rPr lang="en-US" sz="1100" dirty="0" err="1"/>
                <a:t>profiel</a:t>
              </a:r>
              <a:endParaRPr lang="en-US" sz="11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2F85F85-D337-F1A4-D6AB-CA2F42DA2F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40190" y="2300924"/>
              <a:ext cx="7298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6494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5629</TotalTime>
  <Words>292</Words>
  <Application>Microsoft Macintosh PowerPoint</Application>
  <PresentationFormat>On-screen Show (4:3)</PresentationFormat>
  <Paragraphs>115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Plaatjes RWS-ARK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 Olsthoorn</dc:creator>
  <cp:lastModifiedBy>Theo Olsthoorn</cp:lastModifiedBy>
  <cp:revision>25</cp:revision>
  <dcterms:created xsi:type="dcterms:W3CDTF">2026-04-18T15:34:43Z</dcterms:created>
  <dcterms:modified xsi:type="dcterms:W3CDTF">2026-07-28T00:14:12Z</dcterms:modified>
</cp:coreProperties>
</file>