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howGuides="1">
      <p:cViewPr>
        <p:scale>
          <a:sx n="88" d="100"/>
          <a:sy n="88" d="100"/>
        </p:scale>
        <p:origin x="1656" y="8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577</TotalTime>
  <Words>10</Words>
  <Application>Microsoft Macintosh PowerPoint</Application>
  <PresentationFormat>On-screen Show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Plaatjes RWS-ARK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1</cp:revision>
  <dcterms:created xsi:type="dcterms:W3CDTF">2026-04-18T15:34:43Z</dcterms:created>
  <dcterms:modified xsi:type="dcterms:W3CDTF">2026-04-19T01:11:51Z</dcterms:modified>
</cp:coreProperties>
</file>