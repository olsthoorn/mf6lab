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2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9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9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8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1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8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6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2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8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8B523-AC92-4D4A-A050-50A786FD6E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4ECA4-5C1C-424C-B1CE-147D15DD3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84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CBDB-DEB0-1234-9CDA-2EEB3976AC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RWS-ARK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CB34D-E86D-99AD-4E3A-5A7FF32331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T.N.Olsthoorn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81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1358-D67C-FA7A-67BF-99479B2B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47FF-F14B-304A-3173-CE6199646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86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</Words>
  <Application>Microsoft Macintosh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RWS-ARK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Olsthoorn</dc:creator>
  <cp:lastModifiedBy>Theo Olsthoorn</cp:lastModifiedBy>
  <cp:revision>1</cp:revision>
  <dcterms:created xsi:type="dcterms:W3CDTF">2026-05-19T19:41:47Z</dcterms:created>
  <dcterms:modified xsi:type="dcterms:W3CDTF">2026-05-19T19:42:55Z</dcterms:modified>
</cp:coreProperties>
</file>