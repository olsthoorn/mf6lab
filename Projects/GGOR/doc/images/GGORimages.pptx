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57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5620"/>
    <p:restoredTop sz="94660"/>
  </p:normalViewPr>
  <p:slideViewPr>
    <p:cSldViewPr snapToGrid="0" snapToObjects="1" showGuides="1">
      <p:cViewPr>
        <p:scale>
          <a:sx n="300" d="100"/>
          <a:sy n="300" d="100"/>
        </p:scale>
        <p:origin x="-80" y="-64"/>
      </p:cViewPr>
      <p:guideLst>
        <p:guide orient="horz" pos="288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1B3D-0308-F34E-8F0A-F36FA1DD3C8F}" type="datetimeFigureOut">
              <a:rPr lang="en-US" smtClean="0"/>
              <a:t>15/04/15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A6427-6138-9D4D-9CA4-C11DEFB7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2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1B3D-0308-F34E-8F0A-F36FA1DD3C8F}" type="datetimeFigureOut">
              <a:rPr lang="en-US" smtClean="0"/>
              <a:t>15/04/15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A6427-6138-9D4D-9CA4-C11DEFB7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1B3D-0308-F34E-8F0A-F36FA1DD3C8F}" type="datetimeFigureOut">
              <a:rPr lang="en-US" smtClean="0"/>
              <a:t>15/04/15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A6427-6138-9D4D-9CA4-C11DEFB7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143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1B3D-0308-F34E-8F0A-F36FA1DD3C8F}" type="datetimeFigureOut">
              <a:rPr lang="en-US" smtClean="0"/>
              <a:t>15/04/15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A6427-6138-9D4D-9CA4-C11DEFB7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44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1B3D-0308-F34E-8F0A-F36FA1DD3C8F}" type="datetimeFigureOut">
              <a:rPr lang="en-US" smtClean="0"/>
              <a:t>15/04/15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A6427-6138-9D4D-9CA4-C11DEFB7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1B3D-0308-F34E-8F0A-F36FA1DD3C8F}" type="datetimeFigureOut">
              <a:rPr lang="en-US" smtClean="0"/>
              <a:t>15/04/15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A6427-6138-9D4D-9CA4-C11DEFB7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71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1B3D-0308-F34E-8F0A-F36FA1DD3C8F}" type="datetimeFigureOut">
              <a:rPr lang="en-US" smtClean="0"/>
              <a:t>15/04/15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A6427-6138-9D4D-9CA4-C11DEFB7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8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1B3D-0308-F34E-8F0A-F36FA1DD3C8F}" type="datetimeFigureOut">
              <a:rPr lang="en-US" smtClean="0"/>
              <a:t>15/04/15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A6427-6138-9D4D-9CA4-C11DEFB7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557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1B3D-0308-F34E-8F0A-F36FA1DD3C8F}" type="datetimeFigureOut">
              <a:rPr lang="en-US" smtClean="0"/>
              <a:t>15/04/15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A6427-6138-9D4D-9CA4-C11DEFB7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6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1B3D-0308-F34E-8F0A-F36FA1DD3C8F}" type="datetimeFigureOut">
              <a:rPr lang="en-US" smtClean="0"/>
              <a:t>15/04/15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A6427-6138-9D4D-9CA4-C11DEFB7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07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1B3D-0308-F34E-8F0A-F36FA1DD3C8F}" type="datetimeFigureOut">
              <a:rPr lang="en-US" smtClean="0"/>
              <a:t>15/04/15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A6427-6138-9D4D-9CA4-C11DEFB7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0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31B3D-0308-F34E-8F0A-F36FA1DD3C8F}" type="datetimeFigureOut">
              <a:rPr lang="en-US" smtClean="0"/>
              <a:t>15/04/15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A6427-6138-9D4D-9CA4-C11DEFB76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8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4" Type="http://schemas.openxmlformats.org/officeDocument/2006/relationships/image" Target="../media/image4.emf"/><Relationship Id="rId5" Type="http://schemas.openxmlformats.org/officeDocument/2006/relationships/image" Target="../media/image9.emf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52" y="629518"/>
            <a:ext cx="7744581" cy="5872881"/>
          </a:xfrm>
          <a:prstGeom prst="rect">
            <a:avLst/>
          </a:prstGeom>
        </p:spPr>
      </p:pic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955" y="317198"/>
            <a:ext cx="1739900" cy="647700"/>
          </a:xfrm>
          <a:prstGeom prst="rect">
            <a:avLst/>
          </a:prstGeom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237" y="6118679"/>
            <a:ext cx="444500" cy="317500"/>
          </a:xfrm>
          <a:prstGeom prst="rect">
            <a:avLst/>
          </a:prstGeom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19" y="3224590"/>
            <a:ext cx="1524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53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107016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" cy="1219200"/>
          </a:xfrm>
          <a:prstGeom prst="rect">
            <a:avLst/>
          </a:prstGeom>
        </p:spPr>
      </p:pic>
      <p:pic>
        <p:nvPicPr>
          <p:cNvPr id="3" name="Picture 2" descr="P1070167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0"/>
            <a:ext cx="16256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567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621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13" y="452360"/>
            <a:ext cx="8337248" cy="6322313"/>
          </a:xfrm>
          <a:prstGeom prst="rect">
            <a:avLst/>
          </a:prstGeom>
        </p:spPr>
      </p:pic>
      <p:pic>
        <p:nvPicPr>
          <p:cNvPr id="3" name="Picture 2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237" y="6227534"/>
            <a:ext cx="444500" cy="317500"/>
          </a:xfrm>
          <a:prstGeom prst="rect">
            <a:avLst/>
          </a:prstGeom>
        </p:spPr>
      </p:pic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39" y="3333445"/>
            <a:ext cx="152400" cy="203200"/>
          </a:xfrm>
          <a:prstGeom prst="rect">
            <a:avLst/>
          </a:prstGeom>
        </p:spPr>
      </p:pic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098" y="220436"/>
            <a:ext cx="22479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019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11939</TotalTime>
  <Words>0</Words>
  <Application>Microsoft Macintosh PowerPoint</Application>
  <PresentationFormat>On-screen Show (4:3)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>Personal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Theo Olsthoorn</dc:creator>
  <cp:keywords/>
  <dc:description/>
  <cp:lastModifiedBy>Theo Olsthoorn</cp:lastModifiedBy>
  <cp:revision>8</cp:revision>
  <dcterms:created xsi:type="dcterms:W3CDTF">2015-03-18T13:03:52Z</dcterms:created>
  <dcterms:modified xsi:type="dcterms:W3CDTF">2015-04-20T06:52:22Z</dcterms:modified>
  <cp:category/>
</cp:coreProperties>
</file>