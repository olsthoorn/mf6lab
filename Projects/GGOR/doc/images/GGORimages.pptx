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59" r:id="rId7"/>
    <p:sldId id="258" r:id="rId8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4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preferSingleView="1">
    <p:restoredLeft sz="15621"/>
    <p:restoredTop sz="94694"/>
  </p:normalViewPr>
  <p:slideViewPr>
    <p:cSldViewPr snapToGrid="0" snapToObjects="1" showGuides="1">
      <p:cViewPr varScale="1">
        <p:scale>
          <a:sx n="107" d="100"/>
          <a:sy n="107" d="100"/>
        </p:scale>
        <p:origin x="1096" y="472"/>
      </p:cViewPr>
      <p:guideLst>
        <p:guide orient="horz" pos="288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12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1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143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19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71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8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57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0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02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031B3D-0308-F34E-8F0A-F36FA1DD3C8F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A6427-6138-9D4D-9CA4-C11DEFB762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8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emf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52" y="629518"/>
            <a:ext cx="7744581" cy="5872881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955" y="317198"/>
            <a:ext cx="1739900" cy="647700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237" y="6118679"/>
            <a:ext cx="444500" cy="317500"/>
          </a:xfrm>
          <a:prstGeom prst="rect">
            <a:avLst/>
          </a:prstGeom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19" y="3224590"/>
            <a:ext cx="1524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53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386CF-BF80-11B6-CDA9-F0FAE711C1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Tekeningen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GGOR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FF9FEC-46F2-9639-6AE5-C352BBED76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Deels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</a:t>
            </a:r>
            <a:r>
              <a:rPr lang="en-US" dirty="0" err="1"/>
              <a:t>tekeningen</a:t>
            </a:r>
            <a:r>
              <a:rPr lang="en-US" dirty="0"/>
              <a:t> </a:t>
            </a:r>
            <a:r>
              <a:rPr lang="en-US" dirty="0" err="1"/>
              <a:t>eerder</a:t>
            </a:r>
            <a:r>
              <a:rPr lang="en-US" dirty="0"/>
              <a:t> </a:t>
            </a:r>
            <a:r>
              <a:rPr lang="en-US" dirty="0" err="1"/>
              <a:t>gemaakt</a:t>
            </a:r>
            <a:r>
              <a:rPr lang="en-US" dirty="0"/>
              <a:t> in </a:t>
            </a:r>
            <a:r>
              <a:rPr lang="en-US" dirty="0" err="1"/>
              <a:t>EazyDraw</a:t>
            </a:r>
            <a:r>
              <a:rPr lang="en-US" dirty="0"/>
              <a:t>. </a:t>
            </a:r>
            <a:r>
              <a:rPr lang="en-US" dirty="0" err="1"/>
              <a:t>Deze</a:t>
            </a:r>
            <a:r>
              <a:rPr lang="en-US" dirty="0"/>
              <a:t> </a:t>
            </a:r>
            <a:r>
              <a:rPr lang="en-US" dirty="0" err="1"/>
              <a:t>moeten</a:t>
            </a:r>
            <a:r>
              <a:rPr lang="en-US" dirty="0"/>
              <a:t> </a:t>
            </a:r>
            <a:r>
              <a:rPr lang="en-US" dirty="0" err="1"/>
              <a:t>eventueel</a:t>
            </a:r>
            <a:r>
              <a:rPr lang="en-US" dirty="0"/>
              <a:t> </a:t>
            </a:r>
            <a:r>
              <a:rPr lang="en-US" dirty="0" err="1"/>
              <a:t>overnieuw</a:t>
            </a:r>
            <a:r>
              <a:rPr lang="en-US" dirty="0"/>
              <a:t>.</a:t>
            </a:r>
          </a:p>
          <a:p>
            <a:r>
              <a:rPr lang="en-US" dirty="0"/>
              <a:t>@TO Dec. 2025</a:t>
            </a:r>
          </a:p>
        </p:txBody>
      </p:sp>
    </p:spTree>
    <p:extLst>
      <p:ext uri="{BB962C8B-B14F-4D97-AF65-F5344CB8AC3E}">
        <p14:creationId xmlns:p14="http://schemas.microsoft.com/office/powerpoint/2010/main" val="204019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AC0F83D0-1901-65AE-424F-F334CCFDF83D}"/>
              </a:ext>
            </a:extLst>
          </p:cNvPr>
          <p:cNvGrpSpPr/>
          <p:nvPr/>
        </p:nvGrpSpPr>
        <p:grpSpPr>
          <a:xfrm>
            <a:off x="695553" y="1649896"/>
            <a:ext cx="8448447" cy="3558208"/>
            <a:chOff x="695553" y="1649896"/>
            <a:chExt cx="8448447" cy="35582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B2AF845-B861-068E-0921-A78CC853E5AC}"/>
                </a:ext>
              </a:extLst>
            </p:cNvPr>
            <p:cNvSpPr/>
            <p:nvPr/>
          </p:nvSpPr>
          <p:spPr>
            <a:xfrm>
              <a:off x="1152939" y="1649896"/>
              <a:ext cx="7991061" cy="3518452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772AB53-9597-EAB4-16FF-13BC176833F4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22" y="1659835"/>
              <a:ext cx="0" cy="3548269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5FC95EA-6A81-8766-5643-338EDCBF740B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2723322"/>
              <a:ext cx="715619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ED5CBE1-1070-8165-B3F0-6FD89AA175EA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3945835"/>
              <a:ext cx="954157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13D0E74-EBD1-DE8B-1D17-01F7A8377F7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4767470"/>
              <a:ext cx="1212575" cy="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4F9F886-3102-B22A-5719-1BE0EFC7D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58619" y="1689652"/>
              <a:ext cx="0" cy="1033670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F156480-48BA-E423-E09D-5A858BAB02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7157" y="1689652"/>
              <a:ext cx="0" cy="2256183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FC0F232-BF83-E9CC-F48B-392BFE062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35693" y="1659835"/>
              <a:ext cx="29820" cy="3120886"/>
            </a:xfrm>
            <a:prstGeom prst="straightConnector1">
              <a:avLst/>
            </a:prstGeom>
            <a:ln w="15875">
              <a:solidFill>
                <a:schemeClr val="accent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F90205A-6E8A-BD18-0DC4-BCA2627B2278}"/>
                </a:ext>
              </a:extLst>
            </p:cNvPr>
            <p:cNvSpPr txBox="1"/>
            <p:nvPr/>
          </p:nvSpPr>
          <p:spPr>
            <a:xfrm>
              <a:off x="2226363" y="3059668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57353DA-10CE-4EEC-5CF2-B4BACD7947B2}"/>
                </a:ext>
              </a:extLst>
            </p:cNvPr>
            <p:cNvSpPr txBox="1"/>
            <p:nvPr/>
          </p:nvSpPr>
          <p:spPr>
            <a:xfrm>
              <a:off x="1566543" y="4563790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067CE48-0C3A-85BA-82BD-F8FDED2B02EA}"/>
                </a:ext>
              </a:extLst>
            </p:cNvPr>
            <p:cNvSpPr txBox="1"/>
            <p:nvPr/>
          </p:nvSpPr>
          <p:spPr>
            <a:xfrm>
              <a:off x="1450587" y="3771972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067040-EF7C-B7C1-0566-4FE9E46E63FC}"/>
                </a:ext>
              </a:extLst>
            </p:cNvPr>
            <p:cNvSpPr txBox="1"/>
            <p:nvPr/>
          </p:nvSpPr>
          <p:spPr>
            <a:xfrm>
              <a:off x="1344573" y="2532895"/>
              <a:ext cx="325730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𝛃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A59C2A3-BB60-B6E2-6F05-1660B859862B}"/>
                </a:ext>
              </a:extLst>
            </p:cNvPr>
            <p:cNvSpPr txBox="1"/>
            <p:nvPr/>
          </p:nvSpPr>
          <p:spPr>
            <a:xfrm>
              <a:off x="1941443" y="2854260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203E5F1-D9C8-B046-8076-582B9CF3249F}"/>
                </a:ext>
              </a:extLst>
            </p:cNvPr>
            <p:cNvSpPr txBox="1"/>
            <p:nvPr/>
          </p:nvSpPr>
          <p:spPr>
            <a:xfrm>
              <a:off x="1686342" y="2062442"/>
              <a:ext cx="319318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𝛅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6EADA54-B603-94A1-255A-791DF04FBE42}"/>
                </a:ext>
              </a:extLst>
            </p:cNvPr>
            <p:cNvSpPr txBox="1"/>
            <p:nvPr/>
          </p:nvSpPr>
          <p:spPr>
            <a:xfrm>
              <a:off x="5327374" y="3215309"/>
              <a:ext cx="327334" cy="369332"/>
            </a:xfrm>
            <a:prstGeom prst="rect">
              <a:avLst/>
            </a:prstGeom>
            <a:solidFill>
              <a:schemeClr val="bg1"/>
            </a:solidFill>
            <a:ln w="158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D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B3BA57C-D111-D2FB-BC3E-F4BB7A338207}"/>
                </a:ext>
              </a:extLst>
            </p:cNvPr>
            <p:cNvSpPr txBox="1"/>
            <p:nvPr/>
          </p:nvSpPr>
          <p:spPr>
            <a:xfrm>
              <a:off x="6033052" y="2532895"/>
              <a:ext cx="22154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Watervoerend</a:t>
              </a:r>
              <a:r>
                <a:rPr lang="en-US" dirty="0"/>
                <a:t> </a:t>
              </a:r>
              <a:r>
                <a:rPr lang="en-US" dirty="0" err="1"/>
                <a:t>pakket</a:t>
              </a:r>
              <a:endParaRPr lang="en-US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8AA9BC-A6F3-7450-550D-B8EA0D7B9DA2}"/>
                </a:ext>
              </a:extLst>
            </p:cNvPr>
            <p:cNvSpPr txBox="1"/>
            <p:nvPr/>
          </p:nvSpPr>
          <p:spPr>
            <a:xfrm rot="16200000">
              <a:off x="179963" y="2947364"/>
              <a:ext cx="14005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Symmetrieas</a:t>
              </a:r>
              <a:endParaRPr lang="en-US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3EBE403-972D-4A35-4564-C6FDDCF64A0F}"/>
                </a:ext>
              </a:extLst>
            </p:cNvPr>
            <p:cNvSpPr txBox="1"/>
            <p:nvPr/>
          </p:nvSpPr>
          <p:spPr>
            <a:xfrm>
              <a:off x="1362375" y="4130501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558E55C-2EF6-3029-1873-99A9B38451A6}"/>
                </a:ext>
              </a:extLst>
            </p:cNvPr>
            <p:cNvSpPr txBox="1"/>
            <p:nvPr/>
          </p:nvSpPr>
          <p:spPr>
            <a:xfrm>
              <a:off x="1296111" y="3439659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DAF72C1-221D-2C82-CB7E-495F42C11E54}"/>
                </a:ext>
              </a:extLst>
            </p:cNvPr>
            <p:cNvSpPr txBox="1"/>
            <p:nvPr/>
          </p:nvSpPr>
          <p:spPr>
            <a:xfrm>
              <a:off x="1163357" y="2188627"/>
              <a:ext cx="647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sloot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03868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52A8FF-06F5-D04A-BE4E-96932E4D3788}"/>
              </a:ext>
            </a:extLst>
          </p:cNvPr>
          <p:cNvCxnSpPr>
            <a:cxnSpLocks/>
          </p:cNvCxnSpPr>
          <p:nvPr/>
        </p:nvCxnSpPr>
        <p:spPr>
          <a:xfrm>
            <a:off x="1610139" y="2077278"/>
            <a:ext cx="19580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>
            <a:extLst>
              <a:ext uri="{FF2B5EF4-FFF2-40B4-BE49-F238E27FC236}">
                <a16:creationId xmlns:a16="http://schemas.microsoft.com/office/drawing/2014/main" id="{C9F8F7FF-832E-C648-D7EB-0F69AB68C894}"/>
              </a:ext>
            </a:extLst>
          </p:cNvPr>
          <p:cNvSpPr/>
          <p:nvPr/>
        </p:nvSpPr>
        <p:spPr>
          <a:xfrm>
            <a:off x="3568148" y="2087217"/>
            <a:ext cx="1570382" cy="477079"/>
          </a:xfrm>
          <a:custGeom>
            <a:avLst/>
            <a:gdLst>
              <a:gd name="csX0" fmla="*/ 0 w 1570382"/>
              <a:gd name="csY0" fmla="*/ 0 h 477079"/>
              <a:gd name="csX1" fmla="*/ 0 w 1570382"/>
              <a:gd name="csY1" fmla="*/ 0 h 477079"/>
              <a:gd name="csX2" fmla="*/ 9939 w 1570382"/>
              <a:gd name="csY2" fmla="*/ 99392 h 477079"/>
              <a:gd name="csX3" fmla="*/ 29817 w 1570382"/>
              <a:gd name="csY3" fmla="*/ 149087 h 477079"/>
              <a:gd name="csX4" fmla="*/ 69574 w 1570382"/>
              <a:gd name="csY4" fmla="*/ 218661 h 477079"/>
              <a:gd name="csX5" fmla="*/ 129209 w 1570382"/>
              <a:gd name="csY5" fmla="*/ 288235 h 477079"/>
              <a:gd name="csX6" fmla="*/ 178904 w 1570382"/>
              <a:gd name="csY6" fmla="*/ 298174 h 477079"/>
              <a:gd name="csX7" fmla="*/ 208722 w 1570382"/>
              <a:gd name="csY7" fmla="*/ 308113 h 477079"/>
              <a:gd name="csX8" fmla="*/ 327991 w 1570382"/>
              <a:gd name="csY8" fmla="*/ 327992 h 477079"/>
              <a:gd name="csX9" fmla="*/ 357809 w 1570382"/>
              <a:gd name="csY9" fmla="*/ 357809 h 477079"/>
              <a:gd name="csX10" fmla="*/ 367748 w 1570382"/>
              <a:gd name="csY10" fmla="*/ 387626 h 477079"/>
              <a:gd name="csX11" fmla="*/ 407504 w 1570382"/>
              <a:gd name="csY11" fmla="*/ 397566 h 477079"/>
              <a:gd name="csX12" fmla="*/ 437322 w 1570382"/>
              <a:gd name="csY12" fmla="*/ 407505 h 477079"/>
              <a:gd name="csX13" fmla="*/ 496956 w 1570382"/>
              <a:gd name="csY13" fmla="*/ 417444 h 477079"/>
              <a:gd name="csX14" fmla="*/ 556591 w 1570382"/>
              <a:gd name="csY14" fmla="*/ 437322 h 477079"/>
              <a:gd name="csX15" fmla="*/ 586409 w 1570382"/>
              <a:gd name="csY15" fmla="*/ 467140 h 477079"/>
              <a:gd name="csX16" fmla="*/ 616226 w 1570382"/>
              <a:gd name="csY16" fmla="*/ 477079 h 477079"/>
              <a:gd name="csX17" fmla="*/ 785191 w 1570382"/>
              <a:gd name="csY17" fmla="*/ 467140 h 477079"/>
              <a:gd name="csX18" fmla="*/ 815009 w 1570382"/>
              <a:gd name="csY18" fmla="*/ 457200 h 477079"/>
              <a:gd name="csX19" fmla="*/ 954156 w 1570382"/>
              <a:gd name="csY19" fmla="*/ 427383 h 477079"/>
              <a:gd name="csX20" fmla="*/ 1003852 w 1570382"/>
              <a:gd name="csY20" fmla="*/ 417444 h 477079"/>
              <a:gd name="csX21" fmla="*/ 1093304 w 1570382"/>
              <a:gd name="csY21" fmla="*/ 387626 h 477079"/>
              <a:gd name="csX22" fmla="*/ 1123122 w 1570382"/>
              <a:gd name="csY22" fmla="*/ 377687 h 477079"/>
              <a:gd name="csX23" fmla="*/ 1152939 w 1570382"/>
              <a:gd name="csY23" fmla="*/ 367748 h 477079"/>
              <a:gd name="csX24" fmla="*/ 1212574 w 1570382"/>
              <a:gd name="csY24" fmla="*/ 357809 h 477079"/>
              <a:gd name="csX25" fmla="*/ 1242391 w 1570382"/>
              <a:gd name="csY25" fmla="*/ 347870 h 477079"/>
              <a:gd name="csX26" fmla="*/ 1262269 w 1570382"/>
              <a:gd name="csY26" fmla="*/ 318053 h 477079"/>
              <a:gd name="csX27" fmla="*/ 1282148 w 1570382"/>
              <a:gd name="csY27" fmla="*/ 298174 h 477079"/>
              <a:gd name="csX28" fmla="*/ 1302026 w 1570382"/>
              <a:gd name="csY28" fmla="*/ 268357 h 477079"/>
              <a:gd name="csX29" fmla="*/ 1331843 w 1570382"/>
              <a:gd name="csY29" fmla="*/ 248479 h 477079"/>
              <a:gd name="csX30" fmla="*/ 1351722 w 1570382"/>
              <a:gd name="csY30" fmla="*/ 228600 h 477079"/>
              <a:gd name="csX31" fmla="*/ 1391478 w 1570382"/>
              <a:gd name="csY31" fmla="*/ 218661 h 477079"/>
              <a:gd name="csX32" fmla="*/ 1451113 w 1570382"/>
              <a:gd name="csY32" fmla="*/ 198783 h 477079"/>
              <a:gd name="csX33" fmla="*/ 1480930 w 1570382"/>
              <a:gd name="csY33" fmla="*/ 188844 h 477079"/>
              <a:gd name="csX34" fmla="*/ 1520687 w 1570382"/>
              <a:gd name="csY34" fmla="*/ 178905 h 477079"/>
              <a:gd name="csX35" fmla="*/ 1540565 w 1570382"/>
              <a:gd name="csY35" fmla="*/ 159026 h 477079"/>
              <a:gd name="csX36" fmla="*/ 1560443 w 1570382"/>
              <a:gd name="csY36" fmla="*/ 99392 h 477079"/>
              <a:gd name="csX37" fmla="*/ 1570382 w 1570382"/>
              <a:gd name="csY37" fmla="*/ 69574 h 477079"/>
              <a:gd name="csX38" fmla="*/ 1570382 w 1570382"/>
              <a:gd name="csY38" fmla="*/ 19879 h 4770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570382" h="477079">
                <a:moveTo>
                  <a:pt x="0" y="0"/>
                </a:moveTo>
                <a:lnTo>
                  <a:pt x="0" y="0"/>
                </a:lnTo>
                <a:cubicBezTo>
                  <a:pt x="3313" y="33131"/>
                  <a:pt x="3409" y="66743"/>
                  <a:pt x="9939" y="99392"/>
                </a:cubicBezTo>
                <a:cubicBezTo>
                  <a:pt x="13438" y="116887"/>
                  <a:pt x="22571" y="132784"/>
                  <a:pt x="29817" y="149087"/>
                </a:cubicBezTo>
                <a:cubicBezTo>
                  <a:pt x="43523" y="179926"/>
                  <a:pt x="50759" y="192320"/>
                  <a:pt x="69574" y="218661"/>
                </a:cubicBezTo>
                <a:cubicBezTo>
                  <a:pt x="77802" y="230181"/>
                  <a:pt x="113152" y="280207"/>
                  <a:pt x="129209" y="288235"/>
                </a:cubicBezTo>
                <a:cubicBezTo>
                  <a:pt x="144319" y="295790"/>
                  <a:pt x="162515" y="294077"/>
                  <a:pt x="178904" y="298174"/>
                </a:cubicBezTo>
                <a:cubicBezTo>
                  <a:pt x="189068" y="300715"/>
                  <a:pt x="198414" y="306239"/>
                  <a:pt x="208722" y="308113"/>
                </a:cubicBezTo>
                <a:cubicBezTo>
                  <a:pt x="379345" y="339136"/>
                  <a:pt x="222660" y="301659"/>
                  <a:pt x="327991" y="327992"/>
                </a:cubicBezTo>
                <a:cubicBezTo>
                  <a:pt x="337930" y="337931"/>
                  <a:pt x="350012" y="346114"/>
                  <a:pt x="357809" y="357809"/>
                </a:cubicBezTo>
                <a:cubicBezTo>
                  <a:pt x="363620" y="366526"/>
                  <a:pt x="359567" y="381081"/>
                  <a:pt x="367748" y="387626"/>
                </a:cubicBezTo>
                <a:cubicBezTo>
                  <a:pt x="378415" y="396159"/>
                  <a:pt x="394370" y="393813"/>
                  <a:pt x="407504" y="397566"/>
                </a:cubicBezTo>
                <a:cubicBezTo>
                  <a:pt x="417578" y="400444"/>
                  <a:pt x="427095" y="405232"/>
                  <a:pt x="437322" y="407505"/>
                </a:cubicBezTo>
                <a:cubicBezTo>
                  <a:pt x="456994" y="411877"/>
                  <a:pt x="477405" y="412556"/>
                  <a:pt x="496956" y="417444"/>
                </a:cubicBezTo>
                <a:cubicBezTo>
                  <a:pt x="517284" y="422526"/>
                  <a:pt x="556591" y="437322"/>
                  <a:pt x="556591" y="437322"/>
                </a:cubicBezTo>
                <a:cubicBezTo>
                  <a:pt x="566530" y="447261"/>
                  <a:pt x="574713" y="459343"/>
                  <a:pt x="586409" y="467140"/>
                </a:cubicBezTo>
                <a:cubicBezTo>
                  <a:pt x="595126" y="472951"/>
                  <a:pt x="605749" y="477079"/>
                  <a:pt x="616226" y="477079"/>
                </a:cubicBezTo>
                <a:cubicBezTo>
                  <a:pt x="672645" y="477079"/>
                  <a:pt x="728869" y="470453"/>
                  <a:pt x="785191" y="467140"/>
                </a:cubicBezTo>
                <a:cubicBezTo>
                  <a:pt x="795130" y="463827"/>
                  <a:pt x="804935" y="460078"/>
                  <a:pt x="815009" y="457200"/>
                </a:cubicBezTo>
                <a:cubicBezTo>
                  <a:pt x="857316" y="445112"/>
                  <a:pt x="916134" y="434987"/>
                  <a:pt x="954156" y="427383"/>
                </a:cubicBezTo>
                <a:cubicBezTo>
                  <a:pt x="970721" y="424070"/>
                  <a:pt x="987826" y="422786"/>
                  <a:pt x="1003852" y="417444"/>
                </a:cubicBezTo>
                <a:lnTo>
                  <a:pt x="1093304" y="387626"/>
                </a:lnTo>
                <a:lnTo>
                  <a:pt x="1123122" y="377687"/>
                </a:lnTo>
                <a:cubicBezTo>
                  <a:pt x="1133061" y="374374"/>
                  <a:pt x="1142605" y="369470"/>
                  <a:pt x="1152939" y="367748"/>
                </a:cubicBezTo>
                <a:lnTo>
                  <a:pt x="1212574" y="357809"/>
                </a:lnTo>
                <a:cubicBezTo>
                  <a:pt x="1222513" y="354496"/>
                  <a:pt x="1234210" y="354415"/>
                  <a:pt x="1242391" y="347870"/>
                </a:cubicBezTo>
                <a:cubicBezTo>
                  <a:pt x="1251719" y="340408"/>
                  <a:pt x="1254807" y="327381"/>
                  <a:pt x="1262269" y="318053"/>
                </a:cubicBezTo>
                <a:cubicBezTo>
                  <a:pt x="1268123" y="310735"/>
                  <a:pt x="1276294" y="305492"/>
                  <a:pt x="1282148" y="298174"/>
                </a:cubicBezTo>
                <a:cubicBezTo>
                  <a:pt x="1289610" y="288846"/>
                  <a:pt x="1293579" y="276804"/>
                  <a:pt x="1302026" y="268357"/>
                </a:cubicBezTo>
                <a:cubicBezTo>
                  <a:pt x="1310473" y="259910"/>
                  <a:pt x="1322515" y="255941"/>
                  <a:pt x="1331843" y="248479"/>
                </a:cubicBezTo>
                <a:cubicBezTo>
                  <a:pt x="1339161" y="242625"/>
                  <a:pt x="1343340" y="232791"/>
                  <a:pt x="1351722" y="228600"/>
                </a:cubicBezTo>
                <a:cubicBezTo>
                  <a:pt x="1363940" y="222491"/>
                  <a:pt x="1378394" y="222586"/>
                  <a:pt x="1391478" y="218661"/>
                </a:cubicBezTo>
                <a:cubicBezTo>
                  <a:pt x="1411548" y="212640"/>
                  <a:pt x="1431235" y="205409"/>
                  <a:pt x="1451113" y="198783"/>
                </a:cubicBezTo>
                <a:cubicBezTo>
                  <a:pt x="1461052" y="195470"/>
                  <a:pt x="1470766" y="191385"/>
                  <a:pt x="1480930" y="188844"/>
                </a:cubicBezTo>
                <a:lnTo>
                  <a:pt x="1520687" y="178905"/>
                </a:lnTo>
                <a:cubicBezTo>
                  <a:pt x="1527313" y="172279"/>
                  <a:pt x="1536374" y="167408"/>
                  <a:pt x="1540565" y="159026"/>
                </a:cubicBezTo>
                <a:cubicBezTo>
                  <a:pt x="1549935" y="140285"/>
                  <a:pt x="1553817" y="119270"/>
                  <a:pt x="1560443" y="99392"/>
                </a:cubicBezTo>
                <a:cubicBezTo>
                  <a:pt x="1563756" y="89453"/>
                  <a:pt x="1570382" y="80051"/>
                  <a:pt x="1570382" y="69574"/>
                </a:cubicBezTo>
                <a:lnTo>
                  <a:pt x="1570382" y="19879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071328-C838-FC0F-09BA-6DBBFE415C64}"/>
              </a:ext>
            </a:extLst>
          </p:cNvPr>
          <p:cNvCxnSpPr>
            <a:cxnSpLocks/>
          </p:cNvCxnSpPr>
          <p:nvPr/>
        </p:nvCxnSpPr>
        <p:spPr>
          <a:xfrm>
            <a:off x="5138530" y="2087217"/>
            <a:ext cx="19580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>
            <a:extLst>
              <a:ext uri="{FF2B5EF4-FFF2-40B4-BE49-F238E27FC236}">
                <a16:creationId xmlns:a16="http://schemas.microsoft.com/office/drawing/2014/main" id="{D06572D9-4BDC-DF21-A5CB-EF55E43219BD}"/>
              </a:ext>
            </a:extLst>
          </p:cNvPr>
          <p:cNvSpPr/>
          <p:nvPr/>
        </p:nvSpPr>
        <p:spPr>
          <a:xfrm>
            <a:off x="3597964" y="2226365"/>
            <a:ext cx="1520687" cy="367748"/>
          </a:xfrm>
          <a:custGeom>
            <a:avLst/>
            <a:gdLst>
              <a:gd name="csX0" fmla="*/ 0 w 1560444"/>
              <a:gd name="csY0" fmla="*/ 42846 h 360898"/>
              <a:gd name="csX1" fmla="*/ 0 w 1560444"/>
              <a:gd name="csY1" fmla="*/ 42846 h 360898"/>
              <a:gd name="csX2" fmla="*/ 89453 w 1560444"/>
              <a:gd name="csY2" fmla="*/ 132298 h 360898"/>
              <a:gd name="csX3" fmla="*/ 139148 w 1560444"/>
              <a:gd name="csY3" fmla="*/ 172055 h 360898"/>
              <a:gd name="csX4" fmla="*/ 149087 w 1560444"/>
              <a:gd name="csY4" fmla="*/ 201872 h 360898"/>
              <a:gd name="csX5" fmla="*/ 178905 w 1560444"/>
              <a:gd name="csY5" fmla="*/ 211811 h 360898"/>
              <a:gd name="csX6" fmla="*/ 298174 w 1560444"/>
              <a:gd name="csY6" fmla="*/ 201872 h 360898"/>
              <a:gd name="csX7" fmla="*/ 308114 w 1560444"/>
              <a:gd name="csY7" fmla="*/ 231689 h 360898"/>
              <a:gd name="csX8" fmla="*/ 387627 w 1560444"/>
              <a:gd name="csY8" fmla="*/ 271446 h 360898"/>
              <a:gd name="csX9" fmla="*/ 417444 w 1560444"/>
              <a:gd name="csY9" fmla="*/ 281385 h 360898"/>
              <a:gd name="csX10" fmla="*/ 447261 w 1560444"/>
              <a:gd name="csY10" fmla="*/ 291324 h 360898"/>
              <a:gd name="csX11" fmla="*/ 487018 w 1560444"/>
              <a:gd name="csY11" fmla="*/ 301263 h 360898"/>
              <a:gd name="csX12" fmla="*/ 546653 w 1560444"/>
              <a:gd name="csY12" fmla="*/ 321142 h 360898"/>
              <a:gd name="csX13" fmla="*/ 566531 w 1560444"/>
              <a:gd name="csY13" fmla="*/ 350959 h 360898"/>
              <a:gd name="csX14" fmla="*/ 596348 w 1560444"/>
              <a:gd name="csY14" fmla="*/ 360898 h 360898"/>
              <a:gd name="csX15" fmla="*/ 745435 w 1560444"/>
              <a:gd name="csY15" fmla="*/ 350959 h 360898"/>
              <a:gd name="csX16" fmla="*/ 805070 w 1560444"/>
              <a:gd name="csY16" fmla="*/ 321142 h 360898"/>
              <a:gd name="csX17" fmla="*/ 834887 w 1560444"/>
              <a:gd name="csY17" fmla="*/ 311202 h 360898"/>
              <a:gd name="csX18" fmla="*/ 864705 w 1560444"/>
              <a:gd name="csY18" fmla="*/ 291324 h 360898"/>
              <a:gd name="csX19" fmla="*/ 924340 w 1560444"/>
              <a:gd name="csY19" fmla="*/ 271446 h 360898"/>
              <a:gd name="csX20" fmla="*/ 954157 w 1560444"/>
              <a:gd name="csY20" fmla="*/ 251568 h 360898"/>
              <a:gd name="csX21" fmla="*/ 1103244 w 1560444"/>
              <a:gd name="csY21" fmla="*/ 231689 h 360898"/>
              <a:gd name="csX22" fmla="*/ 1202635 w 1560444"/>
              <a:gd name="csY22" fmla="*/ 211811 h 360898"/>
              <a:gd name="csX23" fmla="*/ 1232453 w 1560444"/>
              <a:gd name="csY23" fmla="*/ 201872 h 360898"/>
              <a:gd name="csX24" fmla="*/ 1272209 w 1560444"/>
              <a:gd name="csY24" fmla="*/ 142237 h 360898"/>
              <a:gd name="csX25" fmla="*/ 1311966 w 1560444"/>
              <a:gd name="csY25" fmla="*/ 112420 h 360898"/>
              <a:gd name="csX26" fmla="*/ 1341783 w 1560444"/>
              <a:gd name="csY26" fmla="*/ 92542 h 360898"/>
              <a:gd name="csX27" fmla="*/ 1361661 w 1560444"/>
              <a:gd name="csY27" fmla="*/ 72663 h 360898"/>
              <a:gd name="csX28" fmla="*/ 1421296 w 1560444"/>
              <a:gd name="csY28" fmla="*/ 52785 h 360898"/>
              <a:gd name="csX29" fmla="*/ 1500809 w 1560444"/>
              <a:gd name="csY29" fmla="*/ 32907 h 360898"/>
              <a:gd name="csX30" fmla="*/ 1560444 w 1560444"/>
              <a:gd name="csY30" fmla="*/ 13028 h 360898"/>
              <a:gd name="csX31" fmla="*/ 1421296 w 1560444"/>
              <a:gd name="csY31" fmla="*/ 3089 h 360898"/>
              <a:gd name="csX32" fmla="*/ 0 w 1560444"/>
              <a:gd name="csY32" fmla="*/ 42846 h 360898"/>
              <a:gd name="csX0" fmla="*/ 0 w 1580322"/>
              <a:gd name="csY0" fmla="*/ 0 h 367748"/>
              <a:gd name="csX1" fmla="*/ 19878 w 1580322"/>
              <a:gd name="csY1" fmla="*/ 49696 h 367748"/>
              <a:gd name="csX2" fmla="*/ 109331 w 1580322"/>
              <a:gd name="csY2" fmla="*/ 139148 h 367748"/>
              <a:gd name="csX3" fmla="*/ 159026 w 1580322"/>
              <a:gd name="csY3" fmla="*/ 178905 h 367748"/>
              <a:gd name="csX4" fmla="*/ 168965 w 1580322"/>
              <a:gd name="csY4" fmla="*/ 208722 h 367748"/>
              <a:gd name="csX5" fmla="*/ 198783 w 1580322"/>
              <a:gd name="csY5" fmla="*/ 218661 h 367748"/>
              <a:gd name="csX6" fmla="*/ 318052 w 1580322"/>
              <a:gd name="csY6" fmla="*/ 208722 h 367748"/>
              <a:gd name="csX7" fmla="*/ 327992 w 1580322"/>
              <a:gd name="csY7" fmla="*/ 238539 h 367748"/>
              <a:gd name="csX8" fmla="*/ 407505 w 1580322"/>
              <a:gd name="csY8" fmla="*/ 278296 h 367748"/>
              <a:gd name="csX9" fmla="*/ 437322 w 1580322"/>
              <a:gd name="csY9" fmla="*/ 288235 h 367748"/>
              <a:gd name="csX10" fmla="*/ 467139 w 1580322"/>
              <a:gd name="csY10" fmla="*/ 298174 h 367748"/>
              <a:gd name="csX11" fmla="*/ 506896 w 1580322"/>
              <a:gd name="csY11" fmla="*/ 308113 h 367748"/>
              <a:gd name="csX12" fmla="*/ 566531 w 1580322"/>
              <a:gd name="csY12" fmla="*/ 327992 h 367748"/>
              <a:gd name="csX13" fmla="*/ 586409 w 1580322"/>
              <a:gd name="csY13" fmla="*/ 357809 h 367748"/>
              <a:gd name="csX14" fmla="*/ 616226 w 1580322"/>
              <a:gd name="csY14" fmla="*/ 367748 h 367748"/>
              <a:gd name="csX15" fmla="*/ 765313 w 1580322"/>
              <a:gd name="csY15" fmla="*/ 357809 h 367748"/>
              <a:gd name="csX16" fmla="*/ 824948 w 1580322"/>
              <a:gd name="csY16" fmla="*/ 327992 h 367748"/>
              <a:gd name="csX17" fmla="*/ 854765 w 1580322"/>
              <a:gd name="csY17" fmla="*/ 318052 h 367748"/>
              <a:gd name="csX18" fmla="*/ 884583 w 1580322"/>
              <a:gd name="csY18" fmla="*/ 298174 h 367748"/>
              <a:gd name="csX19" fmla="*/ 944218 w 1580322"/>
              <a:gd name="csY19" fmla="*/ 278296 h 367748"/>
              <a:gd name="csX20" fmla="*/ 974035 w 1580322"/>
              <a:gd name="csY20" fmla="*/ 258418 h 367748"/>
              <a:gd name="csX21" fmla="*/ 1123122 w 1580322"/>
              <a:gd name="csY21" fmla="*/ 238539 h 367748"/>
              <a:gd name="csX22" fmla="*/ 1222513 w 1580322"/>
              <a:gd name="csY22" fmla="*/ 218661 h 367748"/>
              <a:gd name="csX23" fmla="*/ 1252331 w 1580322"/>
              <a:gd name="csY23" fmla="*/ 208722 h 367748"/>
              <a:gd name="csX24" fmla="*/ 1292087 w 1580322"/>
              <a:gd name="csY24" fmla="*/ 149087 h 367748"/>
              <a:gd name="csX25" fmla="*/ 1331844 w 1580322"/>
              <a:gd name="csY25" fmla="*/ 119270 h 367748"/>
              <a:gd name="csX26" fmla="*/ 1361661 w 1580322"/>
              <a:gd name="csY26" fmla="*/ 99392 h 367748"/>
              <a:gd name="csX27" fmla="*/ 1381539 w 1580322"/>
              <a:gd name="csY27" fmla="*/ 79513 h 367748"/>
              <a:gd name="csX28" fmla="*/ 1441174 w 1580322"/>
              <a:gd name="csY28" fmla="*/ 59635 h 367748"/>
              <a:gd name="csX29" fmla="*/ 1520687 w 1580322"/>
              <a:gd name="csY29" fmla="*/ 39757 h 367748"/>
              <a:gd name="csX30" fmla="*/ 1580322 w 1580322"/>
              <a:gd name="csY30" fmla="*/ 19878 h 367748"/>
              <a:gd name="csX31" fmla="*/ 1441174 w 1580322"/>
              <a:gd name="csY31" fmla="*/ 9939 h 367748"/>
              <a:gd name="csX32" fmla="*/ 0 w 1580322"/>
              <a:gd name="csY32" fmla="*/ 0 h 367748"/>
              <a:gd name="csX0" fmla="*/ 0 w 1520687"/>
              <a:gd name="csY0" fmla="*/ 0 h 367748"/>
              <a:gd name="csX1" fmla="*/ 19878 w 1520687"/>
              <a:gd name="csY1" fmla="*/ 49696 h 367748"/>
              <a:gd name="csX2" fmla="*/ 109331 w 1520687"/>
              <a:gd name="csY2" fmla="*/ 139148 h 367748"/>
              <a:gd name="csX3" fmla="*/ 159026 w 1520687"/>
              <a:gd name="csY3" fmla="*/ 178905 h 367748"/>
              <a:gd name="csX4" fmla="*/ 168965 w 1520687"/>
              <a:gd name="csY4" fmla="*/ 208722 h 367748"/>
              <a:gd name="csX5" fmla="*/ 198783 w 1520687"/>
              <a:gd name="csY5" fmla="*/ 218661 h 367748"/>
              <a:gd name="csX6" fmla="*/ 318052 w 1520687"/>
              <a:gd name="csY6" fmla="*/ 208722 h 367748"/>
              <a:gd name="csX7" fmla="*/ 327992 w 1520687"/>
              <a:gd name="csY7" fmla="*/ 238539 h 367748"/>
              <a:gd name="csX8" fmla="*/ 407505 w 1520687"/>
              <a:gd name="csY8" fmla="*/ 278296 h 367748"/>
              <a:gd name="csX9" fmla="*/ 437322 w 1520687"/>
              <a:gd name="csY9" fmla="*/ 288235 h 367748"/>
              <a:gd name="csX10" fmla="*/ 467139 w 1520687"/>
              <a:gd name="csY10" fmla="*/ 298174 h 367748"/>
              <a:gd name="csX11" fmla="*/ 506896 w 1520687"/>
              <a:gd name="csY11" fmla="*/ 308113 h 367748"/>
              <a:gd name="csX12" fmla="*/ 566531 w 1520687"/>
              <a:gd name="csY12" fmla="*/ 327992 h 367748"/>
              <a:gd name="csX13" fmla="*/ 586409 w 1520687"/>
              <a:gd name="csY13" fmla="*/ 357809 h 367748"/>
              <a:gd name="csX14" fmla="*/ 616226 w 1520687"/>
              <a:gd name="csY14" fmla="*/ 367748 h 367748"/>
              <a:gd name="csX15" fmla="*/ 765313 w 1520687"/>
              <a:gd name="csY15" fmla="*/ 357809 h 367748"/>
              <a:gd name="csX16" fmla="*/ 824948 w 1520687"/>
              <a:gd name="csY16" fmla="*/ 327992 h 367748"/>
              <a:gd name="csX17" fmla="*/ 854765 w 1520687"/>
              <a:gd name="csY17" fmla="*/ 318052 h 367748"/>
              <a:gd name="csX18" fmla="*/ 884583 w 1520687"/>
              <a:gd name="csY18" fmla="*/ 298174 h 367748"/>
              <a:gd name="csX19" fmla="*/ 944218 w 1520687"/>
              <a:gd name="csY19" fmla="*/ 278296 h 367748"/>
              <a:gd name="csX20" fmla="*/ 974035 w 1520687"/>
              <a:gd name="csY20" fmla="*/ 258418 h 367748"/>
              <a:gd name="csX21" fmla="*/ 1123122 w 1520687"/>
              <a:gd name="csY21" fmla="*/ 238539 h 367748"/>
              <a:gd name="csX22" fmla="*/ 1222513 w 1520687"/>
              <a:gd name="csY22" fmla="*/ 218661 h 367748"/>
              <a:gd name="csX23" fmla="*/ 1252331 w 1520687"/>
              <a:gd name="csY23" fmla="*/ 208722 h 367748"/>
              <a:gd name="csX24" fmla="*/ 1292087 w 1520687"/>
              <a:gd name="csY24" fmla="*/ 149087 h 367748"/>
              <a:gd name="csX25" fmla="*/ 1331844 w 1520687"/>
              <a:gd name="csY25" fmla="*/ 119270 h 367748"/>
              <a:gd name="csX26" fmla="*/ 1361661 w 1520687"/>
              <a:gd name="csY26" fmla="*/ 99392 h 367748"/>
              <a:gd name="csX27" fmla="*/ 1381539 w 1520687"/>
              <a:gd name="csY27" fmla="*/ 79513 h 367748"/>
              <a:gd name="csX28" fmla="*/ 1441174 w 1520687"/>
              <a:gd name="csY28" fmla="*/ 59635 h 367748"/>
              <a:gd name="csX29" fmla="*/ 1520687 w 1520687"/>
              <a:gd name="csY29" fmla="*/ 39757 h 367748"/>
              <a:gd name="csX30" fmla="*/ 1441174 w 1520687"/>
              <a:gd name="csY30" fmla="*/ 9939 h 367748"/>
              <a:gd name="csX31" fmla="*/ 0 w 1520687"/>
              <a:gd name="csY31" fmla="*/ 0 h 3677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1520687" h="367748">
                <a:moveTo>
                  <a:pt x="0" y="0"/>
                </a:moveTo>
                <a:lnTo>
                  <a:pt x="19878" y="49696"/>
                </a:lnTo>
                <a:cubicBezTo>
                  <a:pt x="49696" y="79513"/>
                  <a:pt x="74245" y="115757"/>
                  <a:pt x="109331" y="139148"/>
                </a:cubicBezTo>
                <a:cubicBezTo>
                  <a:pt x="146945" y="164224"/>
                  <a:pt x="130702" y="150579"/>
                  <a:pt x="159026" y="178905"/>
                </a:cubicBezTo>
                <a:cubicBezTo>
                  <a:pt x="162339" y="188844"/>
                  <a:pt x="161557" y="201314"/>
                  <a:pt x="168965" y="208722"/>
                </a:cubicBezTo>
                <a:cubicBezTo>
                  <a:pt x="176373" y="216130"/>
                  <a:pt x="188306" y="218661"/>
                  <a:pt x="198783" y="218661"/>
                </a:cubicBezTo>
                <a:cubicBezTo>
                  <a:pt x="238677" y="218661"/>
                  <a:pt x="278296" y="212035"/>
                  <a:pt x="318052" y="208722"/>
                </a:cubicBezTo>
                <a:cubicBezTo>
                  <a:pt x="321365" y="218661"/>
                  <a:pt x="322602" y="229555"/>
                  <a:pt x="327992" y="238539"/>
                </a:cubicBezTo>
                <a:cubicBezTo>
                  <a:pt x="345341" y="267453"/>
                  <a:pt x="377765" y="268383"/>
                  <a:pt x="407505" y="278296"/>
                </a:cubicBezTo>
                <a:lnTo>
                  <a:pt x="437322" y="288235"/>
                </a:lnTo>
                <a:cubicBezTo>
                  <a:pt x="447261" y="291548"/>
                  <a:pt x="456975" y="295633"/>
                  <a:pt x="467139" y="298174"/>
                </a:cubicBezTo>
                <a:cubicBezTo>
                  <a:pt x="480391" y="301487"/>
                  <a:pt x="493812" y="304188"/>
                  <a:pt x="506896" y="308113"/>
                </a:cubicBezTo>
                <a:cubicBezTo>
                  <a:pt x="526966" y="314134"/>
                  <a:pt x="566531" y="327992"/>
                  <a:pt x="566531" y="327992"/>
                </a:cubicBezTo>
                <a:cubicBezTo>
                  <a:pt x="573157" y="337931"/>
                  <a:pt x="577081" y="350347"/>
                  <a:pt x="586409" y="357809"/>
                </a:cubicBezTo>
                <a:cubicBezTo>
                  <a:pt x="594590" y="364354"/>
                  <a:pt x="605749" y="367748"/>
                  <a:pt x="616226" y="367748"/>
                </a:cubicBezTo>
                <a:cubicBezTo>
                  <a:pt x="666032" y="367748"/>
                  <a:pt x="715617" y="361122"/>
                  <a:pt x="765313" y="357809"/>
                </a:cubicBezTo>
                <a:cubicBezTo>
                  <a:pt x="840252" y="332830"/>
                  <a:pt x="747890" y="366522"/>
                  <a:pt x="824948" y="327992"/>
                </a:cubicBezTo>
                <a:cubicBezTo>
                  <a:pt x="834319" y="323307"/>
                  <a:pt x="845394" y="322737"/>
                  <a:pt x="854765" y="318052"/>
                </a:cubicBezTo>
                <a:cubicBezTo>
                  <a:pt x="865449" y="312710"/>
                  <a:pt x="873667" y="303025"/>
                  <a:pt x="884583" y="298174"/>
                </a:cubicBezTo>
                <a:cubicBezTo>
                  <a:pt x="903731" y="289664"/>
                  <a:pt x="944218" y="278296"/>
                  <a:pt x="944218" y="278296"/>
                </a:cubicBezTo>
                <a:cubicBezTo>
                  <a:pt x="954157" y="271670"/>
                  <a:pt x="963351" y="263760"/>
                  <a:pt x="974035" y="258418"/>
                </a:cubicBezTo>
                <a:cubicBezTo>
                  <a:pt x="1015137" y="237866"/>
                  <a:pt x="1094555" y="241713"/>
                  <a:pt x="1123122" y="238539"/>
                </a:cubicBezTo>
                <a:cubicBezTo>
                  <a:pt x="1155074" y="234989"/>
                  <a:pt x="1191103" y="227635"/>
                  <a:pt x="1222513" y="218661"/>
                </a:cubicBezTo>
                <a:cubicBezTo>
                  <a:pt x="1232587" y="215783"/>
                  <a:pt x="1242392" y="212035"/>
                  <a:pt x="1252331" y="208722"/>
                </a:cubicBezTo>
                <a:cubicBezTo>
                  <a:pt x="1265583" y="188844"/>
                  <a:pt x="1272974" y="163421"/>
                  <a:pt x="1292087" y="149087"/>
                </a:cubicBezTo>
                <a:cubicBezTo>
                  <a:pt x="1305339" y="139148"/>
                  <a:pt x="1318364" y="128898"/>
                  <a:pt x="1331844" y="119270"/>
                </a:cubicBezTo>
                <a:cubicBezTo>
                  <a:pt x="1341564" y="112327"/>
                  <a:pt x="1352333" y="106854"/>
                  <a:pt x="1361661" y="99392"/>
                </a:cubicBezTo>
                <a:cubicBezTo>
                  <a:pt x="1368978" y="93538"/>
                  <a:pt x="1373158" y="83704"/>
                  <a:pt x="1381539" y="79513"/>
                </a:cubicBezTo>
                <a:cubicBezTo>
                  <a:pt x="1400280" y="70142"/>
                  <a:pt x="1420846" y="64717"/>
                  <a:pt x="1441174" y="59635"/>
                </a:cubicBezTo>
                <a:cubicBezTo>
                  <a:pt x="1467678" y="53009"/>
                  <a:pt x="1494769" y="48397"/>
                  <a:pt x="1520687" y="39757"/>
                </a:cubicBezTo>
                <a:lnTo>
                  <a:pt x="1441174" y="993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E2E668-B4A8-49B6-4A64-FD98D7D11089}"/>
              </a:ext>
            </a:extLst>
          </p:cNvPr>
          <p:cNvCxnSpPr>
            <a:cxnSpLocks/>
          </p:cNvCxnSpPr>
          <p:nvPr/>
        </p:nvCxnSpPr>
        <p:spPr>
          <a:xfrm>
            <a:off x="1610139" y="4890052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E5DB4E54-20C4-9891-84E9-8B1B18FC5181}"/>
              </a:ext>
            </a:extLst>
          </p:cNvPr>
          <p:cNvSpPr/>
          <p:nvPr/>
        </p:nvSpPr>
        <p:spPr>
          <a:xfrm>
            <a:off x="3011558" y="1003866"/>
            <a:ext cx="2464906" cy="1948047"/>
          </a:xfrm>
          <a:prstGeom prst="arc">
            <a:avLst>
              <a:gd name="adj1" fmla="val 863616"/>
              <a:gd name="adj2" fmla="val 9865649"/>
            </a:avLst>
          </a:prstGeom>
          <a:ln w="952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199172-0624-CB73-05D5-1D133541B012}"/>
              </a:ext>
            </a:extLst>
          </p:cNvPr>
          <p:cNvSpPr txBox="1"/>
          <p:nvPr/>
        </p:nvSpPr>
        <p:spPr>
          <a:xfrm>
            <a:off x="4104864" y="2773019"/>
            <a:ext cx="3545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𝛀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3010EBD1-AE4C-BB37-AA16-2CB5808E4013}"/>
              </a:ext>
            </a:extLst>
          </p:cNvPr>
          <p:cNvSpPr/>
          <p:nvPr/>
        </p:nvSpPr>
        <p:spPr>
          <a:xfrm>
            <a:off x="5128591" y="2246242"/>
            <a:ext cx="1997766" cy="129209"/>
          </a:xfrm>
          <a:custGeom>
            <a:avLst/>
            <a:gdLst>
              <a:gd name="csX0" fmla="*/ 0 w 1997766"/>
              <a:gd name="csY0" fmla="*/ 0 h 437322"/>
              <a:gd name="csX1" fmla="*/ 854766 w 1997766"/>
              <a:gd name="csY1" fmla="*/ 437322 h 437322"/>
              <a:gd name="csX2" fmla="*/ 1997766 w 1997766"/>
              <a:gd name="csY2" fmla="*/ 268357 h 437322"/>
              <a:gd name="csX0" fmla="*/ 0 w 1997766"/>
              <a:gd name="csY0" fmla="*/ 0 h 285851"/>
              <a:gd name="csX1" fmla="*/ 775253 w 1997766"/>
              <a:gd name="csY1" fmla="*/ 278296 h 285851"/>
              <a:gd name="csX2" fmla="*/ 1997766 w 1997766"/>
              <a:gd name="csY2" fmla="*/ 268357 h 285851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129209"/>
              <a:gd name="csX1" fmla="*/ 1997766 w 1997766"/>
              <a:gd name="csY1" fmla="*/ 129209 h 129209"/>
              <a:gd name="csX0" fmla="*/ 0 w 1997766"/>
              <a:gd name="csY0" fmla="*/ 0 h 129209"/>
              <a:gd name="csX1" fmla="*/ 1997766 w 1997766"/>
              <a:gd name="csY1" fmla="*/ 129209 h 129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97766" h="129209">
                <a:moveTo>
                  <a:pt x="0" y="0"/>
                </a:moveTo>
                <a:cubicBezTo>
                  <a:pt x="616227" y="89452"/>
                  <a:pt x="805070" y="119270"/>
                  <a:pt x="1997766" y="129209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57EA0C1-8E3B-26BD-4431-8DE6166F5890}"/>
              </a:ext>
            </a:extLst>
          </p:cNvPr>
          <p:cNvSpPr/>
          <p:nvPr/>
        </p:nvSpPr>
        <p:spPr>
          <a:xfrm flipH="1">
            <a:off x="1585290" y="2206483"/>
            <a:ext cx="1997766" cy="129209"/>
          </a:xfrm>
          <a:custGeom>
            <a:avLst/>
            <a:gdLst>
              <a:gd name="csX0" fmla="*/ 0 w 1997766"/>
              <a:gd name="csY0" fmla="*/ 0 h 437322"/>
              <a:gd name="csX1" fmla="*/ 854766 w 1997766"/>
              <a:gd name="csY1" fmla="*/ 437322 h 437322"/>
              <a:gd name="csX2" fmla="*/ 1997766 w 1997766"/>
              <a:gd name="csY2" fmla="*/ 268357 h 437322"/>
              <a:gd name="csX0" fmla="*/ 0 w 1997766"/>
              <a:gd name="csY0" fmla="*/ 0 h 285851"/>
              <a:gd name="csX1" fmla="*/ 775253 w 1997766"/>
              <a:gd name="csY1" fmla="*/ 278296 h 285851"/>
              <a:gd name="csX2" fmla="*/ 1997766 w 1997766"/>
              <a:gd name="csY2" fmla="*/ 268357 h 285851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268357"/>
              <a:gd name="csX1" fmla="*/ 1997766 w 1997766"/>
              <a:gd name="csY1" fmla="*/ 268357 h 268357"/>
              <a:gd name="csX0" fmla="*/ 0 w 1997766"/>
              <a:gd name="csY0" fmla="*/ 0 h 129209"/>
              <a:gd name="csX1" fmla="*/ 1997766 w 1997766"/>
              <a:gd name="csY1" fmla="*/ 129209 h 129209"/>
              <a:gd name="csX0" fmla="*/ 0 w 1997766"/>
              <a:gd name="csY0" fmla="*/ 0 h 129209"/>
              <a:gd name="csX1" fmla="*/ 1997766 w 1997766"/>
              <a:gd name="csY1" fmla="*/ 129209 h 129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97766" h="129209">
                <a:moveTo>
                  <a:pt x="0" y="0"/>
                </a:moveTo>
                <a:cubicBezTo>
                  <a:pt x="616227" y="89452"/>
                  <a:pt x="805070" y="119270"/>
                  <a:pt x="1997766" y="129209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92E960-3F60-440F-0E49-D87166904683}"/>
              </a:ext>
            </a:extLst>
          </p:cNvPr>
          <p:cNvCxnSpPr>
            <a:cxnSpLocks/>
          </p:cNvCxnSpPr>
          <p:nvPr/>
        </p:nvCxnSpPr>
        <p:spPr>
          <a:xfrm>
            <a:off x="6480313" y="2375451"/>
            <a:ext cx="0" cy="251460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0C18F44-5CFE-16C3-C409-C09555EC3F1D}"/>
              </a:ext>
            </a:extLst>
          </p:cNvPr>
          <p:cNvSpPr txBox="1"/>
          <p:nvPr/>
        </p:nvSpPr>
        <p:spPr>
          <a:xfrm>
            <a:off x="6341166" y="3329609"/>
            <a:ext cx="32733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i="1" dirty="0"/>
              <a:t>D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4D631E-5135-3CA7-9C65-6046803DB30F}"/>
              </a:ext>
            </a:extLst>
          </p:cNvPr>
          <p:cNvCxnSpPr/>
          <p:nvPr/>
        </p:nvCxnSpPr>
        <p:spPr>
          <a:xfrm>
            <a:off x="4363278" y="1421293"/>
            <a:ext cx="0" cy="646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5E261F-EC53-06FB-F5FA-BAC914747D4C}"/>
              </a:ext>
            </a:extLst>
          </p:cNvPr>
          <p:cNvSpPr txBox="1"/>
          <p:nvPr/>
        </p:nvSpPr>
        <p:spPr>
          <a:xfrm>
            <a:off x="4199611" y="1089124"/>
            <a:ext cx="4988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i="1" dirty="0"/>
              <a:t>2q</a:t>
            </a:r>
            <a:r>
              <a:rPr lang="en-US" i="1" baseline="-250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886564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4BC55-19AF-D4DB-937B-7406C7029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794C1E8B-AA1E-7082-99D8-FBD0840FD1C2}"/>
              </a:ext>
            </a:extLst>
          </p:cNvPr>
          <p:cNvGrpSpPr/>
          <p:nvPr/>
        </p:nvGrpSpPr>
        <p:grpSpPr>
          <a:xfrm>
            <a:off x="1585290" y="356260"/>
            <a:ext cx="5686871" cy="5584715"/>
            <a:chOff x="1585290" y="356260"/>
            <a:chExt cx="5686871" cy="558471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4E65E7E-299B-E273-3A16-38378C24F626}"/>
                </a:ext>
              </a:extLst>
            </p:cNvPr>
            <p:cNvCxnSpPr>
              <a:cxnSpLocks/>
            </p:cNvCxnSpPr>
            <p:nvPr/>
          </p:nvCxnSpPr>
          <p:spPr>
            <a:xfrm>
              <a:off x="1610139" y="1449168"/>
              <a:ext cx="19580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A39AE47F-A720-50FE-5140-9C9EEED8254A}"/>
                </a:ext>
              </a:extLst>
            </p:cNvPr>
            <p:cNvSpPr/>
            <p:nvPr/>
          </p:nvSpPr>
          <p:spPr>
            <a:xfrm>
              <a:off x="3568148" y="1455480"/>
              <a:ext cx="1570382" cy="302962"/>
            </a:xfrm>
            <a:custGeom>
              <a:avLst/>
              <a:gdLst>
                <a:gd name="csX0" fmla="*/ 0 w 1570382"/>
                <a:gd name="csY0" fmla="*/ 0 h 477079"/>
                <a:gd name="csX1" fmla="*/ 0 w 1570382"/>
                <a:gd name="csY1" fmla="*/ 0 h 477079"/>
                <a:gd name="csX2" fmla="*/ 9939 w 1570382"/>
                <a:gd name="csY2" fmla="*/ 99392 h 477079"/>
                <a:gd name="csX3" fmla="*/ 29817 w 1570382"/>
                <a:gd name="csY3" fmla="*/ 149087 h 477079"/>
                <a:gd name="csX4" fmla="*/ 69574 w 1570382"/>
                <a:gd name="csY4" fmla="*/ 218661 h 477079"/>
                <a:gd name="csX5" fmla="*/ 129209 w 1570382"/>
                <a:gd name="csY5" fmla="*/ 288235 h 477079"/>
                <a:gd name="csX6" fmla="*/ 178904 w 1570382"/>
                <a:gd name="csY6" fmla="*/ 298174 h 477079"/>
                <a:gd name="csX7" fmla="*/ 208722 w 1570382"/>
                <a:gd name="csY7" fmla="*/ 308113 h 477079"/>
                <a:gd name="csX8" fmla="*/ 327991 w 1570382"/>
                <a:gd name="csY8" fmla="*/ 327992 h 477079"/>
                <a:gd name="csX9" fmla="*/ 357809 w 1570382"/>
                <a:gd name="csY9" fmla="*/ 357809 h 477079"/>
                <a:gd name="csX10" fmla="*/ 367748 w 1570382"/>
                <a:gd name="csY10" fmla="*/ 387626 h 477079"/>
                <a:gd name="csX11" fmla="*/ 407504 w 1570382"/>
                <a:gd name="csY11" fmla="*/ 397566 h 477079"/>
                <a:gd name="csX12" fmla="*/ 437322 w 1570382"/>
                <a:gd name="csY12" fmla="*/ 407505 h 477079"/>
                <a:gd name="csX13" fmla="*/ 496956 w 1570382"/>
                <a:gd name="csY13" fmla="*/ 417444 h 477079"/>
                <a:gd name="csX14" fmla="*/ 556591 w 1570382"/>
                <a:gd name="csY14" fmla="*/ 437322 h 477079"/>
                <a:gd name="csX15" fmla="*/ 586409 w 1570382"/>
                <a:gd name="csY15" fmla="*/ 467140 h 477079"/>
                <a:gd name="csX16" fmla="*/ 616226 w 1570382"/>
                <a:gd name="csY16" fmla="*/ 477079 h 477079"/>
                <a:gd name="csX17" fmla="*/ 785191 w 1570382"/>
                <a:gd name="csY17" fmla="*/ 467140 h 477079"/>
                <a:gd name="csX18" fmla="*/ 815009 w 1570382"/>
                <a:gd name="csY18" fmla="*/ 457200 h 477079"/>
                <a:gd name="csX19" fmla="*/ 954156 w 1570382"/>
                <a:gd name="csY19" fmla="*/ 427383 h 477079"/>
                <a:gd name="csX20" fmla="*/ 1003852 w 1570382"/>
                <a:gd name="csY20" fmla="*/ 417444 h 477079"/>
                <a:gd name="csX21" fmla="*/ 1093304 w 1570382"/>
                <a:gd name="csY21" fmla="*/ 387626 h 477079"/>
                <a:gd name="csX22" fmla="*/ 1123122 w 1570382"/>
                <a:gd name="csY22" fmla="*/ 377687 h 477079"/>
                <a:gd name="csX23" fmla="*/ 1152939 w 1570382"/>
                <a:gd name="csY23" fmla="*/ 367748 h 477079"/>
                <a:gd name="csX24" fmla="*/ 1212574 w 1570382"/>
                <a:gd name="csY24" fmla="*/ 357809 h 477079"/>
                <a:gd name="csX25" fmla="*/ 1242391 w 1570382"/>
                <a:gd name="csY25" fmla="*/ 347870 h 477079"/>
                <a:gd name="csX26" fmla="*/ 1262269 w 1570382"/>
                <a:gd name="csY26" fmla="*/ 318053 h 477079"/>
                <a:gd name="csX27" fmla="*/ 1282148 w 1570382"/>
                <a:gd name="csY27" fmla="*/ 298174 h 477079"/>
                <a:gd name="csX28" fmla="*/ 1302026 w 1570382"/>
                <a:gd name="csY28" fmla="*/ 268357 h 477079"/>
                <a:gd name="csX29" fmla="*/ 1331843 w 1570382"/>
                <a:gd name="csY29" fmla="*/ 248479 h 477079"/>
                <a:gd name="csX30" fmla="*/ 1351722 w 1570382"/>
                <a:gd name="csY30" fmla="*/ 228600 h 477079"/>
                <a:gd name="csX31" fmla="*/ 1391478 w 1570382"/>
                <a:gd name="csY31" fmla="*/ 218661 h 477079"/>
                <a:gd name="csX32" fmla="*/ 1451113 w 1570382"/>
                <a:gd name="csY32" fmla="*/ 198783 h 477079"/>
                <a:gd name="csX33" fmla="*/ 1480930 w 1570382"/>
                <a:gd name="csY33" fmla="*/ 188844 h 477079"/>
                <a:gd name="csX34" fmla="*/ 1520687 w 1570382"/>
                <a:gd name="csY34" fmla="*/ 178905 h 477079"/>
                <a:gd name="csX35" fmla="*/ 1540565 w 1570382"/>
                <a:gd name="csY35" fmla="*/ 159026 h 477079"/>
                <a:gd name="csX36" fmla="*/ 1560443 w 1570382"/>
                <a:gd name="csY36" fmla="*/ 99392 h 477079"/>
                <a:gd name="csX37" fmla="*/ 1570382 w 1570382"/>
                <a:gd name="csY37" fmla="*/ 69574 h 477079"/>
                <a:gd name="csX38" fmla="*/ 1570382 w 1570382"/>
                <a:gd name="csY38" fmla="*/ 19879 h 477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570382" h="477079">
                  <a:moveTo>
                    <a:pt x="0" y="0"/>
                  </a:moveTo>
                  <a:lnTo>
                    <a:pt x="0" y="0"/>
                  </a:lnTo>
                  <a:cubicBezTo>
                    <a:pt x="3313" y="33131"/>
                    <a:pt x="3409" y="66743"/>
                    <a:pt x="9939" y="99392"/>
                  </a:cubicBezTo>
                  <a:cubicBezTo>
                    <a:pt x="13438" y="116887"/>
                    <a:pt x="22571" y="132784"/>
                    <a:pt x="29817" y="149087"/>
                  </a:cubicBezTo>
                  <a:cubicBezTo>
                    <a:pt x="43523" y="179926"/>
                    <a:pt x="50759" y="192320"/>
                    <a:pt x="69574" y="218661"/>
                  </a:cubicBezTo>
                  <a:cubicBezTo>
                    <a:pt x="77802" y="230181"/>
                    <a:pt x="113152" y="280207"/>
                    <a:pt x="129209" y="288235"/>
                  </a:cubicBezTo>
                  <a:cubicBezTo>
                    <a:pt x="144319" y="295790"/>
                    <a:pt x="162515" y="294077"/>
                    <a:pt x="178904" y="298174"/>
                  </a:cubicBezTo>
                  <a:cubicBezTo>
                    <a:pt x="189068" y="300715"/>
                    <a:pt x="198414" y="306239"/>
                    <a:pt x="208722" y="308113"/>
                  </a:cubicBezTo>
                  <a:cubicBezTo>
                    <a:pt x="379345" y="339136"/>
                    <a:pt x="222660" y="301659"/>
                    <a:pt x="327991" y="327992"/>
                  </a:cubicBezTo>
                  <a:cubicBezTo>
                    <a:pt x="337930" y="337931"/>
                    <a:pt x="350012" y="346114"/>
                    <a:pt x="357809" y="357809"/>
                  </a:cubicBezTo>
                  <a:cubicBezTo>
                    <a:pt x="363620" y="366526"/>
                    <a:pt x="359567" y="381081"/>
                    <a:pt x="367748" y="387626"/>
                  </a:cubicBezTo>
                  <a:cubicBezTo>
                    <a:pt x="378415" y="396159"/>
                    <a:pt x="394370" y="393813"/>
                    <a:pt x="407504" y="397566"/>
                  </a:cubicBezTo>
                  <a:cubicBezTo>
                    <a:pt x="417578" y="400444"/>
                    <a:pt x="427095" y="405232"/>
                    <a:pt x="437322" y="407505"/>
                  </a:cubicBezTo>
                  <a:cubicBezTo>
                    <a:pt x="456994" y="411877"/>
                    <a:pt x="477405" y="412556"/>
                    <a:pt x="496956" y="417444"/>
                  </a:cubicBezTo>
                  <a:cubicBezTo>
                    <a:pt x="517284" y="422526"/>
                    <a:pt x="556591" y="437322"/>
                    <a:pt x="556591" y="437322"/>
                  </a:cubicBezTo>
                  <a:cubicBezTo>
                    <a:pt x="566530" y="447261"/>
                    <a:pt x="574713" y="459343"/>
                    <a:pt x="586409" y="467140"/>
                  </a:cubicBezTo>
                  <a:cubicBezTo>
                    <a:pt x="595126" y="472951"/>
                    <a:pt x="605749" y="477079"/>
                    <a:pt x="616226" y="477079"/>
                  </a:cubicBezTo>
                  <a:cubicBezTo>
                    <a:pt x="672645" y="477079"/>
                    <a:pt x="728869" y="470453"/>
                    <a:pt x="785191" y="467140"/>
                  </a:cubicBezTo>
                  <a:cubicBezTo>
                    <a:pt x="795130" y="463827"/>
                    <a:pt x="804935" y="460078"/>
                    <a:pt x="815009" y="457200"/>
                  </a:cubicBezTo>
                  <a:cubicBezTo>
                    <a:pt x="857316" y="445112"/>
                    <a:pt x="916134" y="434987"/>
                    <a:pt x="954156" y="427383"/>
                  </a:cubicBezTo>
                  <a:cubicBezTo>
                    <a:pt x="970721" y="424070"/>
                    <a:pt x="987826" y="422786"/>
                    <a:pt x="1003852" y="417444"/>
                  </a:cubicBezTo>
                  <a:lnTo>
                    <a:pt x="1093304" y="387626"/>
                  </a:lnTo>
                  <a:lnTo>
                    <a:pt x="1123122" y="377687"/>
                  </a:lnTo>
                  <a:cubicBezTo>
                    <a:pt x="1133061" y="374374"/>
                    <a:pt x="1142605" y="369470"/>
                    <a:pt x="1152939" y="367748"/>
                  </a:cubicBezTo>
                  <a:lnTo>
                    <a:pt x="1212574" y="357809"/>
                  </a:lnTo>
                  <a:cubicBezTo>
                    <a:pt x="1222513" y="354496"/>
                    <a:pt x="1234210" y="354415"/>
                    <a:pt x="1242391" y="347870"/>
                  </a:cubicBezTo>
                  <a:cubicBezTo>
                    <a:pt x="1251719" y="340408"/>
                    <a:pt x="1254807" y="327381"/>
                    <a:pt x="1262269" y="318053"/>
                  </a:cubicBezTo>
                  <a:cubicBezTo>
                    <a:pt x="1268123" y="310735"/>
                    <a:pt x="1276294" y="305492"/>
                    <a:pt x="1282148" y="298174"/>
                  </a:cubicBezTo>
                  <a:cubicBezTo>
                    <a:pt x="1289610" y="288846"/>
                    <a:pt x="1293579" y="276804"/>
                    <a:pt x="1302026" y="268357"/>
                  </a:cubicBezTo>
                  <a:cubicBezTo>
                    <a:pt x="1310473" y="259910"/>
                    <a:pt x="1322515" y="255941"/>
                    <a:pt x="1331843" y="248479"/>
                  </a:cubicBezTo>
                  <a:cubicBezTo>
                    <a:pt x="1339161" y="242625"/>
                    <a:pt x="1343340" y="232791"/>
                    <a:pt x="1351722" y="228600"/>
                  </a:cubicBezTo>
                  <a:cubicBezTo>
                    <a:pt x="1363940" y="222491"/>
                    <a:pt x="1378394" y="222586"/>
                    <a:pt x="1391478" y="218661"/>
                  </a:cubicBezTo>
                  <a:cubicBezTo>
                    <a:pt x="1411548" y="212640"/>
                    <a:pt x="1431235" y="205409"/>
                    <a:pt x="1451113" y="198783"/>
                  </a:cubicBezTo>
                  <a:cubicBezTo>
                    <a:pt x="1461052" y="195470"/>
                    <a:pt x="1470766" y="191385"/>
                    <a:pt x="1480930" y="188844"/>
                  </a:cubicBezTo>
                  <a:lnTo>
                    <a:pt x="1520687" y="178905"/>
                  </a:lnTo>
                  <a:cubicBezTo>
                    <a:pt x="1527313" y="172279"/>
                    <a:pt x="1536374" y="167408"/>
                    <a:pt x="1540565" y="159026"/>
                  </a:cubicBezTo>
                  <a:cubicBezTo>
                    <a:pt x="1549935" y="140285"/>
                    <a:pt x="1553817" y="119270"/>
                    <a:pt x="1560443" y="99392"/>
                  </a:cubicBezTo>
                  <a:cubicBezTo>
                    <a:pt x="1563756" y="89453"/>
                    <a:pt x="1570382" y="80051"/>
                    <a:pt x="1570382" y="69574"/>
                  </a:cubicBezTo>
                  <a:lnTo>
                    <a:pt x="1570382" y="19879"/>
                  </a:lnTo>
                </a:path>
              </a:pathLst>
            </a:cu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B750CDE-5E71-0270-4B5B-1F8F2D906C1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530" y="1455480"/>
              <a:ext cx="19580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A1A9E75-CE5B-76CD-9642-856875039DB9}"/>
                </a:ext>
              </a:extLst>
            </p:cNvPr>
            <p:cNvSpPr/>
            <p:nvPr/>
          </p:nvSpPr>
          <p:spPr>
            <a:xfrm>
              <a:off x="3597964" y="1543844"/>
              <a:ext cx="1520687" cy="233533"/>
            </a:xfrm>
            <a:custGeom>
              <a:avLst/>
              <a:gdLst>
                <a:gd name="csX0" fmla="*/ 0 w 1560444"/>
                <a:gd name="csY0" fmla="*/ 42846 h 360898"/>
                <a:gd name="csX1" fmla="*/ 0 w 1560444"/>
                <a:gd name="csY1" fmla="*/ 42846 h 360898"/>
                <a:gd name="csX2" fmla="*/ 89453 w 1560444"/>
                <a:gd name="csY2" fmla="*/ 132298 h 360898"/>
                <a:gd name="csX3" fmla="*/ 139148 w 1560444"/>
                <a:gd name="csY3" fmla="*/ 172055 h 360898"/>
                <a:gd name="csX4" fmla="*/ 149087 w 1560444"/>
                <a:gd name="csY4" fmla="*/ 201872 h 360898"/>
                <a:gd name="csX5" fmla="*/ 178905 w 1560444"/>
                <a:gd name="csY5" fmla="*/ 211811 h 360898"/>
                <a:gd name="csX6" fmla="*/ 298174 w 1560444"/>
                <a:gd name="csY6" fmla="*/ 201872 h 360898"/>
                <a:gd name="csX7" fmla="*/ 308114 w 1560444"/>
                <a:gd name="csY7" fmla="*/ 231689 h 360898"/>
                <a:gd name="csX8" fmla="*/ 387627 w 1560444"/>
                <a:gd name="csY8" fmla="*/ 271446 h 360898"/>
                <a:gd name="csX9" fmla="*/ 417444 w 1560444"/>
                <a:gd name="csY9" fmla="*/ 281385 h 360898"/>
                <a:gd name="csX10" fmla="*/ 447261 w 1560444"/>
                <a:gd name="csY10" fmla="*/ 291324 h 360898"/>
                <a:gd name="csX11" fmla="*/ 487018 w 1560444"/>
                <a:gd name="csY11" fmla="*/ 301263 h 360898"/>
                <a:gd name="csX12" fmla="*/ 546653 w 1560444"/>
                <a:gd name="csY12" fmla="*/ 321142 h 360898"/>
                <a:gd name="csX13" fmla="*/ 566531 w 1560444"/>
                <a:gd name="csY13" fmla="*/ 350959 h 360898"/>
                <a:gd name="csX14" fmla="*/ 596348 w 1560444"/>
                <a:gd name="csY14" fmla="*/ 360898 h 360898"/>
                <a:gd name="csX15" fmla="*/ 745435 w 1560444"/>
                <a:gd name="csY15" fmla="*/ 350959 h 360898"/>
                <a:gd name="csX16" fmla="*/ 805070 w 1560444"/>
                <a:gd name="csY16" fmla="*/ 321142 h 360898"/>
                <a:gd name="csX17" fmla="*/ 834887 w 1560444"/>
                <a:gd name="csY17" fmla="*/ 311202 h 360898"/>
                <a:gd name="csX18" fmla="*/ 864705 w 1560444"/>
                <a:gd name="csY18" fmla="*/ 291324 h 360898"/>
                <a:gd name="csX19" fmla="*/ 924340 w 1560444"/>
                <a:gd name="csY19" fmla="*/ 271446 h 360898"/>
                <a:gd name="csX20" fmla="*/ 954157 w 1560444"/>
                <a:gd name="csY20" fmla="*/ 251568 h 360898"/>
                <a:gd name="csX21" fmla="*/ 1103244 w 1560444"/>
                <a:gd name="csY21" fmla="*/ 231689 h 360898"/>
                <a:gd name="csX22" fmla="*/ 1202635 w 1560444"/>
                <a:gd name="csY22" fmla="*/ 211811 h 360898"/>
                <a:gd name="csX23" fmla="*/ 1232453 w 1560444"/>
                <a:gd name="csY23" fmla="*/ 201872 h 360898"/>
                <a:gd name="csX24" fmla="*/ 1272209 w 1560444"/>
                <a:gd name="csY24" fmla="*/ 142237 h 360898"/>
                <a:gd name="csX25" fmla="*/ 1311966 w 1560444"/>
                <a:gd name="csY25" fmla="*/ 112420 h 360898"/>
                <a:gd name="csX26" fmla="*/ 1341783 w 1560444"/>
                <a:gd name="csY26" fmla="*/ 92542 h 360898"/>
                <a:gd name="csX27" fmla="*/ 1361661 w 1560444"/>
                <a:gd name="csY27" fmla="*/ 72663 h 360898"/>
                <a:gd name="csX28" fmla="*/ 1421296 w 1560444"/>
                <a:gd name="csY28" fmla="*/ 52785 h 360898"/>
                <a:gd name="csX29" fmla="*/ 1500809 w 1560444"/>
                <a:gd name="csY29" fmla="*/ 32907 h 360898"/>
                <a:gd name="csX30" fmla="*/ 1560444 w 1560444"/>
                <a:gd name="csY30" fmla="*/ 13028 h 360898"/>
                <a:gd name="csX31" fmla="*/ 1421296 w 1560444"/>
                <a:gd name="csY31" fmla="*/ 3089 h 360898"/>
                <a:gd name="csX32" fmla="*/ 0 w 1560444"/>
                <a:gd name="csY32" fmla="*/ 42846 h 360898"/>
                <a:gd name="csX0" fmla="*/ 0 w 1580322"/>
                <a:gd name="csY0" fmla="*/ 0 h 367748"/>
                <a:gd name="csX1" fmla="*/ 19878 w 1580322"/>
                <a:gd name="csY1" fmla="*/ 49696 h 367748"/>
                <a:gd name="csX2" fmla="*/ 109331 w 1580322"/>
                <a:gd name="csY2" fmla="*/ 139148 h 367748"/>
                <a:gd name="csX3" fmla="*/ 159026 w 1580322"/>
                <a:gd name="csY3" fmla="*/ 178905 h 367748"/>
                <a:gd name="csX4" fmla="*/ 168965 w 1580322"/>
                <a:gd name="csY4" fmla="*/ 208722 h 367748"/>
                <a:gd name="csX5" fmla="*/ 198783 w 1580322"/>
                <a:gd name="csY5" fmla="*/ 218661 h 367748"/>
                <a:gd name="csX6" fmla="*/ 318052 w 1580322"/>
                <a:gd name="csY6" fmla="*/ 208722 h 367748"/>
                <a:gd name="csX7" fmla="*/ 327992 w 1580322"/>
                <a:gd name="csY7" fmla="*/ 238539 h 367748"/>
                <a:gd name="csX8" fmla="*/ 407505 w 1580322"/>
                <a:gd name="csY8" fmla="*/ 278296 h 367748"/>
                <a:gd name="csX9" fmla="*/ 437322 w 1580322"/>
                <a:gd name="csY9" fmla="*/ 288235 h 367748"/>
                <a:gd name="csX10" fmla="*/ 467139 w 1580322"/>
                <a:gd name="csY10" fmla="*/ 298174 h 367748"/>
                <a:gd name="csX11" fmla="*/ 506896 w 1580322"/>
                <a:gd name="csY11" fmla="*/ 308113 h 367748"/>
                <a:gd name="csX12" fmla="*/ 566531 w 1580322"/>
                <a:gd name="csY12" fmla="*/ 327992 h 367748"/>
                <a:gd name="csX13" fmla="*/ 586409 w 1580322"/>
                <a:gd name="csY13" fmla="*/ 357809 h 367748"/>
                <a:gd name="csX14" fmla="*/ 616226 w 1580322"/>
                <a:gd name="csY14" fmla="*/ 367748 h 367748"/>
                <a:gd name="csX15" fmla="*/ 765313 w 1580322"/>
                <a:gd name="csY15" fmla="*/ 357809 h 367748"/>
                <a:gd name="csX16" fmla="*/ 824948 w 1580322"/>
                <a:gd name="csY16" fmla="*/ 327992 h 367748"/>
                <a:gd name="csX17" fmla="*/ 854765 w 1580322"/>
                <a:gd name="csY17" fmla="*/ 318052 h 367748"/>
                <a:gd name="csX18" fmla="*/ 884583 w 1580322"/>
                <a:gd name="csY18" fmla="*/ 298174 h 367748"/>
                <a:gd name="csX19" fmla="*/ 944218 w 1580322"/>
                <a:gd name="csY19" fmla="*/ 278296 h 367748"/>
                <a:gd name="csX20" fmla="*/ 974035 w 1580322"/>
                <a:gd name="csY20" fmla="*/ 258418 h 367748"/>
                <a:gd name="csX21" fmla="*/ 1123122 w 1580322"/>
                <a:gd name="csY21" fmla="*/ 238539 h 367748"/>
                <a:gd name="csX22" fmla="*/ 1222513 w 1580322"/>
                <a:gd name="csY22" fmla="*/ 218661 h 367748"/>
                <a:gd name="csX23" fmla="*/ 1252331 w 1580322"/>
                <a:gd name="csY23" fmla="*/ 208722 h 367748"/>
                <a:gd name="csX24" fmla="*/ 1292087 w 1580322"/>
                <a:gd name="csY24" fmla="*/ 149087 h 367748"/>
                <a:gd name="csX25" fmla="*/ 1331844 w 1580322"/>
                <a:gd name="csY25" fmla="*/ 119270 h 367748"/>
                <a:gd name="csX26" fmla="*/ 1361661 w 1580322"/>
                <a:gd name="csY26" fmla="*/ 99392 h 367748"/>
                <a:gd name="csX27" fmla="*/ 1381539 w 1580322"/>
                <a:gd name="csY27" fmla="*/ 79513 h 367748"/>
                <a:gd name="csX28" fmla="*/ 1441174 w 1580322"/>
                <a:gd name="csY28" fmla="*/ 59635 h 367748"/>
                <a:gd name="csX29" fmla="*/ 1520687 w 1580322"/>
                <a:gd name="csY29" fmla="*/ 39757 h 367748"/>
                <a:gd name="csX30" fmla="*/ 1580322 w 1580322"/>
                <a:gd name="csY30" fmla="*/ 19878 h 367748"/>
                <a:gd name="csX31" fmla="*/ 1441174 w 1580322"/>
                <a:gd name="csY31" fmla="*/ 9939 h 367748"/>
                <a:gd name="csX32" fmla="*/ 0 w 1580322"/>
                <a:gd name="csY32" fmla="*/ 0 h 367748"/>
                <a:gd name="csX0" fmla="*/ 0 w 1520687"/>
                <a:gd name="csY0" fmla="*/ 0 h 367748"/>
                <a:gd name="csX1" fmla="*/ 19878 w 1520687"/>
                <a:gd name="csY1" fmla="*/ 49696 h 367748"/>
                <a:gd name="csX2" fmla="*/ 109331 w 1520687"/>
                <a:gd name="csY2" fmla="*/ 139148 h 367748"/>
                <a:gd name="csX3" fmla="*/ 159026 w 1520687"/>
                <a:gd name="csY3" fmla="*/ 178905 h 367748"/>
                <a:gd name="csX4" fmla="*/ 168965 w 1520687"/>
                <a:gd name="csY4" fmla="*/ 208722 h 367748"/>
                <a:gd name="csX5" fmla="*/ 198783 w 1520687"/>
                <a:gd name="csY5" fmla="*/ 218661 h 367748"/>
                <a:gd name="csX6" fmla="*/ 318052 w 1520687"/>
                <a:gd name="csY6" fmla="*/ 208722 h 367748"/>
                <a:gd name="csX7" fmla="*/ 327992 w 1520687"/>
                <a:gd name="csY7" fmla="*/ 238539 h 367748"/>
                <a:gd name="csX8" fmla="*/ 407505 w 1520687"/>
                <a:gd name="csY8" fmla="*/ 278296 h 367748"/>
                <a:gd name="csX9" fmla="*/ 437322 w 1520687"/>
                <a:gd name="csY9" fmla="*/ 288235 h 367748"/>
                <a:gd name="csX10" fmla="*/ 467139 w 1520687"/>
                <a:gd name="csY10" fmla="*/ 298174 h 367748"/>
                <a:gd name="csX11" fmla="*/ 506896 w 1520687"/>
                <a:gd name="csY11" fmla="*/ 308113 h 367748"/>
                <a:gd name="csX12" fmla="*/ 566531 w 1520687"/>
                <a:gd name="csY12" fmla="*/ 327992 h 367748"/>
                <a:gd name="csX13" fmla="*/ 586409 w 1520687"/>
                <a:gd name="csY13" fmla="*/ 357809 h 367748"/>
                <a:gd name="csX14" fmla="*/ 616226 w 1520687"/>
                <a:gd name="csY14" fmla="*/ 367748 h 367748"/>
                <a:gd name="csX15" fmla="*/ 765313 w 1520687"/>
                <a:gd name="csY15" fmla="*/ 357809 h 367748"/>
                <a:gd name="csX16" fmla="*/ 824948 w 1520687"/>
                <a:gd name="csY16" fmla="*/ 327992 h 367748"/>
                <a:gd name="csX17" fmla="*/ 854765 w 1520687"/>
                <a:gd name="csY17" fmla="*/ 318052 h 367748"/>
                <a:gd name="csX18" fmla="*/ 884583 w 1520687"/>
                <a:gd name="csY18" fmla="*/ 298174 h 367748"/>
                <a:gd name="csX19" fmla="*/ 944218 w 1520687"/>
                <a:gd name="csY19" fmla="*/ 278296 h 367748"/>
                <a:gd name="csX20" fmla="*/ 974035 w 1520687"/>
                <a:gd name="csY20" fmla="*/ 258418 h 367748"/>
                <a:gd name="csX21" fmla="*/ 1123122 w 1520687"/>
                <a:gd name="csY21" fmla="*/ 238539 h 367748"/>
                <a:gd name="csX22" fmla="*/ 1222513 w 1520687"/>
                <a:gd name="csY22" fmla="*/ 218661 h 367748"/>
                <a:gd name="csX23" fmla="*/ 1252331 w 1520687"/>
                <a:gd name="csY23" fmla="*/ 208722 h 367748"/>
                <a:gd name="csX24" fmla="*/ 1292087 w 1520687"/>
                <a:gd name="csY24" fmla="*/ 149087 h 367748"/>
                <a:gd name="csX25" fmla="*/ 1331844 w 1520687"/>
                <a:gd name="csY25" fmla="*/ 119270 h 367748"/>
                <a:gd name="csX26" fmla="*/ 1361661 w 1520687"/>
                <a:gd name="csY26" fmla="*/ 99392 h 367748"/>
                <a:gd name="csX27" fmla="*/ 1381539 w 1520687"/>
                <a:gd name="csY27" fmla="*/ 79513 h 367748"/>
                <a:gd name="csX28" fmla="*/ 1441174 w 1520687"/>
                <a:gd name="csY28" fmla="*/ 59635 h 367748"/>
                <a:gd name="csX29" fmla="*/ 1520687 w 1520687"/>
                <a:gd name="csY29" fmla="*/ 39757 h 367748"/>
                <a:gd name="csX30" fmla="*/ 1441174 w 1520687"/>
                <a:gd name="csY30" fmla="*/ 9939 h 367748"/>
                <a:gd name="csX31" fmla="*/ 0 w 1520687"/>
                <a:gd name="csY31" fmla="*/ 0 h 367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520687" h="367748">
                  <a:moveTo>
                    <a:pt x="0" y="0"/>
                  </a:moveTo>
                  <a:lnTo>
                    <a:pt x="19878" y="49696"/>
                  </a:lnTo>
                  <a:cubicBezTo>
                    <a:pt x="49696" y="79513"/>
                    <a:pt x="74245" y="115757"/>
                    <a:pt x="109331" y="139148"/>
                  </a:cubicBezTo>
                  <a:cubicBezTo>
                    <a:pt x="146945" y="164224"/>
                    <a:pt x="130702" y="150579"/>
                    <a:pt x="159026" y="178905"/>
                  </a:cubicBezTo>
                  <a:cubicBezTo>
                    <a:pt x="162339" y="188844"/>
                    <a:pt x="161557" y="201314"/>
                    <a:pt x="168965" y="208722"/>
                  </a:cubicBezTo>
                  <a:cubicBezTo>
                    <a:pt x="176373" y="216130"/>
                    <a:pt x="188306" y="218661"/>
                    <a:pt x="198783" y="218661"/>
                  </a:cubicBezTo>
                  <a:cubicBezTo>
                    <a:pt x="238677" y="218661"/>
                    <a:pt x="278296" y="212035"/>
                    <a:pt x="318052" y="208722"/>
                  </a:cubicBezTo>
                  <a:cubicBezTo>
                    <a:pt x="321365" y="218661"/>
                    <a:pt x="322602" y="229555"/>
                    <a:pt x="327992" y="238539"/>
                  </a:cubicBezTo>
                  <a:cubicBezTo>
                    <a:pt x="345341" y="267453"/>
                    <a:pt x="377765" y="268383"/>
                    <a:pt x="407505" y="278296"/>
                  </a:cubicBezTo>
                  <a:lnTo>
                    <a:pt x="437322" y="288235"/>
                  </a:lnTo>
                  <a:cubicBezTo>
                    <a:pt x="447261" y="291548"/>
                    <a:pt x="456975" y="295633"/>
                    <a:pt x="467139" y="298174"/>
                  </a:cubicBezTo>
                  <a:cubicBezTo>
                    <a:pt x="480391" y="301487"/>
                    <a:pt x="493812" y="304188"/>
                    <a:pt x="506896" y="308113"/>
                  </a:cubicBezTo>
                  <a:cubicBezTo>
                    <a:pt x="526966" y="314134"/>
                    <a:pt x="566531" y="327992"/>
                    <a:pt x="566531" y="327992"/>
                  </a:cubicBezTo>
                  <a:cubicBezTo>
                    <a:pt x="573157" y="337931"/>
                    <a:pt x="577081" y="350347"/>
                    <a:pt x="586409" y="357809"/>
                  </a:cubicBezTo>
                  <a:cubicBezTo>
                    <a:pt x="594590" y="364354"/>
                    <a:pt x="605749" y="367748"/>
                    <a:pt x="616226" y="367748"/>
                  </a:cubicBezTo>
                  <a:cubicBezTo>
                    <a:pt x="666032" y="367748"/>
                    <a:pt x="715617" y="361122"/>
                    <a:pt x="765313" y="357809"/>
                  </a:cubicBezTo>
                  <a:cubicBezTo>
                    <a:pt x="840252" y="332830"/>
                    <a:pt x="747890" y="366522"/>
                    <a:pt x="824948" y="327992"/>
                  </a:cubicBezTo>
                  <a:cubicBezTo>
                    <a:pt x="834319" y="323307"/>
                    <a:pt x="845394" y="322737"/>
                    <a:pt x="854765" y="318052"/>
                  </a:cubicBezTo>
                  <a:cubicBezTo>
                    <a:pt x="865449" y="312710"/>
                    <a:pt x="873667" y="303025"/>
                    <a:pt x="884583" y="298174"/>
                  </a:cubicBezTo>
                  <a:cubicBezTo>
                    <a:pt x="903731" y="289664"/>
                    <a:pt x="944218" y="278296"/>
                    <a:pt x="944218" y="278296"/>
                  </a:cubicBezTo>
                  <a:cubicBezTo>
                    <a:pt x="954157" y="271670"/>
                    <a:pt x="963351" y="263760"/>
                    <a:pt x="974035" y="258418"/>
                  </a:cubicBezTo>
                  <a:cubicBezTo>
                    <a:pt x="1015137" y="237866"/>
                    <a:pt x="1094555" y="241713"/>
                    <a:pt x="1123122" y="238539"/>
                  </a:cubicBezTo>
                  <a:cubicBezTo>
                    <a:pt x="1155074" y="234989"/>
                    <a:pt x="1191103" y="227635"/>
                    <a:pt x="1222513" y="218661"/>
                  </a:cubicBezTo>
                  <a:cubicBezTo>
                    <a:pt x="1232587" y="215783"/>
                    <a:pt x="1242392" y="212035"/>
                    <a:pt x="1252331" y="208722"/>
                  </a:cubicBezTo>
                  <a:cubicBezTo>
                    <a:pt x="1265583" y="188844"/>
                    <a:pt x="1272974" y="163421"/>
                    <a:pt x="1292087" y="149087"/>
                  </a:cubicBezTo>
                  <a:cubicBezTo>
                    <a:pt x="1305339" y="139148"/>
                    <a:pt x="1318364" y="128898"/>
                    <a:pt x="1331844" y="119270"/>
                  </a:cubicBezTo>
                  <a:cubicBezTo>
                    <a:pt x="1341564" y="112327"/>
                    <a:pt x="1352333" y="106854"/>
                    <a:pt x="1361661" y="99392"/>
                  </a:cubicBezTo>
                  <a:cubicBezTo>
                    <a:pt x="1368978" y="93538"/>
                    <a:pt x="1373158" y="83704"/>
                    <a:pt x="1381539" y="79513"/>
                  </a:cubicBezTo>
                  <a:cubicBezTo>
                    <a:pt x="1400280" y="70142"/>
                    <a:pt x="1420846" y="64717"/>
                    <a:pt x="1441174" y="59635"/>
                  </a:cubicBezTo>
                  <a:cubicBezTo>
                    <a:pt x="1467678" y="53009"/>
                    <a:pt x="1494769" y="48397"/>
                    <a:pt x="1520687" y="39757"/>
                  </a:cubicBezTo>
                  <a:lnTo>
                    <a:pt x="1441174" y="993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  <a:p>
              <a:pPr algn="ctr"/>
              <a:endParaRPr lang="en-US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863613B-1E9C-65F5-7645-54D35EE0E2AC}"/>
                </a:ext>
              </a:extLst>
            </p:cNvPr>
            <p:cNvCxnSpPr>
              <a:cxnSpLocks/>
            </p:cNvCxnSpPr>
            <p:nvPr/>
          </p:nvCxnSpPr>
          <p:spPr>
            <a:xfrm>
              <a:off x="1610139" y="3235380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FD583CD4-D4A6-CB65-0807-C534A34D551A}"/>
                </a:ext>
              </a:extLst>
            </p:cNvPr>
            <p:cNvSpPr/>
            <p:nvPr/>
          </p:nvSpPr>
          <p:spPr>
            <a:xfrm>
              <a:off x="3011558" y="767513"/>
              <a:ext cx="2464906" cy="1237080"/>
            </a:xfrm>
            <a:prstGeom prst="arc">
              <a:avLst>
                <a:gd name="adj1" fmla="val 863616"/>
                <a:gd name="adj2" fmla="val 9865649"/>
              </a:avLst>
            </a:prstGeom>
            <a:ln w="9525"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1AF8947-BB53-844E-BDF3-47B9C87FF4EF}"/>
                </a:ext>
              </a:extLst>
            </p:cNvPr>
            <p:cNvSpPr txBox="1"/>
            <p:nvPr/>
          </p:nvSpPr>
          <p:spPr>
            <a:xfrm>
              <a:off x="4104864" y="1890989"/>
              <a:ext cx="354584" cy="23453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𝛀</a:t>
              </a: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736B0E1-A928-3879-4835-023FCB6BF49A}"/>
                </a:ext>
              </a:extLst>
            </p:cNvPr>
            <p:cNvSpPr/>
            <p:nvPr/>
          </p:nvSpPr>
          <p:spPr>
            <a:xfrm>
              <a:off x="5128591" y="1556466"/>
              <a:ext cx="1997766" cy="82052"/>
            </a:xfrm>
            <a:custGeom>
              <a:avLst/>
              <a:gdLst>
                <a:gd name="csX0" fmla="*/ 0 w 1997766"/>
                <a:gd name="csY0" fmla="*/ 0 h 437322"/>
                <a:gd name="csX1" fmla="*/ 854766 w 1997766"/>
                <a:gd name="csY1" fmla="*/ 437322 h 437322"/>
                <a:gd name="csX2" fmla="*/ 1997766 w 1997766"/>
                <a:gd name="csY2" fmla="*/ 268357 h 437322"/>
                <a:gd name="csX0" fmla="*/ 0 w 1997766"/>
                <a:gd name="csY0" fmla="*/ 0 h 285851"/>
                <a:gd name="csX1" fmla="*/ 775253 w 1997766"/>
                <a:gd name="csY1" fmla="*/ 278296 h 285851"/>
                <a:gd name="csX2" fmla="*/ 1997766 w 1997766"/>
                <a:gd name="csY2" fmla="*/ 268357 h 285851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129209"/>
                <a:gd name="csX1" fmla="*/ 1997766 w 1997766"/>
                <a:gd name="csY1" fmla="*/ 129209 h 129209"/>
                <a:gd name="csX0" fmla="*/ 0 w 1997766"/>
                <a:gd name="csY0" fmla="*/ 0 h 129209"/>
                <a:gd name="csX1" fmla="*/ 1997766 w 1997766"/>
                <a:gd name="csY1" fmla="*/ 129209 h 129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97766" h="129209">
                  <a:moveTo>
                    <a:pt x="0" y="0"/>
                  </a:moveTo>
                  <a:cubicBezTo>
                    <a:pt x="616227" y="89452"/>
                    <a:pt x="805070" y="119270"/>
                    <a:pt x="1997766" y="129209"/>
                  </a:cubicBezTo>
                </a:path>
              </a:pathLst>
            </a:cu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917EDAE2-A33E-227E-6FC2-E038E58BABFE}"/>
                </a:ext>
              </a:extLst>
            </p:cNvPr>
            <p:cNvSpPr/>
            <p:nvPr/>
          </p:nvSpPr>
          <p:spPr>
            <a:xfrm flipH="1">
              <a:off x="1585290" y="1531218"/>
              <a:ext cx="1997766" cy="82052"/>
            </a:xfrm>
            <a:custGeom>
              <a:avLst/>
              <a:gdLst>
                <a:gd name="csX0" fmla="*/ 0 w 1997766"/>
                <a:gd name="csY0" fmla="*/ 0 h 437322"/>
                <a:gd name="csX1" fmla="*/ 854766 w 1997766"/>
                <a:gd name="csY1" fmla="*/ 437322 h 437322"/>
                <a:gd name="csX2" fmla="*/ 1997766 w 1997766"/>
                <a:gd name="csY2" fmla="*/ 268357 h 437322"/>
                <a:gd name="csX0" fmla="*/ 0 w 1997766"/>
                <a:gd name="csY0" fmla="*/ 0 h 285851"/>
                <a:gd name="csX1" fmla="*/ 775253 w 1997766"/>
                <a:gd name="csY1" fmla="*/ 278296 h 285851"/>
                <a:gd name="csX2" fmla="*/ 1997766 w 1997766"/>
                <a:gd name="csY2" fmla="*/ 268357 h 285851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129209"/>
                <a:gd name="csX1" fmla="*/ 1997766 w 1997766"/>
                <a:gd name="csY1" fmla="*/ 129209 h 129209"/>
                <a:gd name="csX0" fmla="*/ 0 w 1997766"/>
                <a:gd name="csY0" fmla="*/ 0 h 129209"/>
                <a:gd name="csX1" fmla="*/ 1997766 w 1997766"/>
                <a:gd name="csY1" fmla="*/ 129209 h 129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97766" h="129209">
                  <a:moveTo>
                    <a:pt x="0" y="0"/>
                  </a:moveTo>
                  <a:cubicBezTo>
                    <a:pt x="616227" y="89452"/>
                    <a:pt x="805070" y="119270"/>
                    <a:pt x="1997766" y="129209"/>
                  </a:cubicBezTo>
                </a:path>
              </a:pathLst>
            </a:cu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25FF4C2-3153-F2E1-9721-1439A4A4A11A}"/>
                </a:ext>
              </a:extLst>
            </p:cNvPr>
            <p:cNvCxnSpPr>
              <a:cxnSpLocks/>
            </p:cNvCxnSpPr>
            <p:nvPr/>
          </p:nvCxnSpPr>
          <p:spPr>
            <a:xfrm>
              <a:off x="6480313" y="1638519"/>
              <a:ext cx="0" cy="1596862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B4BF655-6F9F-DE62-11FA-259A05D8C7CE}"/>
                </a:ext>
              </a:extLst>
            </p:cNvPr>
            <p:cNvSpPr txBox="1"/>
            <p:nvPr/>
          </p:nvSpPr>
          <p:spPr>
            <a:xfrm>
              <a:off x="6341166" y="2244443"/>
              <a:ext cx="327334" cy="23453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D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C1DEB4B-0E43-D6D7-6050-4D61766AFBFF}"/>
                </a:ext>
              </a:extLst>
            </p:cNvPr>
            <p:cNvGrpSpPr/>
            <p:nvPr/>
          </p:nvGrpSpPr>
          <p:grpSpPr>
            <a:xfrm>
              <a:off x="4484618" y="821655"/>
              <a:ext cx="381836" cy="621200"/>
              <a:chOff x="4484618" y="1089124"/>
              <a:chExt cx="381836" cy="978212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D96CABA6-A33F-4BEF-25F2-2DAB3CA8F4E8}"/>
                  </a:ext>
                </a:extLst>
              </p:cNvPr>
              <p:cNvCxnSpPr/>
              <p:nvPr/>
            </p:nvCxnSpPr>
            <p:spPr>
              <a:xfrm>
                <a:off x="4648285" y="1421293"/>
                <a:ext cx="0" cy="64604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2050747-C7E2-4194-A5D4-EFD5FCF9B001}"/>
                  </a:ext>
                </a:extLst>
              </p:cNvPr>
              <p:cNvSpPr txBox="1"/>
              <p:nvPr/>
            </p:nvSpPr>
            <p:spPr>
              <a:xfrm>
                <a:off x="4484618" y="1089124"/>
                <a:ext cx="38183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q</a:t>
                </a:r>
                <a:r>
                  <a:rPr lang="en-US" i="1" baseline="-25000" dirty="0"/>
                  <a:t>0</a:t>
                </a:r>
              </a:p>
            </p:txBody>
          </p:sp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8A800EB-B234-2C9E-1AC0-870E1FAC85FC}"/>
                </a:ext>
              </a:extLst>
            </p:cNvPr>
            <p:cNvCxnSpPr>
              <a:cxnSpLocks/>
            </p:cNvCxnSpPr>
            <p:nvPr/>
          </p:nvCxnSpPr>
          <p:spPr>
            <a:xfrm>
              <a:off x="4363278" y="356260"/>
              <a:ext cx="0" cy="3437205"/>
            </a:xfrm>
            <a:prstGeom prst="line">
              <a:avLst/>
            </a:prstGeom>
            <a:ln w="12700">
              <a:solidFill>
                <a:schemeClr val="tx1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6E3C942-C13E-6973-E60C-B3F8F3E73501}"/>
                </a:ext>
              </a:extLst>
            </p:cNvPr>
            <p:cNvGrpSpPr/>
            <p:nvPr/>
          </p:nvGrpSpPr>
          <p:grpSpPr>
            <a:xfrm>
              <a:off x="3841372" y="820398"/>
              <a:ext cx="381836" cy="621200"/>
              <a:chOff x="4484618" y="1089124"/>
              <a:chExt cx="381836" cy="978212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C2F73665-3BD3-F5B1-2FB8-77427E20091F}"/>
                  </a:ext>
                </a:extLst>
              </p:cNvPr>
              <p:cNvCxnSpPr/>
              <p:nvPr/>
            </p:nvCxnSpPr>
            <p:spPr>
              <a:xfrm>
                <a:off x="4648285" y="1421293"/>
                <a:ext cx="0" cy="64604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29C312E-CE1D-83AA-F3F8-8DBB0A9B2D1E}"/>
                  </a:ext>
                </a:extLst>
              </p:cNvPr>
              <p:cNvSpPr txBox="1"/>
              <p:nvPr/>
            </p:nvSpPr>
            <p:spPr>
              <a:xfrm>
                <a:off x="4484618" y="1089124"/>
                <a:ext cx="38183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q</a:t>
                </a:r>
                <a:r>
                  <a:rPr lang="en-US" i="1" baseline="-25000" dirty="0"/>
                  <a:t>0</a:t>
                </a:r>
              </a:p>
            </p:txBody>
          </p:sp>
        </p:grp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DDF2CE7-AE5F-27FE-5250-5BD9999AE671}"/>
                </a:ext>
              </a:extLst>
            </p:cNvPr>
            <p:cNvCxnSpPr>
              <a:cxnSpLocks/>
            </p:cNvCxnSpPr>
            <p:nvPr/>
          </p:nvCxnSpPr>
          <p:spPr>
            <a:xfrm>
              <a:off x="5136551" y="4161074"/>
              <a:ext cx="19580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4F9E341-D9B4-D877-5874-929CC654B590}"/>
                </a:ext>
              </a:extLst>
            </p:cNvPr>
            <p:cNvCxnSpPr>
              <a:cxnSpLocks/>
            </p:cNvCxnSpPr>
            <p:nvPr/>
          </p:nvCxnSpPr>
          <p:spPr>
            <a:xfrm>
              <a:off x="1608160" y="5940974"/>
              <a:ext cx="54864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CDEF371F-097A-8CA1-81FA-802F77DE7E82}"/>
                </a:ext>
              </a:extLst>
            </p:cNvPr>
            <p:cNvSpPr/>
            <p:nvPr/>
          </p:nvSpPr>
          <p:spPr>
            <a:xfrm>
              <a:off x="5126612" y="4262060"/>
              <a:ext cx="1997766" cy="82052"/>
            </a:xfrm>
            <a:custGeom>
              <a:avLst/>
              <a:gdLst>
                <a:gd name="csX0" fmla="*/ 0 w 1997766"/>
                <a:gd name="csY0" fmla="*/ 0 h 437322"/>
                <a:gd name="csX1" fmla="*/ 854766 w 1997766"/>
                <a:gd name="csY1" fmla="*/ 437322 h 437322"/>
                <a:gd name="csX2" fmla="*/ 1997766 w 1997766"/>
                <a:gd name="csY2" fmla="*/ 268357 h 437322"/>
                <a:gd name="csX0" fmla="*/ 0 w 1997766"/>
                <a:gd name="csY0" fmla="*/ 0 h 285851"/>
                <a:gd name="csX1" fmla="*/ 775253 w 1997766"/>
                <a:gd name="csY1" fmla="*/ 278296 h 285851"/>
                <a:gd name="csX2" fmla="*/ 1997766 w 1997766"/>
                <a:gd name="csY2" fmla="*/ 268357 h 285851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268357"/>
                <a:gd name="csX1" fmla="*/ 1997766 w 1997766"/>
                <a:gd name="csY1" fmla="*/ 268357 h 268357"/>
                <a:gd name="csX0" fmla="*/ 0 w 1997766"/>
                <a:gd name="csY0" fmla="*/ 0 h 129209"/>
                <a:gd name="csX1" fmla="*/ 1997766 w 1997766"/>
                <a:gd name="csY1" fmla="*/ 129209 h 129209"/>
                <a:gd name="csX0" fmla="*/ 0 w 1997766"/>
                <a:gd name="csY0" fmla="*/ 0 h 129209"/>
                <a:gd name="csX1" fmla="*/ 1997766 w 1997766"/>
                <a:gd name="csY1" fmla="*/ 129209 h 129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97766" h="129209">
                  <a:moveTo>
                    <a:pt x="0" y="0"/>
                  </a:moveTo>
                  <a:cubicBezTo>
                    <a:pt x="616227" y="89452"/>
                    <a:pt x="805070" y="119270"/>
                    <a:pt x="1997766" y="129209"/>
                  </a:cubicBezTo>
                </a:path>
              </a:pathLst>
            </a:cu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6F0F23B-75C7-7F22-506E-F691CF6379CE}"/>
                </a:ext>
              </a:extLst>
            </p:cNvPr>
            <p:cNvGrpSpPr/>
            <p:nvPr/>
          </p:nvGrpSpPr>
          <p:grpSpPr>
            <a:xfrm>
              <a:off x="6944827" y="4344113"/>
              <a:ext cx="327334" cy="1596862"/>
              <a:chOff x="6339187" y="4344113"/>
              <a:chExt cx="327334" cy="1596862"/>
            </a:xfrm>
          </p:grpSpPr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F035C81-7435-9F8C-54F0-F5FDE31105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8334" y="4344113"/>
                <a:ext cx="0" cy="1596862"/>
              </a:xfrm>
              <a:prstGeom prst="straightConnector1">
                <a:avLst/>
              </a:prstGeom>
              <a:ln w="127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A6341E3-8532-2E53-D33B-8A04EBCADFD5}"/>
                  </a:ext>
                </a:extLst>
              </p:cNvPr>
              <p:cNvSpPr txBox="1"/>
              <p:nvPr/>
            </p:nvSpPr>
            <p:spPr>
              <a:xfrm>
                <a:off x="6339187" y="4950037"/>
                <a:ext cx="327334" cy="23453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93814F4-39D5-D727-94BC-A9399369657C}"/>
                </a:ext>
              </a:extLst>
            </p:cNvPr>
            <p:cNvGrpSpPr/>
            <p:nvPr/>
          </p:nvGrpSpPr>
          <p:grpSpPr>
            <a:xfrm>
              <a:off x="4482639" y="3527249"/>
              <a:ext cx="381836" cy="621200"/>
              <a:chOff x="4484618" y="1089124"/>
              <a:chExt cx="381836" cy="978212"/>
            </a:xfrm>
          </p:grpSpPr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0C49275-E7D7-18BF-5AB9-0D69F9308836}"/>
                  </a:ext>
                </a:extLst>
              </p:cNvPr>
              <p:cNvCxnSpPr/>
              <p:nvPr/>
            </p:nvCxnSpPr>
            <p:spPr>
              <a:xfrm>
                <a:off x="4648285" y="1421293"/>
                <a:ext cx="0" cy="64604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BE6C08C-CF0F-816B-7B01-70CC83B08E61}"/>
                  </a:ext>
                </a:extLst>
              </p:cNvPr>
              <p:cNvSpPr txBox="1"/>
              <p:nvPr/>
            </p:nvSpPr>
            <p:spPr>
              <a:xfrm>
                <a:off x="4484618" y="1089124"/>
                <a:ext cx="38183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q</a:t>
                </a:r>
                <a:r>
                  <a:rPr lang="en-US" i="1" baseline="-25000" dirty="0"/>
                  <a:t>0</a:t>
                </a: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A7199E0-963B-F18F-5C8D-0A6BCAA5CF18}"/>
                </a:ext>
              </a:extLst>
            </p:cNvPr>
            <p:cNvSpPr/>
            <p:nvPr/>
          </p:nvSpPr>
          <p:spPr>
            <a:xfrm>
              <a:off x="5112801" y="4262060"/>
              <a:ext cx="66263" cy="1678914"/>
            </a:xfrm>
            <a:prstGeom prst="rect">
              <a:avLst/>
            </a:prstGeom>
            <a:solidFill>
              <a:srgbClr val="C0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4347AED4-956F-F361-A27D-5C8C2237E72A}"/>
                </a:ext>
              </a:extLst>
            </p:cNvPr>
            <p:cNvSpPr/>
            <p:nvPr/>
          </p:nvSpPr>
          <p:spPr>
            <a:xfrm>
              <a:off x="2368502" y="4246891"/>
              <a:ext cx="2763080" cy="1679932"/>
            </a:xfrm>
            <a:prstGeom prst="rect">
              <a:avLst/>
            </a:prstGeom>
            <a:solidFill>
              <a:srgbClr val="00B0F0">
                <a:alpha val="71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Volkomen</a:t>
              </a:r>
              <a:r>
                <a:rPr lang="en-US" dirty="0"/>
                <a:t> </a:t>
              </a:r>
              <a:r>
                <a:rPr lang="en-US" dirty="0" err="1"/>
                <a:t>sloot</a:t>
              </a:r>
              <a:endParaRPr lang="en-US" dirty="0"/>
            </a:p>
          </p:txBody>
        </p:sp>
        <p:sp>
          <p:nvSpPr>
            <p:cNvPr id="46" name="Rectangular Callout 45">
              <a:extLst>
                <a:ext uri="{FF2B5EF4-FFF2-40B4-BE49-F238E27FC236}">
                  <a16:creationId xmlns:a16="http://schemas.microsoft.com/office/drawing/2014/main" id="{1F7BE308-7321-4161-1AB5-E305FDAF71B1}"/>
                </a:ext>
              </a:extLst>
            </p:cNvPr>
            <p:cNvSpPr/>
            <p:nvPr/>
          </p:nvSpPr>
          <p:spPr>
            <a:xfrm>
              <a:off x="5302608" y="4450751"/>
              <a:ext cx="1465978" cy="612628"/>
            </a:xfrm>
            <a:prstGeom prst="wedgeRectCallout">
              <a:avLst>
                <a:gd name="adj1" fmla="val -61336"/>
                <a:gd name="adj2" fmla="val 110960"/>
              </a:avLst>
            </a:prstGeom>
            <a:solidFill>
              <a:srgbClr val="00206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/>
                <a:t>Muurtje</a:t>
              </a:r>
              <a:r>
                <a:rPr lang="en-US" sz="1400" dirty="0"/>
                <a:t> met </a:t>
              </a:r>
              <a:r>
                <a:rPr lang="en-US" sz="1400" dirty="0" err="1"/>
                <a:t>weerstand</a:t>
              </a:r>
              <a:r>
                <a:rPr lang="en-US" sz="1400" dirty="0"/>
                <a:t> w</a:t>
              </a:r>
            </a:p>
          </p:txBody>
        </p:sp>
        <p:sp>
          <p:nvSpPr>
            <p:cNvPr id="48" name="Rectangular Callout 47">
              <a:extLst>
                <a:ext uri="{FF2B5EF4-FFF2-40B4-BE49-F238E27FC236}">
                  <a16:creationId xmlns:a16="http://schemas.microsoft.com/office/drawing/2014/main" id="{3524ACC8-1E8A-1D88-6AB1-B58482F96001}"/>
                </a:ext>
              </a:extLst>
            </p:cNvPr>
            <p:cNvSpPr/>
            <p:nvPr/>
          </p:nvSpPr>
          <p:spPr>
            <a:xfrm>
              <a:off x="1716400" y="2161125"/>
              <a:ext cx="1465978" cy="612628"/>
            </a:xfrm>
            <a:prstGeom prst="wedgeRectCallout">
              <a:avLst>
                <a:gd name="adj1" fmla="val 115257"/>
                <a:gd name="adj2" fmla="val -129404"/>
              </a:avLst>
            </a:prstGeom>
            <a:solidFill>
              <a:srgbClr val="00206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/>
                <a:t>Onvolkomen</a:t>
              </a:r>
              <a:r>
                <a:rPr lang="en-US" sz="1400" dirty="0"/>
                <a:t> </a:t>
              </a:r>
              <a:r>
                <a:rPr lang="en-US" sz="1400" dirty="0" err="1"/>
                <a:t>sloot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1137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1567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621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13" y="452360"/>
            <a:ext cx="8337248" cy="6322313"/>
          </a:xfrm>
          <a:prstGeom prst="rect">
            <a:avLst/>
          </a:prstGeom>
        </p:spPr>
      </p:pic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237" y="6227534"/>
            <a:ext cx="444500" cy="3175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039" y="3333445"/>
            <a:ext cx="152400" cy="2032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5098" y="220436"/>
            <a:ext cx="22479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019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12740</TotalTime>
  <Words>52</Words>
  <Application>Microsoft Macintosh PowerPoint</Application>
  <PresentationFormat>On-screen Show (4:3)</PresentationFormat>
  <Paragraphs>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Tekeningen voor de GGOR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Personal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Theo Olsthoorn</dc:creator>
  <cp:keywords/>
  <dc:description/>
  <cp:lastModifiedBy>Theo Olsthoorn</cp:lastModifiedBy>
  <cp:revision>10</cp:revision>
  <dcterms:created xsi:type="dcterms:W3CDTF">2015-03-18T13:03:52Z</dcterms:created>
  <dcterms:modified xsi:type="dcterms:W3CDTF">2026-01-03T00:58:00Z</dcterms:modified>
  <cp:category/>
</cp:coreProperties>
</file>