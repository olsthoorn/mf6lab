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318B-7D35-E65C-A8FF-D47FF3BA8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8DFF8-3034-C8ED-DD08-5A80398D8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E7879-B96B-FC19-E105-AEFF3A9D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A4C0-2660-EA38-8F08-4EC666E5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12192-8CC8-D795-8637-486F1A6E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0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2DA0-F16D-64AF-CAA4-B63F0793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D8107-A50F-D759-6A69-7F1B6C3E0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F5484-4290-242F-1C40-0BFBBC79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77C5D-AF59-D03D-2845-2D37AEB6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A4FE-EF7E-2940-B9C7-EE47AD4C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3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86A5-A2D9-EBCD-B2C4-D8157CD2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C74C3-1FF2-ECAC-4704-0EB854F82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CF1D6-90EB-D210-E26E-E1DD6866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EAC90-01AE-2744-5241-5097CD5D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54980-A436-0AB4-4236-CC52DAC1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5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AAC8-EB52-1C11-A19A-E676B7AF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64C82-0CD7-EB56-9A33-46A83404B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D79BC-7F96-CC7C-A56E-4FF99BE79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0E7C2-608A-C087-53EE-6CA9D088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04C3C-83B4-25FC-7BB1-0C0A45B4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19F05-E40B-E39F-25D0-3DE43089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3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2825-6B20-747C-B773-9597F092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D2B1-2577-FDA5-C5CC-4835974EE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0659-0C76-D35A-9053-29FF4F612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0BBC4-AF04-DFED-4E07-95927EF60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2E754-59F8-6C2E-6C61-2D1384627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D7EAC-4B1F-5B75-A182-B798D0E9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CDF69-BC7F-A4B9-80CE-751DA18F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93AC5-333F-D035-AEB0-C22A4C41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5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05F0-6C30-F65C-B71F-1A765C1C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A9545-78ED-BAF2-51D0-8D2360A8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B475-DB4E-70E1-1D34-631AB6C7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9B9CD-2C3E-85B5-C9F7-F35296A7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8A83F-443D-5638-6424-B857AB28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474EC-B30E-83B6-5AD8-3A567FB3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99E21-19FB-BBE3-15BD-9FAFBDF4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26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D9DA-24C4-934C-262C-7AF7A0FE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21C0-9BBF-B7B6-077F-46450E041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EF4F6-40BF-A8BC-A5B0-D5124C401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24106-7132-FF2C-DC87-75B71124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06D80-433E-5F13-45E0-FFFF9839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B251A-A590-CC5B-48F2-B7F5599C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2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BA28-0A90-FBCA-21E7-20C4B194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80813-E714-003B-C036-98B4C1BA9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FEE53-B098-EE17-4A6D-16F64A41B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D7C2E-75AC-F02A-F86E-C527FD14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DDD3B-1480-CC72-0C7C-E09B0530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4547F-8C25-9A19-0326-2ADE1B19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6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7E72-3335-A485-4B28-DD7562FEC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EB4A-26B4-9133-ADD5-D3CA1A2F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04CCD-ACD7-C2CA-E188-A1802D39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301D-5C17-364B-AFC1-B7CD05BF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201A4-91EB-D96B-3BA6-958E9BC7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061F3-5253-818D-C67F-AD4B377D6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095DC-DBD2-1590-8084-A11DAEC25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1781-E330-DCF0-A70C-14B3A12A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E34F3-F8F3-75C1-1EAB-64165358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08C66-463C-F247-A701-10F9040C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7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60AE6-8BED-CDCC-ABB5-D68B84F9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88393-53E1-31E2-22B0-6A918E9FE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E3AED-6A99-2A81-8C48-5DBA70AD9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02C02-54EE-C447-B7E3-8AD4AD2F5AFE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BB8D2-CE9D-735A-EC07-8A7B90402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6D2AC-9BDE-6183-74B2-009506621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8F8FE-3182-4843-B532-458ABBC6F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2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F39BB-3914-9CB1-4ACF-F06287D9C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GGOR pictures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A5630-8392-D23A-809D-C6B3BF5C28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Started Nov. 2025</a:t>
            </a:r>
          </a:p>
          <a:p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49385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9B0E7D-7241-4B20-E090-EDA67E2E6D5D}"/>
              </a:ext>
            </a:extLst>
          </p:cNvPr>
          <p:cNvSpPr/>
          <p:nvPr/>
        </p:nvSpPr>
        <p:spPr>
          <a:xfrm>
            <a:off x="1111465" y="2434441"/>
            <a:ext cx="3732384" cy="11119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0F1D38F-9934-39A2-AF3B-4E80727D7AEA}"/>
              </a:ext>
            </a:extLst>
          </p:cNvPr>
          <p:cNvSpPr/>
          <p:nvPr/>
        </p:nvSpPr>
        <p:spPr>
          <a:xfrm>
            <a:off x="1128156" y="783771"/>
            <a:ext cx="8752114" cy="5047013"/>
          </a:xfrm>
          <a:custGeom>
            <a:avLst/>
            <a:gdLst>
              <a:gd name="csX0" fmla="*/ 8752114 w 8752114"/>
              <a:gd name="csY0" fmla="*/ 5047013 h 5047013"/>
              <a:gd name="csX1" fmla="*/ 0 w 8752114"/>
              <a:gd name="csY1" fmla="*/ 5047013 h 5047013"/>
              <a:gd name="csX2" fmla="*/ 0 w 8752114"/>
              <a:gd name="csY2" fmla="*/ 2778826 h 5047013"/>
              <a:gd name="csX3" fmla="*/ 3716976 w 8752114"/>
              <a:gd name="csY3" fmla="*/ 2778826 h 5047013"/>
              <a:gd name="csX4" fmla="*/ 3716976 w 8752114"/>
              <a:gd name="csY4" fmla="*/ 0 h 5047013"/>
              <a:gd name="csX5" fmla="*/ 8752114 w 8752114"/>
              <a:gd name="csY5" fmla="*/ 0 h 5047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752114" h="5047013">
                <a:moveTo>
                  <a:pt x="8752114" y="5047013"/>
                </a:moveTo>
                <a:lnTo>
                  <a:pt x="0" y="5047013"/>
                </a:lnTo>
                <a:lnTo>
                  <a:pt x="0" y="2778826"/>
                </a:lnTo>
                <a:lnTo>
                  <a:pt x="3716976" y="2778826"/>
                </a:lnTo>
                <a:lnTo>
                  <a:pt x="3716976" y="0"/>
                </a:lnTo>
                <a:lnTo>
                  <a:pt x="8752114" y="0"/>
                </a:lnTo>
              </a:path>
            </a:pathLst>
          </a:custGeom>
          <a:solidFill>
            <a:srgbClr val="FFC000"/>
          </a:solidFill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624646-6220-5B5D-5FB7-7B28200E5AA0}"/>
              </a:ext>
            </a:extLst>
          </p:cNvPr>
          <p:cNvCxnSpPr>
            <a:cxnSpLocks/>
          </p:cNvCxnSpPr>
          <p:nvPr/>
        </p:nvCxnSpPr>
        <p:spPr>
          <a:xfrm>
            <a:off x="4843849" y="2434441"/>
            <a:ext cx="50364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AF0E63-F696-7D34-FF99-E5CAD9E858BE}"/>
              </a:ext>
            </a:extLst>
          </p:cNvPr>
          <p:cNvCxnSpPr>
            <a:cxnSpLocks/>
          </p:cNvCxnSpPr>
          <p:nvPr/>
        </p:nvCxnSpPr>
        <p:spPr>
          <a:xfrm>
            <a:off x="4843849" y="3550667"/>
            <a:ext cx="503642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6F8061C5-3404-4A42-1A9F-2DF8625178DE}"/>
              </a:ext>
            </a:extLst>
          </p:cNvPr>
          <p:cNvSpPr/>
          <p:nvPr/>
        </p:nvSpPr>
        <p:spPr>
          <a:xfrm>
            <a:off x="3966519" y="3558746"/>
            <a:ext cx="5894173" cy="1068581"/>
          </a:xfrm>
          <a:custGeom>
            <a:avLst/>
            <a:gdLst>
              <a:gd name="csX0" fmla="*/ 0 w 5894173"/>
              <a:gd name="csY0" fmla="*/ 0 h 1062681"/>
              <a:gd name="csX1" fmla="*/ 1915297 w 5894173"/>
              <a:gd name="csY1" fmla="*/ 1062681 h 1062681"/>
              <a:gd name="csX2" fmla="*/ 5894173 w 5894173"/>
              <a:gd name="csY2" fmla="*/ 1062681 h 1062681"/>
              <a:gd name="csX0" fmla="*/ 0 w 5894173"/>
              <a:gd name="csY0" fmla="*/ 0 h 1141397"/>
              <a:gd name="csX1" fmla="*/ 1915297 w 5894173"/>
              <a:gd name="csY1" fmla="*/ 1062681 h 1141397"/>
              <a:gd name="csX2" fmla="*/ 5894173 w 5894173"/>
              <a:gd name="csY2" fmla="*/ 1062681 h 1141397"/>
              <a:gd name="csX0" fmla="*/ 632 w 5894805"/>
              <a:gd name="csY0" fmla="*/ 0 h 1141397"/>
              <a:gd name="csX1" fmla="*/ 1915929 w 5894805"/>
              <a:gd name="csY1" fmla="*/ 1062681 h 1141397"/>
              <a:gd name="csX2" fmla="*/ 5894805 w 5894805"/>
              <a:gd name="csY2" fmla="*/ 1062681 h 1141397"/>
              <a:gd name="csX0" fmla="*/ 0 w 5894173"/>
              <a:gd name="csY0" fmla="*/ 0 h 1062681"/>
              <a:gd name="csX1" fmla="*/ 5894173 w 5894173"/>
              <a:gd name="csY1" fmla="*/ 1062681 h 1062681"/>
              <a:gd name="csX0" fmla="*/ 0 w 5894173"/>
              <a:gd name="csY0" fmla="*/ 0 h 1062681"/>
              <a:gd name="csX1" fmla="*/ 5894173 w 5894173"/>
              <a:gd name="csY1" fmla="*/ 1062681 h 1062681"/>
              <a:gd name="csX0" fmla="*/ 0 w 5894173"/>
              <a:gd name="csY0" fmla="*/ 0 h 1068581"/>
              <a:gd name="csX1" fmla="*/ 5894173 w 5894173"/>
              <a:gd name="csY1" fmla="*/ 1062681 h 1068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894173" h="1068581">
                <a:moveTo>
                  <a:pt x="0" y="0"/>
                </a:moveTo>
                <a:cubicBezTo>
                  <a:pt x="12356" y="1379838"/>
                  <a:pt x="3571103" y="1005016"/>
                  <a:pt x="5894173" y="1062681"/>
                </a:cubicBezTo>
              </a:path>
            </a:pathLst>
          </a:custGeom>
          <a:noFill/>
          <a:ln w="127000">
            <a:head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716D09A-C41C-AB53-DA98-42B2F9DFAC49}"/>
              </a:ext>
            </a:extLst>
          </p:cNvPr>
          <p:cNvSpPr/>
          <p:nvPr/>
        </p:nvSpPr>
        <p:spPr>
          <a:xfrm>
            <a:off x="4868562" y="2977978"/>
            <a:ext cx="5029200" cy="0"/>
          </a:xfrm>
          <a:custGeom>
            <a:avLst/>
            <a:gdLst>
              <a:gd name="csX0" fmla="*/ 0 w 5029200"/>
              <a:gd name="csY0" fmla="*/ 0 h 0"/>
              <a:gd name="csX1" fmla="*/ 2224216 w 5029200"/>
              <a:gd name="csY1" fmla="*/ 0 h 0"/>
              <a:gd name="csX2" fmla="*/ 5029200 w 5029200"/>
              <a:gd name="csY2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29200">
                <a:moveTo>
                  <a:pt x="0" y="0"/>
                </a:moveTo>
                <a:lnTo>
                  <a:pt x="2224216" y="0"/>
                </a:lnTo>
                <a:lnTo>
                  <a:pt x="5029200" y="0"/>
                </a:lnTo>
              </a:path>
            </a:pathLst>
          </a:custGeom>
          <a:noFill/>
          <a:ln w="127000"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0CA48-6E06-FDD3-EFA1-1E147351A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556" y="3346107"/>
            <a:ext cx="177800" cy="19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FE14C0-B1B9-64F9-3F4D-692BEB8EA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064" y="3327743"/>
            <a:ext cx="190500" cy="17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501A9F-29EB-FD86-0FF6-11337FC8F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67" y="3333750"/>
            <a:ext cx="190500" cy="190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D403C8-C1D7-52BF-D358-BB542E52C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19" y="5601391"/>
            <a:ext cx="203200" cy="17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6AD833-C8C9-387C-20AA-27B2FAC41E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279" y="5687890"/>
            <a:ext cx="190500" cy="1778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58935E-CC6F-BA83-4B78-C98B0C7080E7}"/>
              </a:ext>
            </a:extLst>
          </p:cNvPr>
          <p:cNvCxnSpPr>
            <a:cxnSpLocks/>
            <a:stCxn id="6" idx="1"/>
          </p:cNvCxnSpPr>
          <p:nvPr/>
        </p:nvCxnSpPr>
        <p:spPr>
          <a:xfrm>
            <a:off x="1128156" y="5830784"/>
            <a:ext cx="1689185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A0B57-9FAB-14E1-65FB-10EE994A1456}"/>
              </a:ext>
            </a:extLst>
          </p:cNvPr>
          <p:cNvCxnSpPr>
            <a:cxnSpLocks/>
            <a:stCxn id="6" idx="1"/>
          </p:cNvCxnSpPr>
          <p:nvPr/>
        </p:nvCxnSpPr>
        <p:spPr>
          <a:xfrm flipV="1">
            <a:off x="1128156" y="4497859"/>
            <a:ext cx="0" cy="1332925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E8C4780A-9C04-D9F9-A57B-88BAD8575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2549" y="5614436"/>
            <a:ext cx="139700" cy="127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219C7A0-BA20-9198-BA92-78A532E0FC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371" y="4755122"/>
            <a:ext cx="139700" cy="1651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25EBA7-277B-85FF-7F87-762F0FBAD562}"/>
              </a:ext>
            </a:extLst>
          </p:cNvPr>
          <p:cNvCxnSpPr>
            <a:cxnSpLocks/>
          </p:cNvCxnSpPr>
          <p:nvPr/>
        </p:nvCxnSpPr>
        <p:spPr>
          <a:xfrm>
            <a:off x="1128156" y="1359243"/>
            <a:ext cx="3715693" cy="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3FA79E-5834-3E32-2F10-A7C4574886EB}"/>
              </a:ext>
            </a:extLst>
          </p:cNvPr>
          <p:cNvCxnSpPr>
            <a:cxnSpLocks/>
          </p:cNvCxnSpPr>
          <p:nvPr/>
        </p:nvCxnSpPr>
        <p:spPr>
          <a:xfrm>
            <a:off x="9950799" y="3521515"/>
            <a:ext cx="1" cy="2306944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3D938CD8-C995-F9C1-D589-6DB3545FA3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2597" y="4297580"/>
            <a:ext cx="127000" cy="190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E8FA586-07A5-52A3-ACEB-B008FF08E6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9162" y="1141278"/>
            <a:ext cx="127000" cy="12700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47B1925-3FA1-FEA4-6A3C-9569268DFD87}"/>
              </a:ext>
            </a:extLst>
          </p:cNvPr>
          <p:cNvCxnSpPr>
            <a:cxnSpLocks/>
          </p:cNvCxnSpPr>
          <p:nvPr/>
        </p:nvCxnSpPr>
        <p:spPr>
          <a:xfrm>
            <a:off x="1110664" y="684409"/>
            <a:ext cx="0" cy="1745753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Heart 41">
            <a:extLst>
              <a:ext uri="{FF2B5EF4-FFF2-40B4-BE49-F238E27FC236}">
                <a16:creationId xmlns:a16="http://schemas.microsoft.com/office/drawing/2014/main" id="{272053D6-E475-571D-A632-B899FFE55E1C}"/>
              </a:ext>
            </a:extLst>
          </p:cNvPr>
          <p:cNvSpPr/>
          <p:nvPr/>
        </p:nvSpPr>
        <p:spPr>
          <a:xfrm>
            <a:off x="987098" y="695869"/>
            <a:ext cx="245389" cy="245389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8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3543</TotalTime>
  <Words>7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GGOR pictures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Olsthoorn</dc:creator>
  <cp:lastModifiedBy>Theo Olsthoorn</cp:lastModifiedBy>
  <cp:revision>4</cp:revision>
  <dcterms:created xsi:type="dcterms:W3CDTF">2025-11-21T14:28:43Z</dcterms:created>
  <dcterms:modified xsi:type="dcterms:W3CDTF">2025-11-24T01:32:38Z</dcterms:modified>
</cp:coreProperties>
</file>